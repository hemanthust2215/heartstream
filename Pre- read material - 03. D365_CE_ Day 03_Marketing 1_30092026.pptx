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4158" r:id="rId5"/>
  </p:sldMasterIdLst>
  <p:notesMasterIdLst>
    <p:notesMasterId r:id="rId34"/>
  </p:notesMasterIdLst>
  <p:sldIdLst>
    <p:sldId id="259" r:id="rId6"/>
    <p:sldId id="263" r:id="rId7"/>
    <p:sldId id="307" r:id="rId8"/>
    <p:sldId id="313" r:id="rId9"/>
    <p:sldId id="288" r:id="rId10"/>
    <p:sldId id="262" r:id="rId11"/>
    <p:sldId id="261" r:id="rId12"/>
    <p:sldId id="314" r:id="rId13"/>
    <p:sldId id="331" r:id="rId14"/>
    <p:sldId id="312"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27" r:id="rId28"/>
    <p:sldId id="328" r:id="rId29"/>
    <p:sldId id="329" r:id="rId30"/>
    <p:sldId id="330" r:id="rId31"/>
    <p:sldId id="310" r:id="rId32"/>
    <p:sldId id="25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FC1BF4A-97FB-194E-88BF-04623DEF3BD2}">
          <p14:sldIdLst>
            <p14:sldId id="259"/>
            <p14:sldId id="263"/>
            <p14:sldId id="307"/>
            <p14:sldId id="313"/>
            <p14:sldId id="288"/>
            <p14:sldId id="262"/>
            <p14:sldId id="261"/>
            <p14:sldId id="314"/>
            <p14:sldId id="331"/>
            <p14:sldId id="312"/>
            <p14:sldId id="315"/>
            <p14:sldId id="316"/>
            <p14:sldId id="317"/>
            <p14:sldId id="318"/>
            <p14:sldId id="319"/>
            <p14:sldId id="320"/>
            <p14:sldId id="321"/>
            <p14:sldId id="322"/>
            <p14:sldId id="323"/>
            <p14:sldId id="324"/>
            <p14:sldId id="325"/>
            <p14:sldId id="326"/>
            <p14:sldId id="327"/>
            <p14:sldId id="328"/>
            <p14:sldId id="329"/>
            <p14:sldId id="330"/>
            <p14:sldId id="310"/>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67882"/>
    <a:srgbClr val="AFF5FF"/>
    <a:srgbClr val="F0F0E7"/>
    <a:srgbClr val="FE0C73"/>
    <a:srgbClr val="E4E3E6"/>
    <a:srgbClr val="F2F7F8"/>
    <a:srgbClr val="ECECE1"/>
    <a:srgbClr val="EFFBFF"/>
    <a:srgbClr val="E3007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6/11/relationships/changesInfo" Target="changesInfos/changesInfo1.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esh Dambale(UST,IN)" userId="0d9d4688-c743-4e96-834f-739bb2fb66ab" providerId="ADAL" clId="{F7C105DF-FFF8-43BF-8AC5-78D0A3E8EFDB}"/>
    <pc:docChg chg="undo redo custSel modSld">
      <pc:chgData name="Nitesh Dambale(UST,IN)" userId="0d9d4688-c743-4e96-834f-739bb2fb66ab" providerId="ADAL" clId="{F7C105DF-FFF8-43BF-8AC5-78D0A3E8EFDB}" dt="2026-09-29T11:16:07.306" v="44" actId="14100"/>
      <pc:docMkLst>
        <pc:docMk/>
      </pc:docMkLst>
      <pc:sldChg chg="modSp mod">
        <pc:chgData name="Nitesh Dambale(UST,IN)" userId="0d9d4688-c743-4e96-834f-739bb2fb66ab" providerId="ADAL" clId="{F7C105DF-FFF8-43BF-8AC5-78D0A3E8EFDB}" dt="2026-09-29T10:57:39.260" v="16" actId="6549"/>
        <pc:sldMkLst>
          <pc:docMk/>
          <pc:sldMk cId="979528000" sldId="259"/>
        </pc:sldMkLst>
        <pc:spChg chg="mod">
          <ac:chgData name="Nitesh Dambale(UST,IN)" userId="0d9d4688-c743-4e96-834f-739bb2fb66ab" providerId="ADAL" clId="{F7C105DF-FFF8-43BF-8AC5-78D0A3E8EFDB}" dt="2026-09-29T10:57:39.260" v="16" actId="6549"/>
          <ac:spMkLst>
            <pc:docMk/>
            <pc:sldMk cId="979528000" sldId="259"/>
            <ac:spMk id="5" creationId="{2168957E-55E5-57A0-DFC2-F3FA42B8EA1A}"/>
          </ac:spMkLst>
        </pc:spChg>
      </pc:sldChg>
      <pc:sldChg chg="modSp mod">
        <pc:chgData name="Nitesh Dambale(UST,IN)" userId="0d9d4688-c743-4e96-834f-739bb2fb66ab" providerId="ADAL" clId="{F7C105DF-FFF8-43BF-8AC5-78D0A3E8EFDB}" dt="2026-09-29T11:13:51.764" v="20" actId="14100"/>
        <pc:sldMkLst>
          <pc:docMk/>
          <pc:sldMk cId="1001498138" sldId="262"/>
        </pc:sldMkLst>
        <pc:spChg chg="mod">
          <ac:chgData name="Nitesh Dambale(UST,IN)" userId="0d9d4688-c743-4e96-834f-739bb2fb66ab" providerId="ADAL" clId="{F7C105DF-FFF8-43BF-8AC5-78D0A3E8EFDB}" dt="2026-09-29T11:13:51.764" v="20" actId="14100"/>
          <ac:spMkLst>
            <pc:docMk/>
            <pc:sldMk cId="1001498138" sldId="262"/>
            <ac:spMk id="4" creationId="{0B67C15A-A7BE-0E22-8607-CDE88BD4A53D}"/>
          </ac:spMkLst>
        </pc:spChg>
        <pc:spChg chg="mod">
          <ac:chgData name="Nitesh Dambale(UST,IN)" userId="0d9d4688-c743-4e96-834f-739bb2fb66ab" providerId="ADAL" clId="{F7C105DF-FFF8-43BF-8AC5-78D0A3E8EFDB}" dt="2026-09-29T11:13:51.764" v="20" actId="14100"/>
          <ac:spMkLst>
            <pc:docMk/>
            <pc:sldMk cId="1001498138" sldId="262"/>
            <ac:spMk id="18" creationId="{C38719D4-B3F0-1F16-4BE7-68F2A7B4553C}"/>
          </ac:spMkLst>
        </pc:spChg>
        <pc:spChg chg="mod">
          <ac:chgData name="Nitesh Dambale(UST,IN)" userId="0d9d4688-c743-4e96-834f-739bb2fb66ab" providerId="ADAL" clId="{F7C105DF-FFF8-43BF-8AC5-78D0A3E8EFDB}" dt="2026-09-29T11:13:51.764" v="20" actId="14100"/>
          <ac:spMkLst>
            <pc:docMk/>
            <pc:sldMk cId="1001498138" sldId="262"/>
            <ac:spMk id="19" creationId="{135C3AFE-4EDD-E845-C90C-48B5020B87DF}"/>
          </ac:spMkLst>
        </pc:spChg>
        <pc:spChg chg="mod">
          <ac:chgData name="Nitesh Dambale(UST,IN)" userId="0d9d4688-c743-4e96-834f-739bb2fb66ab" providerId="ADAL" clId="{F7C105DF-FFF8-43BF-8AC5-78D0A3E8EFDB}" dt="2026-09-29T11:13:51.764" v="20" actId="14100"/>
          <ac:spMkLst>
            <pc:docMk/>
            <pc:sldMk cId="1001498138" sldId="262"/>
            <ac:spMk id="21" creationId="{04F2355A-128B-7AEE-96B3-11DB8DAB0679}"/>
          </ac:spMkLst>
        </pc:spChg>
        <pc:spChg chg="mod">
          <ac:chgData name="Nitesh Dambale(UST,IN)" userId="0d9d4688-c743-4e96-834f-739bb2fb66ab" providerId="ADAL" clId="{F7C105DF-FFF8-43BF-8AC5-78D0A3E8EFDB}" dt="2026-09-29T11:13:51.764" v="20" actId="14100"/>
          <ac:spMkLst>
            <pc:docMk/>
            <pc:sldMk cId="1001498138" sldId="262"/>
            <ac:spMk id="22" creationId="{3A03CFCE-2512-2934-1AAF-F4C1FDCF8EF4}"/>
          </ac:spMkLst>
        </pc:spChg>
        <pc:spChg chg="mod">
          <ac:chgData name="Nitesh Dambale(UST,IN)" userId="0d9d4688-c743-4e96-834f-739bb2fb66ab" providerId="ADAL" clId="{F7C105DF-FFF8-43BF-8AC5-78D0A3E8EFDB}" dt="2026-09-29T11:13:51.764" v="20" actId="14100"/>
          <ac:spMkLst>
            <pc:docMk/>
            <pc:sldMk cId="1001498138" sldId="262"/>
            <ac:spMk id="23" creationId="{FE9D7DB4-E9DB-475D-FB56-1A9E3D829D66}"/>
          </ac:spMkLst>
        </pc:spChg>
        <pc:spChg chg="mod">
          <ac:chgData name="Nitesh Dambale(UST,IN)" userId="0d9d4688-c743-4e96-834f-739bb2fb66ab" providerId="ADAL" clId="{F7C105DF-FFF8-43BF-8AC5-78D0A3E8EFDB}" dt="2026-09-29T11:13:51.764" v="20" actId="14100"/>
          <ac:spMkLst>
            <pc:docMk/>
            <pc:sldMk cId="1001498138" sldId="262"/>
            <ac:spMk id="24" creationId="{06A3DFB0-FE0E-B7E5-C60A-21E993283871}"/>
          </ac:spMkLst>
        </pc:spChg>
        <pc:spChg chg="mod">
          <ac:chgData name="Nitesh Dambale(UST,IN)" userId="0d9d4688-c743-4e96-834f-739bb2fb66ab" providerId="ADAL" clId="{F7C105DF-FFF8-43BF-8AC5-78D0A3E8EFDB}" dt="2026-09-29T11:13:51.764" v="20" actId="14100"/>
          <ac:spMkLst>
            <pc:docMk/>
            <pc:sldMk cId="1001498138" sldId="262"/>
            <ac:spMk id="25" creationId="{11BC31EE-16F8-DF74-6EB9-4E36CEDE437A}"/>
          </ac:spMkLst>
        </pc:spChg>
        <pc:spChg chg="mod">
          <ac:chgData name="Nitesh Dambale(UST,IN)" userId="0d9d4688-c743-4e96-834f-739bb2fb66ab" providerId="ADAL" clId="{F7C105DF-FFF8-43BF-8AC5-78D0A3E8EFDB}" dt="2026-09-29T11:13:51.764" v="20" actId="14100"/>
          <ac:spMkLst>
            <pc:docMk/>
            <pc:sldMk cId="1001498138" sldId="262"/>
            <ac:spMk id="26" creationId="{93A9907F-CFD6-B1AD-ECB4-73BCC52A11B9}"/>
          </ac:spMkLst>
        </pc:spChg>
        <pc:spChg chg="mod">
          <ac:chgData name="Nitesh Dambale(UST,IN)" userId="0d9d4688-c743-4e96-834f-739bb2fb66ab" providerId="ADAL" clId="{F7C105DF-FFF8-43BF-8AC5-78D0A3E8EFDB}" dt="2026-09-29T11:13:51.764" v="20" actId="14100"/>
          <ac:spMkLst>
            <pc:docMk/>
            <pc:sldMk cId="1001498138" sldId="262"/>
            <ac:spMk id="29" creationId="{F8F9F419-4E60-9726-47FF-E45A8C7B82FE}"/>
          </ac:spMkLst>
        </pc:spChg>
      </pc:sldChg>
      <pc:sldChg chg="modSp mod">
        <pc:chgData name="Nitesh Dambale(UST,IN)" userId="0d9d4688-c743-4e96-834f-739bb2fb66ab" providerId="ADAL" clId="{F7C105DF-FFF8-43BF-8AC5-78D0A3E8EFDB}" dt="2026-09-29T11:14:13.888" v="24" actId="14100"/>
        <pc:sldMkLst>
          <pc:docMk/>
          <pc:sldMk cId="3243351683" sldId="312"/>
        </pc:sldMkLst>
        <pc:spChg chg="mod">
          <ac:chgData name="Nitesh Dambale(UST,IN)" userId="0d9d4688-c743-4e96-834f-739bb2fb66ab" providerId="ADAL" clId="{F7C105DF-FFF8-43BF-8AC5-78D0A3E8EFDB}" dt="2026-09-29T11:14:13.888" v="24" actId="14100"/>
          <ac:spMkLst>
            <pc:docMk/>
            <pc:sldMk cId="3243351683" sldId="312"/>
            <ac:spMk id="18" creationId="{C38719D4-B3F0-1F16-4BE7-68F2A7B4553C}"/>
          </ac:spMkLst>
        </pc:spChg>
        <pc:spChg chg="mod">
          <ac:chgData name="Nitesh Dambale(UST,IN)" userId="0d9d4688-c743-4e96-834f-739bb2fb66ab" providerId="ADAL" clId="{F7C105DF-FFF8-43BF-8AC5-78D0A3E8EFDB}" dt="2026-09-29T11:14:13.888" v="24" actId="14100"/>
          <ac:spMkLst>
            <pc:docMk/>
            <pc:sldMk cId="3243351683" sldId="312"/>
            <ac:spMk id="19" creationId="{135C3AFE-4EDD-E845-C90C-48B5020B87DF}"/>
          </ac:spMkLst>
        </pc:spChg>
        <pc:spChg chg="mod">
          <ac:chgData name="Nitesh Dambale(UST,IN)" userId="0d9d4688-c743-4e96-834f-739bb2fb66ab" providerId="ADAL" clId="{F7C105DF-FFF8-43BF-8AC5-78D0A3E8EFDB}" dt="2026-09-29T11:14:13.888" v="24" actId="14100"/>
          <ac:spMkLst>
            <pc:docMk/>
            <pc:sldMk cId="3243351683" sldId="312"/>
            <ac:spMk id="20" creationId="{B9DB45A1-20E3-1C77-440A-471CDB05E02A}"/>
          </ac:spMkLst>
        </pc:spChg>
        <pc:spChg chg="mod">
          <ac:chgData name="Nitesh Dambale(UST,IN)" userId="0d9d4688-c743-4e96-834f-739bb2fb66ab" providerId="ADAL" clId="{F7C105DF-FFF8-43BF-8AC5-78D0A3E8EFDB}" dt="2026-09-29T11:14:13.888" v="24" actId="14100"/>
          <ac:spMkLst>
            <pc:docMk/>
            <pc:sldMk cId="3243351683" sldId="312"/>
            <ac:spMk id="22" creationId="{3A03CFCE-2512-2934-1AAF-F4C1FDCF8EF4}"/>
          </ac:spMkLst>
        </pc:spChg>
        <pc:spChg chg="mod">
          <ac:chgData name="Nitesh Dambale(UST,IN)" userId="0d9d4688-c743-4e96-834f-739bb2fb66ab" providerId="ADAL" clId="{F7C105DF-FFF8-43BF-8AC5-78D0A3E8EFDB}" dt="2026-09-29T11:14:13.888" v="24" actId="14100"/>
          <ac:spMkLst>
            <pc:docMk/>
            <pc:sldMk cId="3243351683" sldId="312"/>
            <ac:spMk id="23" creationId="{FE9D7DB4-E9DB-475D-FB56-1A9E3D829D66}"/>
          </ac:spMkLst>
        </pc:spChg>
        <pc:spChg chg="mod">
          <ac:chgData name="Nitesh Dambale(UST,IN)" userId="0d9d4688-c743-4e96-834f-739bb2fb66ab" providerId="ADAL" clId="{F7C105DF-FFF8-43BF-8AC5-78D0A3E8EFDB}" dt="2026-09-29T11:14:13.888" v="24" actId="14100"/>
          <ac:spMkLst>
            <pc:docMk/>
            <pc:sldMk cId="3243351683" sldId="312"/>
            <ac:spMk id="24" creationId="{06A3DFB0-FE0E-B7E5-C60A-21E993283871}"/>
          </ac:spMkLst>
        </pc:spChg>
        <pc:spChg chg="mod">
          <ac:chgData name="Nitesh Dambale(UST,IN)" userId="0d9d4688-c743-4e96-834f-739bb2fb66ab" providerId="ADAL" clId="{F7C105DF-FFF8-43BF-8AC5-78D0A3E8EFDB}" dt="2026-09-29T11:14:13.888" v="24" actId="14100"/>
          <ac:spMkLst>
            <pc:docMk/>
            <pc:sldMk cId="3243351683" sldId="312"/>
            <ac:spMk id="25" creationId="{11BC31EE-16F8-DF74-6EB9-4E36CEDE437A}"/>
          </ac:spMkLst>
        </pc:spChg>
        <pc:spChg chg="mod">
          <ac:chgData name="Nitesh Dambale(UST,IN)" userId="0d9d4688-c743-4e96-834f-739bb2fb66ab" providerId="ADAL" clId="{F7C105DF-FFF8-43BF-8AC5-78D0A3E8EFDB}" dt="2026-09-29T11:14:13.888" v="24" actId="14100"/>
          <ac:spMkLst>
            <pc:docMk/>
            <pc:sldMk cId="3243351683" sldId="312"/>
            <ac:spMk id="26" creationId="{93A9907F-CFD6-B1AD-ECB4-73BCC52A11B9}"/>
          </ac:spMkLst>
        </pc:spChg>
        <pc:spChg chg="mod">
          <ac:chgData name="Nitesh Dambale(UST,IN)" userId="0d9d4688-c743-4e96-834f-739bb2fb66ab" providerId="ADAL" clId="{F7C105DF-FFF8-43BF-8AC5-78D0A3E8EFDB}" dt="2026-09-29T11:14:13.888" v="24" actId="14100"/>
          <ac:spMkLst>
            <pc:docMk/>
            <pc:sldMk cId="3243351683" sldId="312"/>
            <ac:spMk id="27" creationId="{66F5CA3F-DC0F-E648-6B88-B9C29BC3E477}"/>
          </ac:spMkLst>
        </pc:spChg>
        <pc:spChg chg="mod">
          <ac:chgData name="Nitesh Dambale(UST,IN)" userId="0d9d4688-c743-4e96-834f-739bb2fb66ab" providerId="ADAL" clId="{F7C105DF-FFF8-43BF-8AC5-78D0A3E8EFDB}" dt="2026-09-29T11:14:13.888" v="24" actId="14100"/>
          <ac:spMkLst>
            <pc:docMk/>
            <pc:sldMk cId="3243351683" sldId="312"/>
            <ac:spMk id="29" creationId="{F8F9F419-4E60-9726-47FF-E45A8C7B82FE}"/>
          </ac:spMkLst>
        </pc:spChg>
      </pc:sldChg>
      <pc:sldChg chg="modSp mod">
        <pc:chgData name="Nitesh Dambale(UST,IN)" userId="0d9d4688-c743-4e96-834f-739bb2fb66ab" providerId="ADAL" clId="{F7C105DF-FFF8-43BF-8AC5-78D0A3E8EFDB}" dt="2026-09-29T11:13:36.048" v="18" actId="14100"/>
        <pc:sldMkLst>
          <pc:docMk/>
          <pc:sldMk cId="1001498138" sldId="313"/>
        </pc:sldMkLst>
        <pc:spChg chg="mod">
          <ac:chgData name="Nitesh Dambale(UST,IN)" userId="0d9d4688-c743-4e96-834f-739bb2fb66ab" providerId="ADAL" clId="{F7C105DF-FFF8-43BF-8AC5-78D0A3E8EFDB}" dt="2026-09-29T11:13:36.048" v="18" actId="14100"/>
          <ac:spMkLst>
            <pc:docMk/>
            <pc:sldMk cId="1001498138" sldId="313"/>
            <ac:spMk id="4" creationId="{41A18029-378B-03C0-4A84-508BDDC79606}"/>
          </ac:spMkLst>
        </pc:spChg>
        <pc:spChg chg="mod">
          <ac:chgData name="Nitesh Dambale(UST,IN)" userId="0d9d4688-c743-4e96-834f-739bb2fb66ab" providerId="ADAL" clId="{F7C105DF-FFF8-43BF-8AC5-78D0A3E8EFDB}" dt="2026-09-29T11:13:36.048" v="18" actId="14100"/>
          <ac:spMkLst>
            <pc:docMk/>
            <pc:sldMk cId="1001498138" sldId="313"/>
            <ac:spMk id="8" creationId="{F01AE62C-691E-528E-90FA-95C69F9E71C9}"/>
          </ac:spMkLst>
        </pc:spChg>
        <pc:spChg chg="mod">
          <ac:chgData name="Nitesh Dambale(UST,IN)" userId="0d9d4688-c743-4e96-834f-739bb2fb66ab" providerId="ADAL" clId="{F7C105DF-FFF8-43BF-8AC5-78D0A3E8EFDB}" dt="2026-09-29T11:13:36.048" v="18" actId="14100"/>
          <ac:spMkLst>
            <pc:docMk/>
            <pc:sldMk cId="1001498138" sldId="313"/>
            <ac:spMk id="19" creationId="{135C3AFE-4EDD-E845-C90C-48B5020B87DF}"/>
          </ac:spMkLst>
        </pc:spChg>
        <pc:spChg chg="mod">
          <ac:chgData name="Nitesh Dambale(UST,IN)" userId="0d9d4688-c743-4e96-834f-739bb2fb66ab" providerId="ADAL" clId="{F7C105DF-FFF8-43BF-8AC5-78D0A3E8EFDB}" dt="2026-09-29T11:13:36.048" v="18" actId="14100"/>
          <ac:spMkLst>
            <pc:docMk/>
            <pc:sldMk cId="1001498138" sldId="313"/>
            <ac:spMk id="20" creationId="{B9DB45A1-20E3-1C77-440A-471CDB05E02A}"/>
          </ac:spMkLst>
        </pc:spChg>
        <pc:spChg chg="mod">
          <ac:chgData name="Nitesh Dambale(UST,IN)" userId="0d9d4688-c743-4e96-834f-739bb2fb66ab" providerId="ADAL" clId="{F7C105DF-FFF8-43BF-8AC5-78D0A3E8EFDB}" dt="2026-09-29T11:13:36.048" v="18" actId="14100"/>
          <ac:spMkLst>
            <pc:docMk/>
            <pc:sldMk cId="1001498138" sldId="313"/>
            <ac:spMk id="22" creationId="{3A03CFCE-2512-2934-1AAF-F4C1FDCF8EF4}"/>
          </ac:spMkLst>
        </pc:spChg>
        <pc:spChg chg="mod">
          <ac:chgData name="Nitesh Dambale(UST,IN)" userId="0d9d4688-c743-4e96-834f-739bb2fb66ab" providerId="ADAL" clId="{F7C105DF-FFF8-43BF-8AC5-78D0A3E8EFDB}" dt="2026-09-29T11:13:36.048" v="18" actId="14100"/>
          <ac:spMkLst>
            <pc:docMk/>
            <pc:sldMk cId="1001498138" sldId="313"/>
            <ac:spMk id="23" creationId="{FE9D7DB4-E9DB-475D-FB56-1A9E3D829D66}"/>
          </ac:spMkLst>
        </pc:spChg>
        <pc:spChg chg="mod">
          <ac:chgData name="Nitesh Dambale(UST,IN)" userId="0d9d4688-c743-4e96-834f-739bb2fb66ab" providerId="ADAL" clId="{F7C105DF-FFF8-43BF-8AC5-78D0A3E8EFDB}" dt="2026-09-29T11:13:36.048" v="18" actId="14100"/>
          <ac:spMkLst>
            <pc:docMk/>
            <pc:sldMk cId="1001498138" sldId="313"/>
            <ac:spMk id="24" creationId="{06A3DFB0-FE0E-B7E5-C60A-21E993283871}"/>
          </ac:spMkLst>
        </pc:spChg>
        <pc:spChg chg="mod">
          <ac:chgData name="Nitesh Dambale(UST,IN)" userId="0d9d4688-c743-4e96-834f-739bb2fb66ab" providerId="ADAL" clId="{F7C105DF-FFF8-43BF-8AC5-78D0A3E8EFDB}" dt="2026-09-29T11:13:36.048" v="18" actId="14100"/>
          <ac:spMkLst>
            <pc:docMk/>
            <pc:sldMk cId="1001498138" sldId="313"/>
            <ac:spMk id="25" creationId="{11BC31EE-16F8-DF74-6EB9-4E36CEDE437A}"/>
          </ac:spMkLst>
        </pc:spChg>
        <pc:spChg chg="mod">
          <ac:chgData name="Nitesh Dambale(UST,IN)" userId="0d9d4688-c743-4e96-834f-739bb2fb66ab" providerId="ADAL" clId="{F7C105DF-FFF8-43BF-8AC5-78D0A3E8EFDB}" dt="2026-09-29T11:13:36.048" v="18" actId="14100"/>
          <ac:spMkLst>
            <pc:docMk/>
            <pc:sldMk cId="1001498138" sldId="313"/>
            <ac:spMk id="26" creationId="{93A9907F-CFD6-B1AD-ECB4-73BCC52A11B9}"/>
          </ac:spMkLst>
        </pc:spChg>
        <pc:spChg chg="mod">
          <ac:chgData name="Nitesh Dambale(UST,IN)" userId="0d9d4688-c743-4e96-834f-739bb2fb66ab" providerId="ADAL" clId="{F7C105DF-FFF8-43BF-8AC5-78D0A3E8EFDB}" dt="2026-09-29T11:13:36.048" v="18" actId="14100"/>
          <ac:spMkLst>
            <pc:docMk/>
            <pc:sldMk cId="1001498138" sldId="313"/>
            <ac:spMk id="28" creationId="{3BF9CC60-8B20-C0B3-1CC9-CB626D4940ED}"/>
          </ac:spMkLst>
        </pc:spChg>
      </pc:sldChg>
      <pc:sldChg chg="modSp mod">
        <pc:chgData name="Nitesh Dambale(UST,IN)" userId="0d9d4688-c743-4e96-834f-739bb2fb66ab" providerId="ADAL" clId="{F7C105DF-FFF8-43BF-8AC5-78D0A3E8EFDB}" dt="2026-09-29T11:14:03.030" v="22" actId="14100"/>
        <pc:sldMkLst>
          <pc:docMk/>
          <pc:sldMk cId="3243351683" sldId="314"/>
        </pc:sldMkLst>
        <pc:spChg chg="mod">
          <ac:chgData name="Nitesh Dambale(UST,IN)" userId="0d9d4688-c743-4e96-834f-739bb2fb66ab" providerId="ADAL" clId="{F7C105DF-FFF8-43BF-8AC5-78D0A3E8EFDB}" dt="2026-09-29T11:14:03.030" v="22" actId="14100"/>
          <ac:spMkLst>
            <pc:docMk/>
            <pc:sldMk cId="3243351683" sldId="314"/>
            <ac:spMk id="18" creationId="{C38719D4-B3F0-1F16-4BE7-68F2A7B4553C}"/>
          </ac:spMkLst>
        </pc:spChg>
        <pc:spChg chg="mod">
          <ac:chgData name="Nitesh Dambale(UST,IN)" userId="0d9d4688-c743-4e96-834f-739bb2fb66ab" providerId="ADAL" clId="{F7C105DF-FFF8-43BF-8AC5-78D0A3E8EFDB}" dt="2026-09-29T11:14:03.030" v="22" actId="14100"/>
          <ac:spMkLst>
            <pc:docMk/>
            <pc:sldMk cId="3243351683" sldId="314"/>
            <ac:spMk id="19" creationId="{135C3AFE-4EDD-E845-C90C-48B5020B87DF}"/>
          </ac:spMkLst>
        </pc:spChg>
        <pc:spChg chg="mod">
          <ac:chgData name="Nitesh Dambale(UST,IN)" userId="0d9d4688-c743-4e96-834f-739bb2fb66ab" providerId="ADAL" clId="{F7C105DF-FFF8-43BF-8AC5-78D0A3E8EFDB}" dt="2026-09-29T11:14:03.030" v="22" actId="14100"/>
          <ac:spMkLst>
            <pc:docMk/>
            <pc:sldMk cId="3243351683" sldId="314"/>
            <ac:spMk id="20" creationId="{B9DB45A1-20E3-1C77-440A-471CDB05E02A}"/>
          </ac:spMkLst>
        </pc:spChg>
        <pc:spChg chg="mod">
          <ac:chgData name="Nitesh Dambale(UST,IN)" userId="0d9d4688-c743-4e96-834f-739bb2fb66ab" providerId="ADAL" clId="{F7C105DF-FFF8-43BF-8AC5-78D0A3E8EFDB}" dt="2026-09-29T11:14:03.030" v="22" actId="14100"/>
          <ac:spMkLst>
            <pc:docMk/>
            <pc:sldMk cId="3243351683" sldId="314"/>
            <ac:spMk id="22" creationId="{3A03CFCE-2512-2934-1AAF-F4C1FDCF8EF4}"/>
          </ac:spMkLst>
        </pc:spChg>
        <pc:spChg chg="mod">
          <ac:chgData name="Nitesh Dambale(UST,IN)" userId="0d9d4688-c743-4e96-834f-739bb2fb66ab" providerId="ADAL" clId="{F7C105DF-FFF8-43BF-8AC5-78D0A3E8EFDB}" dt="2026-09-29T11:14:03.030" v="22" actId="14100"/>
          <ac:spMkLst>
            <pc:docMk/>
            <pc:sldMk cId="3243351683" sldId="314"/>
            <ac:spMk id="23" creationId="{FE9D7DB4-E9DB-475D-FB56-1A9E3D829D66}"/>
          </ac:spMkLst>
        </pc:spChg>
        <pc:spChg chg="mod">
          <ac:chgData name="Nitesh Dambale(UST,IN)" userId="0d9d4688-c743-4e96-834f-739bb2fb66ab" providerId="ADAL" clId="{F7C105DF-FFF8-43BF-8AC5-78D0A3E8EFDB}" dt="2026-09-29T11:14:03.030" v="22" actId="14100"/>
          <ac:spMkLst>
            <pc:docMk/>
            <pc:sldMk cId="3243351683" sldId="314"/>
            <ac:spMk id="24" creationId="{06A3DFB0-FE0E-B7E5-C60A-21E993283871}"/>
          </ac:spMkLst>
        </pc:spChg>
        <pc:spChg chg="mod">
          <ac:chgData name="Nitesh Dambale(UST,IN)" userId="0d9d4688-c743-4e96-834f-739bb2fb66ab" providerId="ADAL" clId="{F7C105DF-FFF8-43BF-8AC5-78D0A3E8EFDB}" dt="2026-09-29T11:14:03.030" v="22" actId="14100"/>
          <ac:spMkLst>
            <pc:docMk/>
            <pc:sldMk cId="3243351683" sldId="314"/>
            <ac:spMk id="25" creationId="{11BC31EE-16F8-DF74-6EB9-4E36CEDE437A}"/>
          </ac:spMkLst>
        </pc:spChg>
        <pc:spChg chg="mod">
          <ac:chgData name="Nitesh Dambale(UST,IN)" userId="0d9d4688-c743-4e96-834f-739bb2fb66ab" providerId="ADAL" clId="{F7C105DF-FFF8-43BF-8AC5-78D0A3E8EFDB}" dt="2026-09-29T11:14:03.030" v="22" actId="14100"/>
          <ac:spMkLst>
            <pc:docMk/>
            <pc:sldMk cId="3243351683" sldId="314"/>
            <ac:spMk id="26" creationId="{93A9907F-CFD6-B1AD-ECB4-73BCC52A11B9}"/>
          </ac:spMkLst>
        </pc:spChg>
        <pc:spChg chg="mod">
          <ac:chgData name="Nitesh Dambale(UST,IN)" userId="0d9d4688-c743-4e96-834f-739bb2fb66ab" providerId="ADAL" clId="{F7C105DF-FFF8-43BF-8AC5-78D0A3E8EFDB}" dt="2026-09-29T11:14:03.030" v="22" actId="14100"/>
          <ac:spMkLst>
            <pc:docMk/>
            <pc:sldMk cId="3243351683" sldId="314"/>
            <ac:spMk id="27" creationId="{66F5CA3F-DC0F-E648-6B88-B9C29BC3E477}"/>
          </ac:spMkLst>
        </pc:spChg>
        <pc:spChg chg="mod">
          <ac:chgData name="Nitesh Dambale(UST,IN)" userId="0d9d4688-c743-4e96-834f-739bb2fb66ab" providerId="ADAL" clId="{F7C105DF-FFF8-43BF-8AC5-78D0A3E8EFDB}" dt="2026-09-29T11:14:03.030" v="22" actId="14100"/>
          <ac:spMkLst>
            <pc:docMk/>
            <pc:sldMk cId="3243351683" sldId="314"/>
            <ac:spMk id="29" creationId="{F8F9F419-4E60-9726-47FF-E45A8C7B82FE}"/>
          </ac:spMkLst>
        </pc:spChg>
      </pc:sldChg>
      <pc:sldChg chg="modSp mod">
        <pc:chgData name="Nitesh Dambale(UST,IN)" userId="0d9d4688-c743-4e96-834f-739bb2fb66ab" providerId="ADAL" clId="{F7C105DF-FFF8-43BF-8AC5-78D0A3E8EFDB}" dt="2026-09-29T11:14:24.388" v="26" actId="14100"/>
        <pc:sldMkLst>
          <pc:docMk/>
          <pc:sldMk cId="2918330168" sldId="316"/>
        </pc:sldMkLst>
        <pc:spChg chg="mod">
          <ac:chgData name="Nitesh Dambale(UST,IN)" userId="0d9d4688-c743-4e96-834f-739bb2fb66ab" providerId="ADAL" clId="{F7C105DF-FFF8-43BF-8AC5-78D0A3E8EFDB}" dt="2026-09-29T11:14:24.388" v="26" actId="14100"/>
          <ac:spMkLst>
            <pc:docMk/>
            <pc:sldMk cId="2918330168" sldId="316"/>
            <ac:spMk id="19" creationId="{A76F8B15-2BC7-C689-DEFF-3F8025495F9B}"/>
          </ac:spMkLst>
        </pc:spChg>
        <pc:spChg chg="mod">
          <ac:chgData name="Nitesh Dambale(UST,IN)" userId="0d9d4688-c743-4e96-834f-739bb2fb66ab" providerId="ADAL" clId="{F7C105DF-FFF8-43BF-8AC5-78D0A3E8EFDB}" dt="2026-09-29T11:14:24.388" v="26" actId="14100"/>
          <ac:spMkLst>
            <pc:docMk/>
            <pc:sldMk cId="2918330168" sldId="316"/>
            <ac:spMk id="20" creationId="{41479C34-C2AC-DD90-5E81-73D957E2AF0B}"/>
          </ac:spMkLst>
        </pc:spChg>
        <pc:spChg chg="mod">
          <ac:chgData name="Nitesh Dambale(UST,IN)" userId="0d9d4688-c743-4e96-834f-739bb2fb66ab" providerId="ADAL" clId="{F7C105DF-FFF8-43BF-8AC5-78D0A3E8EFDB}" dt="2026-09-29T11:14:24.388" v="26" actId="14100"/>
          <ac:spMkLst>
            <pc:docMk/>
            <pc:sldMk cId="2918330168" sldId="316"/>
            <ac:spMk id="21" creationId="{F1046327-0907-5527-D9AB-3BE9ED746397}"/>
          </ac:spMkLst>
        </pc:spChg>
        <pc:spChg chg="mod">
          <ac:chgData name="Nitesh Dambale(UST,IN)" userId="0d9d4688-c743-4e96-834f-739bb2fb66ab" providerId="ADAL" clId="{F7C105DF-FFF8-43BF-8AC5-78D0A3E8EFDB}" dt="2026-09-29T11:14:24.388" v="26" actId="14100"/>
          <ac:spMkLst>
            <pc:docMk/>
            <pc:sldMk cId="2918330168" sldId="316"/>
            <ac:spMk id="22" creationId="{FCB458F0-3B53-31E4-20AD-8F32FD659F34}"/>
          </ac:spMkLst>
        </pc:spChg>
        <pc:spChg chg="mod">
          <ac:chgData name="Nitesh Dambale(UST,IN)" userId="0d9d4688-c743-4e96-834f-739bb2fb66ab" providerId="ADAL" clId="{F7C105DF-FFF8-43BF-8AC5-78D0A3E8EFDB}" dt="2026-09-29T11:14:24.388" v="26" actId="14100"/>
          <ac:spMkLst>
            <pc:docMk/>
            <pc:sldMk cId="2918330168" sldId="316"/>
            <ac:spMk id="23" creationId="{AB497F5B-7ACB-D1F3-7C01-34123C0D4B1E}"/>
          </ac:spMkLst>
        </pc:spChg>
        <pc:spChg chg="mod">
          <ac:chgData name="Nitesh Dambale(UST,IN)" userId="0d9d4688-c743-4e96-834f-739bb2fb66ab" providerId="ADAL" clId="{F7C105DF-FFF8-43BF-8AC5-78D0A3E8EFDB}" dt="2026-09-29T11:14:24.388" v="26" actId="14100"/>
          <ac:spMkLst>
            <pc:docMk/>
            <pc:sldMk cId="2918330168" sldId="316"/>
            <ac:spMk id="24" creationId="{612AB85D-9C0B-0204-3A79-C23A5E330CFC}"/>
          </ac:spMkLst>
        </pc:spChg>
        <pc:spChg chg="mod">
          <ac:chgData name="Nitesh Dambale(UST,IN)" userId="0d9d4688-c743-4e96-834f-739bb2fb66ab" providerId="ADAL" clId="{F7C105DF-FFF8-43BF-8AC5-78D0A3E8EFDB}" dt="2026-09-29T11:14:24.388" v="26" actId="14100"/>
          <ac:spMkLst>
            <pc:docMk/>
            <pc:sldMk cId="2918330168" sldId="316"/>
            <ac:spMk id="25" creationId="{9653BEEF-B6F6-C70F-87B8-F536086F326C}"/>
          </ac:spMkLst>
        </pc:spChg>
        <pc:spChg chg="mod">
          <ac:chgData name="Nitesh Dambale(UST,IN)" userId="0d9d4688-c743-4e96-834f-739bb2fb66ab" providerId="ADAL" clId="{F7C105DF-FFF8-43BF-8AC5-78D0A3E8EFDB}" dt="2026-09-29T11:14:24.388" v="26" actId="14100"/>
          <ac:spMkLst>
            <pc:docMk/>
            <pc:sldMk cId="2918330168" sldId="316"/>
            <ac:spMk id="27" creationId="{BCE3557C-D1C2-3AC2-148F-1737088194B1}"/>
          </ac:spMkLst>
        </pc:spChg>
        <pc:spChg chg="mod">
          <ac:chgData name="Nitesh Dambale(UST,IN)" userId="0d9d4688-c743-4e96-834f-739bb2fb66ab" providerId="ADAL" clId="{F7C105DF-FFF8-43BF-8AC5-78D0A3E8EFDB}" dt="2026-09-29T11:14:24.388" v="26" actId="14100"/>
          <ac:spMkLst>
            <pc:docMk/>
            <pc:sldMk cId="2918330168" sldId="316"/>
            <ac:spMk id="28" creationId="{D33BCAEB-3774-0082-277B-0551C281D44A}"/>
          </ac:spMkLst>
        </pc:spChg>
        <pc:spChg chg="mod">
          <ac:chgData name="Nitesh Dambale(UST,IN)" userId="0d9d4688-c743-4e96-834f-739bb2fb66ab" providerId="ADAL" clId="{F7C105DF-FFF8-43BF-8AC5-78D0A3E8EFDB}" dt="2026-09-29T11:14:24.388" v="26" actId="14100"/>
          <ac:spMkLst>
            <pc:docMk/>
            <pc:sldMk cId="2918330168" sldId="316"/>
            <ac:spMk id="29" creationId="{97C97275-E72F-BE3F-EDAE-95B10ADD8EFB}"/>
          </ac:spMkLst>
        </pc:spChg>
      </pc:sldChg>
      <pc:sldChg chg="modSp mod">
        <pc:chgData name="Nitesh Dambale(UST,IN)" userId="0d9d4688-c743-4e96-834f-739bb2fb66ab" providerId="ADAL" clId="{F7C105DF-FFF8-43BF-8AC5-78D0A3E8EFDB}" dt="2026-09-29T11:14:48.022" v="28" actId="14100"/>
        <pc:sldMkLst>
          <pc:docMk/>
          <pc:sldMk cId="3804427588" sldId="318"/>
        </pc:sldMkLst>
        <pc:spChg chg="mod">
          <ac:chgData name="Nitesh Dambale(UST,IN)" userId="0d9d4688-c743-4e96-834f-739bb2fb66ab" providerId="ADAL" clId="{F7C105DF-FFF8-43BF-8AC5-78D0A3E8EFDB}" dt="2026-09-29T11:14:48.022" v="28" actId="14100"/>
          <ac:spMkLst>
            <pc:docMk/>
            <pc:sldMk cId="3804427588" sldId="318"/>
            <ac:spMk id="18" creationId="{15D22800-6DFF-BAB9-93A9-CE1C9B00CED8}"/>
          </ac:spMkLst>
        </pc:spChg>
        <pc:spChg chg="mod">
          <ac:chgData name="Nitesh Dambale(UST,IN)" userId="0d9d4688-c743-4e96-834f-739bb2fb66ab" providerId="ADAL" clId="{F7C105DF-FFF8-43BF-8AC5-78D0A3E8EFDB}" dt="2026-09-29T11:14:48.022" v="28" actId="14100"/>
          <ac:spMkLst>
            <pc:docMk/>
            <pc:sldMk cId="3804427588" sldId="318"/>
            <ac:spMk id="19" creationId="{E72211B7-0F3B-555D-A622-3A9104B17F88}"/>
          </ac:spMkLst>
        </pc:spChg>
        <pc:spChg chg="mod">
          <ac:chgData name="Nitesh Dambale(UST,IN)" userId="0d9d4688-c743-4e96-834f-739bb2fb66ab" providerId="ADAL" clId="{F7C105DF-FFF8-43BF-8AC5-78D0A3E8EFDB}" dt="2026-09-29T11:14:48.022" v="28" actId="14100"/>
          <ac:spMkLst>
            <pc:docMk/>
            <pc:sldMk cId="3804427588" sldId="318"/>
            <ac:spMk id="20" creationId="{3D4D6A58-2E53-0ED1-86B8-F04F577626DB}"/>
          </ac:spMkLst>
        </pc:spChg>
        <pc:spChg chg="mod">
          <ac:chgData name="Nitesh Dambale(UST,IN)" userId="0d9d4688-c743-4e96-834f-739bb2fb66ab" providerId="ADAL" clId="{F7C105DF-FFF8-43BF-8AC5-78D0A3E8EFDB}" dt="2026-09-29T11:14:48.022" v="28" actId="14100"/>
          <ac:spMkLst>
            <pc:docMk/>
            <pc:sldMk cId="3804427588" sldId="318"/>
            <ac:spMk id="21" creationId="{1CC516C9-542A-8CE8-5D9D-D7647B7A77FB}"/>
          </ac:spMkLst>
        </pc:spChg>
        <pc:spChg chg="mod">
          <ac:chgData name="Nitesh Dambale(UST,IN)" userId="0d9d4688-c743-4e96-834f-739bb2fb66ab" providerId="ADAL" clId="{F7C105DF-FFF8-43BF-8AC5-78D0A3E8EFDB}" dt="2026-09-29T11:14:48.022" v="28" actId="14100"/>
          <ac:spMkLst>
            <pc:docMk/>
            <pc:sldMk cId="3804427588" sldId="318"/>
            <ac:spMk id="23" creationId="{DA8E8C95-CE0C-DE55-C4BB-52C061B339C6}"/>
          </ac:spMkLst>
        </pc:spChg>
        <pc:spChg chg="mod">
          <ac:chgData name="Nitesh Dambale(UST,IN)" userId="0d9d4688-c743-4e96-834f-739bb2fb66ab" providerId="ADAL" clId="{F7C105DF-FFF8-43BF-8AC5-78D0A3E8EFDB}" dt="2026-09-29T11:14:48.022" v="28" actId="14100"/>
          <ac:spMkLst>
            <pc:docMk/>
            <pc:sldMk cId="3804427588" sldId="318"/>
            <ac:spMk id="24" creationId="{925627E4-4F14-E8A0-6CF9-CBE953783105}"/>
          </ac:spMkLst>
        </pc:spChg>
        <pc:spChg chg="mod">
          <ac:chgData name="Nitesh Dambale(UST,IN)" userId="0d9d4688-c743-4e96-834f-739bb2fb66ab" providerId="ADAL" clId="{F7C105DF-FFF8-43BF-8AC5-78D0A3E8EFDB}" dt="2026-09-29T11:14:48.022" v="28" actId="14100"/>
          <ac:spMkLst>
            <pc:docMk/>
            <pc:sldMk cId="3804427588" sldId="318"/>
            <ac:spMk id="25" creationId="{A32C51F7-7F09-1131-9057-C007EB213E4B}"/>
          </ac:spMkLst>
        </pc:spChg>
        <pc:spChg chg="mod">
          <ac:chgData name="Nitesh Dambale(UST,IN)" userId="0d9d4688-c743-4e96-834f-739bb2fb66ab" providerId="ADAL" clId="{F7C105DF-FFF8-43BF-8AC5-78D0A3E8EFDB}" dt="2026-09-29T11:14:48.022" v="28" actId="14100"/>
          <ac:spMkLst>
            <pc:docMk/>
            <pc:sldMk cId="3804427588" sldId="318"/>
            <ac:spMk id="26" creationId="{525D2EA5-B0B5-C1DB-6461-C0E6A9949635}"/>
          </ac:spMkLst>
        </pc:spChg>
        <pc:spChg chg="mod">
          <ac:chgData name="Nitesh Dambale(UST,IN)" userId="0d9d4688-c743-4e96-834f-739bb2fb66ab" providerId="ADAL" clId="{F7C105DF-FFF8-43BF-8AC5-78D0A3E8EFDB}" dt="2026-09-29T11:14:48.022" v="28" actId="14100"/>
          <ac:spMkLst>
            <pc:docMk/>
            <pc:sldMk cId="3804427588" sldId="318"/>
            <ac:spMk id="27" creationId="{AFDA8B26-0CB7-308B-64FB-CAD22F43E9B8}"/>
          </ac:spMkLst>
        </pc:spChg>
        <pc:spChg chg="mod">
          <ac:chgData name="Nitesh Dambale(UST,IN)" userId="0d9d4688-c743-4e96-834f-739bb2fb66ab" providerId="ADAL" clId="{F7C105DF-FFF8-43BF-8AC5-78D0A3E8EFDB}" dt="2026-09-29T11:14:48.022" v="28" actId="14100"/>
          <ac:spMkLst>
            <pc:docMk/>
            <pc:sldMk cId="3804427588" sldId="318"/>
            <ac:spMk id="28" creationId="{5C8C4191-D7DE-7786-921A-78C909F4825F}"/>
          </ac:spMkLst>
        </pc:spChg>
      </pc:sldChg>
      <pc:sldChg chg="modSp mod">
        <pc:chgData name="Nitesh Dambale(UST,IN)" userId="0d9d4688-c743-4e96-834f-739bb2fb66ab" providerId="ADAL" clId="{F7C105DF-FFF8-43BF-8AC5-78D0A3E8EFDB}" dt="2026-09-29T11:14:57.372" v="30" actId="14100"/>
        <pc:sldMkLst>
          <pc:docMk/>
          <pc:sldMk cId="3043756366" sldId="320"/>
        </pc:sldMkLst>
        <pc:spChg chg="mod">
          <ac:chgData name="Nitesh Dambale(UST,IN)" userId="0d9d4688-c743-4e96-834f-739bb2fb66ab" providerId="ADAL" clId="{F7C105DF-FFF8-43BF-8AC5-78D0A3E8EFDB}" dt="2026-09-29T11:14:57.372" v="30" actId="14100"/>
          <ac:spMkLst>
            <pc:docMk/>
            <pc:sldMk cId="3043756366" sldId="320"/>
            <ac:spMk id="18" creationId="{0A8219A3-5348-3247-67E2-9D40368EE110}"/>
          </ac:spMkLst>
        </pc:spChg>
        <pc:spChg chg="mod">
          <ac:chgData name="Nitesh Dambale(UST,IN)" userId="0d9d4688-c743-4e96-834f-739bb2fb66ab" providerId="ADAL" clId="{F7C105DF-FFF8-43BF-8AC5-78D0A3E8EFDB}" dt="2026-09-29T11:14:57.372" v="30" actId="14100"/>
          <ac:spMkLst>
            <pc:docMk/>
            <pc:sldMk cId="3043756366" sldId="320"/>
            <ac:spMk id="19" creationId="{150405D0-D1D4-4925-24DC-0F3416A5F9D6}"/>
          </ac:spMkLst>
        </pc:spChg>
        <pc:spChg chg="mod">
          <ac:chgData name="Nitesh Dambale(UST,IN)" userId="0d9d4688-c743-4e96-834f-739bb2fb66ab" providerId="ADAL" clId="{F7C105DF-FFF8-43BF-8AC5-78D0A3E8EFDB}" dt="2026-09-29T11:14:57.372" v="30" actId="14100"/>
          <ac:spMkLst>
            <pc:docMk/>
            <pc:sldMk cId="3043756366" sldId="320"/>
            <ac:spMk id="20" creationId="{C856748A-093D-1CD8-752A-B1929565D8E7}"/>
          </ac:spMkLst>
        </pc:spChg>
        <pc:spChg chg="mod">
          <ac:chgData name="Nitesh Dambale(UST,IN)" userId="0d9d4688-c743-4e96-834f-739bb2fb66ab" providerId="ADAL" clId="{F7C105DF-FFF8-43BF-8AC5-78D0A3E8EFDB}" dt="2026-09-29T11:14:57.372" v="30" actId="14100"/>
          <ac:spMkLst>
            <pc:docMk/>
            <pc:sldMk cId="3043756366" sldId="320"/>
            <ac:spMk id="21" creationId="{79806F6B-6880-BB0C-A776-79DE1697B6FB}"/>
          </ac:spMkLst>
        </pc:spChg>
        <pc:spChg chg="mod">
          <ac:chgData name="Nitesh Dambale(UST,IN)" userId="0d9d4688-c743-4e96-834f-739bb2fb66ab" providerId="ADAL" clId="{F7C105DF-FFF8-43BF-8AC5-78D0A3E8EFDB}" dt="2026-09-29T11:14:57.372" v="30" actId="14100"/>
          <ac:spMkLst>
            <pc:docMk/>
            <pc:sldMk cId="3043756366" sldId="320"/>
            <ac:spMk id="24" creationId="{82D4445A-A000-9C62-B97C-78D3B9A2BB33}"/>
          </ac:spMkLst>
        </pc:spChg>
        <pc:spChg chg="mod">
          <ac:chgData name="Nitesh Dambale(UST,IN)" userId="0d9d4688-c743-4e96-834f-739bb2fb66ab" providerId="ADAL" clId="{F7C105DF-FFF8-43BF-8AC5-78D0A3E8EFDB}" dt="2026-09-29T11:14:57.372" v="30" actId="14100"/>
          <ac:spMkLst>
            <pc:docMk/>
            <pc:sldMk cId="3043756366" sldId="320"/>
            <ac:spMk id="25" creationId="{9CE25CC9-4D98-88F7-405B-31C4722C39AA}"/>
          </ac:spMkLst>
        </pc:spChg>
        <pc:spChg chg="mod">
          <ac:chgData name="Nitesh Dambale(UST,IN)" userId="0d9d4688-c743-4e96-834f-739bb2fb66ab" providerId="ADAL" clId="{F7C105DF-FFF8-43BF-8AC5-78D0A3E8EFDB}" dt="2026-09-29T11:14:57.372" v="30" actId="14100"/>
          <ac:spMkLst>
            <pc:docMk/>
            <pc:sldMk cId="3043756366" sldId="320"/>
            <ac:spMk id="26" creationId="{F51CFAA1-C93B-ABFC-33DA-E844F53C60E3}"/>
          </ac:spMkLst>
        </pc:spChg>
        <pc:spChg chg="mod">
          <ac:chgData name="Nitesh Dambale(UST,IN)" userId="0d9d4688-c743-4e96-834f-739bb2fb66ab" providerId="ADAL" clId="{F7C105DF-FFF8-43BF-8AC5-78D0A3E8EFDB}" dt="2026-09-29T11:14:57.372" v="30" actId="14100"/>
          <ac:spMkLst>
            <pc:docMk/>
            <pc:sldMk cId="3043756366" sldId="320"/>
            <ac:spMk id="27" creationId="{E2229B97-A4C1-0733-5007-F6262F72CE68}"/>
          </ac:spMkLst>
        </pc:spChg>
        <pc:spChg chg="mod">
          <ac:chgData name="Nitesh Dambale(UST,IN)" userId="0d9d4688-c743-4e96-834f-739bb2fb66ab" providerId="ADAL" clId="{F7C105DF-FFF8-43BF-8AC5-78D0A3E8EFDB}" dt="2026-09-29T11:14:57.372" v="30" actId="14100"/>
          <ac:spMkLst>
            <pc:docMk/>
            <pc:sldMk cId="3043756366" sldId="320"/>
            <ac:spMk id="28" creationId="{23059B29-8616-5093-CB2C-1E8858B12C47}"/>
          </ac:spMkLst>
        </pc:spChg>
        <pc:spChg chg="mod">
          <ac:chgData name="Nitesh Dambale(UST,IN)" userId="0d9d4688-c743-4e96-834f-739bb2fb66ab" providerId="ADAL" clId="{F7C105DF-FFF8-43BF-8AC5-78D0A3E8EFDB}" dt="2026-09-29T11:14:57.372" v="30" actId="14100"/>
          <ac:spMkLst>
            <pc:docMk/>
            <pc:sldMk cId="3043756366" sldId="320"/>
            <ac:spMk id="29" creationId="{ED59BC6B-63E1-F0BA-8BB3-3D37F4237B89}"/>
          </ac:spMkLst>
        </pc:spChg>
      </pc:sldChg>
      <pc:sldChg chg="modSp mod">
        <pc:chgData name="Nitesh Dambale(UST,IN)" userId="0d9d4688-c743-4e96-834f-739bb2fb66ab" providerId="ADAL" clId="{F7C105DF-FFF8-43BF-8AC5-78D0A3E8EFDB}" dt="2026-09-29T11:15:17.997" v="36" actId="14100"/>
        <pc:sldMkLst>
          <pc:docMk/>
          <pc:sldMk cId="2611548603" sldId="322"/>
        </pc:sldMkLst>
        <pc:spChg chg="mod">
          <ac:chgData name="Nitesh Dambale(UST,IN)" userId="0d9d4688-c743-4e96-834f-739bb2fb66ab" providerId="ADAL" clId="{F7C105DF-FFF8-43BF-8AC5-78D0A3E8EFDB}" dt="2026-09-29T11:15:17.997" v="36" actId="14100"/>
          <ac:spMkLst>
            <pc:docMk/>
            <pc:sldMk cId="2611548603" sldId="322"/>
            <ac:spMk id="18" creationId="{D7B32A57-B39E-280C-0DF1-6E9002841D9D}"/>
          </ac:spMkLst>
        </pc:spChg>
        <pc:spChg chg="mod">
          <ac:chgData name="Nitesh Dambale(UST,IN)" userId="0d9d4688-c743-4e96-834f-739bb2fb66ab" providerId="ADAL" clId="{F7C105DF-FFF8-43BF-8AC5-78D0A3E8EFDB}" dt="2026-09-29T11:15:17.997" v="36" actId="14100"/>
          <ac:spMkLst>
            <pc:docMk/>
            <pc:sldMk cId="2611548603" sldId="322"/>
            <ac:spMk id="19" creationId="{0E2CE17D-189B-5B3B-B2A7-5762EE335F7C}"/>
          </ac:spMkLst>
        </pc:spChg>
        <pc:spChg chg="mod">
          <ac:chgData name="Nitesh Dambale(UST,IN)" userId="0d9d4688-c743-4e96-834f-739bb2fb66ab" providerId="ADAL" clId="{F7C105DF-FFF8-43BF-8AC5-78D0A3E8EFDB}" dt="2026-09-29T11:15:17.997" v="36" actId="14100"/>
          <ac:spMkLst>
            <pc:docMk/>
            <pc:sldMk cId="2611548603" sldId="322"/>
            <ac:spMk id="21" creationId="{06A902DE-7450-84A2-E51D-4DA1A3601308}"/>
          </ac:spMkLst>
        </pc:spChg>
        <pc:spChg chg="mod">
          <ac:chgData name="Nitesh Dambale(UST,IN)" userId="0d9d4688-c743-4e96-834f-739bb2fb66ab" providerId="ADAL" clId="{F7C105DF-FFF8-43BF-8AC5-78D0A3E8EFDB}" dt="2026-09-29T11:15:17.997" v="36" actId="14100"/>
          <ac:spMkLst>
            <pc:docMk/>
            <pc:sldMk cId="2611548603" sldId="322"/>
            <ac:spMk id="22" creationId="{CAC7A84A-BEB1-D103-6289-70EB7D976585}"/>
          </ac:spMkLst>
        </pc:spChg>
        <pc:spChg chg="mod">
          <ac:chgData name="Nitesh Dambale(UST,IN)" userId="0d9d4688-c743-4e96-834f-739bb2fb66ab" providerId="ADAL" clId="{F7C105DF-FFF8-43BF-8AC5-78D0A3E8EFDB}" dt="2026-09-29T11:15:17.997" v="36" actId="14100"/>
          <ac:spMkLst>
            <pc:docMk/>
            <pc:sldMk cId="2611548603" sldId="322"/>
            <ac:spMk id="23" creationId="{F24D20A5-3729-E1A6-A326-926805A4B4B8}"/>
          </ac:spMkLst>
        </pc:spChg>
        <pc:spChg chg="mod">
          <ac:chgData name="Nitesh Dambale(UST,IN)" userId="0d9d4688-c743-4e96-834f-739bb2fb66ab" providerId="ADAL" clId="{F7C105DF-FFF8-43BF-8AC5-78D0A3E8EFDB}" dt="2026-09-29T11:15:17.997" v="36" actId="14100"/>
          <ac:spMkLst>
            <pc:docMk/>
            <pc:sldMk cId="2611548603" sldId="322"/>
            <ac:spMk id="24" creationId="{502A9BDB-C5FF-29BC-356D-6998FCCF812A}"/>
          </ac:spMkLst>
        </pc:spChg>
        <pc:spChg chg="mod">
          <ac:chgData name="Nitesh Dambale(UST,IN)" userId="0d9d4688-c743-4e96-834f-739bb2fb66ab" providerId="ADAL" clId="{F7C105DF-FFF8-43BF-8AC5-78D0A3E8EFDB}" dt="2026-09-29T11:15:17.997" v="36" actId="14100"/>
          <ac:spMkLst>
            <pc:docMk/>
            <pc:sldMk cId="2611548603" sldId="322"/>
            <ac:spMk id="25" creationId="{D15DD661-866A-5F2D-7941-D269879136FB}"/>
          </ac:spMkLst>
        </pc:spChg>
        <pc:spChg chg="mod">
          <ac:chgData name="Nitesh Dambale(UST,IN)" userId="0d9d4688-c743-4e96-834f-739bb2fb66ab" providerId="ADAL" clId="{F7C105DF-FFF8-43BF-8AC5-78D0A3E8EFDB}" dt="2026-09-29T11:15:17.997" v="36" actId="14100"/>
          <ac:spMkLst>
            <pc:docMk/>
            <pc:sldMk cId="2611548603" sldId="322"/>
            <ac:spMk id="27" creationId="{B80735D8-6F24-945A-910C-910B478B921F}"/>
          </ac:spMkLst>
        </pc:spChg>
        <pc:spChg chg="mod">
          <ac:chgData name="Nitesh Dambale(UST,IN)" userId="0d9d4688-c743-4e96-834f-739bb2fb66ab" providerId="ADAL" clId="{F7C105DF-FFF8-43BF-8AC5-78D0A3E8EFDB}" dt="2026-09-29T11:15:17.997" v="36" actId="14100"/>
          <ac:spMkLst>
            <pc:docMk/>
            <pc:sldMk cId="2611548603" sldId="322"/>
            <ac:spMk id="28" creationId="{8ADCEEC0-66C8-4A2F-C3B6-A50C37770732}"/>
          </ac:spMkLst>
        </pc:spChg>
        <pc:spChg chg="mod">
          <ac:chgData name="Nitesh Dambale(UST,IN)" userId="0d9d4688-c743-4e96-834f-739bb2fb66ab" providerId="ADAL" clId="{F7C105DF-FFF8-43BF-8AC5-78D0A3E8EFDB}" dt="2026-09-29T11:15:17.997" v="36" actId="14100"/>
          <ac:spMkLst>
            <pc:docMk/>
            <pc:sldMk cId="2611548603" sldId="322"/>
            <ac:spMk id="29" creationId="{71E6F953-61D7-ADBD-C7D1-E5F42242A55D}"/>
          </ac:spMkLst>
        </pc:spChg>
      </pc:sldChg>
      <pc:sldChg chg="modSp mod">
        <pc:chgData name="Nitesh Dambale(UST,IN)" userId="0d9d4688-c743-4e96-834f-739bb2fb66ab" providerId="ADAL" clId="{F7C105DF-FFF8-43BF-8AC5-78D0A3E8EFDB}" dt="2026-09-29T11:15:26.681" v="38" actId="14100"/>
        <pc:sldMkLst>
          <pc:docMk/>
          <pc:sldMk cId="1895767178" sldId="324"/>
        </pc:sldMkLst>
        <pc:spChg chg="mod">
          <ac:chgData name="Nitesh Dambale(UST,IN)" userId="0d9d4688-c743-4e96-834f-739bb2fb66ab" providerId="ADAL" clId="{F7C105DF-FFF8-43BF-8AC5-78D0A3E8EFDB}" dt="2026-09-29T11:15:26.681" v="38" actId="14100"/>
          <ac:spMkLst>
            <pc:docMk/>
            <pc:sldMk cId="1895767178" sldId="324"/>
            <ac:spMk id="18" creationId="{9C1A2FFC-FF92-B144-3A08-1513D62F0A72}"/>
          </ac:spMkLst>
        </pc:spChg>
        <pc:spChg chg="mod">
          <ac:chgData name="Nitesh Dambale(UST,IN)" userId="0d9d4688-c743-4e96-834f-739bb2fb66ab" providerId="ADAL" clId="{F7C105DF-FFF8-43BF-8AC5-78D0A3E8EFDB}" dt="2026-09-29T11:15:26.681" v="38" actId="14100"/>
          <ac:spMkLst>
            <pc:docMk/>
            <pc:sldMk cId="1895767178" sldId="324"/>
            <ac:spMk id="19" creationId="{C8552FC7-D146-09F8-7A5E-62B908ECE417}"/>
          </ac:spMkLst>
        </pc:spChg>
        <pc:spChg chg="mod">
          <ac:chgData name="Nitesh Dambale(UST,IN)" userId="0d9d4688-c743-4e96-834f-739bb2fb66ab" providerId="ADAL" clId="{F7C105DF-FFF8-43BF-8AC5-78D0A3E8EFDB}" dt="2026-09-29T11:15:26.681" v="38" actId="14100"/>
          <ac:spMkLst>
            <pc:docMk/>
            <pc:sldMk cId="1895767178" sldId="324"/>
            <ac:spMk id="20" creationId="{5E63D446-EF21-17B8-B4FB-23B92A294187}"/>
          </ac:spMkLst>
        </pc:spChg>
        <pc:spChg chg="mod">
          <ac:chgData name="Nitesh Dambale(UST,IN)" userId="0d9d4688-c743-4e96-834f-739bb2fb66ab" providerId="ADAL" clId="{F7C105DF-FFF8-43BF-8AC5-78D0A3E8EFDB}" dt="2026-09-29T11:15:26.681" v="38" actId="14100"/>
          <ac:spMkLst>
            <pc:docMk/>
            <pc:sldMk cId="1895767178" sldId="324"/>
            <ac:spMk id="21" creationId="{7E032839-085E-E262-6A98-FFDF70CED74E}"/>
          </ac:spMkLst>
        </pc:spChg>
        <pc:spChg chg="mod">
          <ac:chgData name="Nitesh Dambale(UST,IN)" userId="0d9d4688-c743-4e96-834f-739bb2fb66ab" providerId="ADAL" clId="{F7C105DF-FFF8-43BF-8AC5-78D0A3E8EFDB}" dt="2026-09-29T11:15:26.681" v="38" actId="14100"/>
          <ac:spMkLst>
            <pc:docMk/>
            <pc:sldMk cId="1895767178" sldId="324"/>
            <ac:spMk id="22" creationId="{FCD6152E-5D02-BCA7-D146-032B82064F9C}"/>
          </ac:spMkLst>
        </pc:spChg>
        <pc:spChg chg="mod">
          <ac:chgData name="Nitesh Dambale(UST,IN)" userId="0d9d4688-c743-4e96-834f-739bb2fb66ab" providerId="ADAL" clId="{F7C105DF-FFF8-43BF-8AC5-78D0A3E8EFDB}" dt="2026-09-29T11:15:26.681" v="38" actId="14100"/>
          <ac:spMkLst>
            <pc:docMk/>
            <pc:sldMk cId="1895767178" sldId="324"/>
            <ac:spMk id="23" creationId="{9B3066D6-1080-B3CB-2754-7CAFB0F91D85}"/>
          </ac:spMkLst>
        </pc:spChg>
        <pc:spChg chg="mod">
          <ac:chgData name="Nitesh Dambale(UST,IN)" userId="0d9d4688-c743-4e96-834f-739bb2fb66ab" providerId="ADAL" clId="{F7C105DF-FFF8-43BF-8AC5-78D0A3E8EFDB}" dt="2026-09-29T11:15:26.681" v="38" actId="14100"/>
          <ac:spMkLst>
            <pc:docMk/>
            <pc:sldMk cId="1895767178" sldId="324"/>
            <ac:spMk id="24" creationId="{0E88D35F-074D-74B2-F007-BAA6356F90A0}"/>
          </ac:spMkLst>
        </pc:spChg>
        <pc:spChg chg="mod">
          <ac:chgData name="Nitesh Dambale(UST,IN)" userId="0d9d4688-c743-4e96-834f-739bb2fb66ab" providerId="ADAL" clId="{F7C105DF-FFF8-43BF-8AC5-78D0A3E8EFDB}" dt="2026-09-29T11:15:26.681" v="38" actId="14100"/>
          <ac:spMkLst>
            <pc:docMk/>
            <pc:sldMk cId="1895767178" sldId="324"/>
            <ac:spMk id="25" creationId="{DBBDFE70-0440-ACC2-869D-2ADCFF67127A}"/>
          </ac:spMkLst>
        </pc:spChg>
        <pc:spChg chg="mod">
          <ac:chgData name="Nitesh Dambale(UST,IN)" userId="0d9d4688-c743-4e96-834f-739bb2fb66ab" providerId="ADAL" clId="{F7C105DF-FFF8-43BF-8AC5-78D0A3E8EFDB}" dt="2026-09-29T11:15:26.681" v="38" actId="14100"/>
          <ac:spMkLst>
            <pc:docMk/>
            <pc:sldMk cId="1895767178" sldId="324"/>
            <ac:spMk id="26" creationId="{011EEC13-144D-D3EF-AB49-A00754D23F4A}"/>
          </ac:spMkLst>
        </pc:spChg>
        <pc:spChg chg="mod">
          <ac:chgData name="Nitesh Dambale(UST,IN)" userId="0d9d4688-c743-4e96-834f-739bb2fb66ab" providerId="ADAL" clId="{F7C105DF-FFF8-43BF-8AC5-78D0A3E8EFDB}" dt="2026-09-29T11:15:26.681" v="38" actId="14100"/>
          <ac:spMkLst>
            <pc:docMk/>
            <pc:sldMk cId="1895767178" sldId="324"/>
            <ac:spMk id="28" creationId="{53F4A555-9E6D-BE5C-1CFB-050039A2D35A}"/>
          </ac:spMkLst>
        </pc:spChg>
      </pc:sldChg>
      <pc:sldChg chg="modSp mod">
        <pc:chgData name="Nitesh Dambale(UST,IN)" userId="0d9d4688-c743-4e96-834f-739bb2fb66ab" providerId="ADAL" clId="{F7C105DF-FFF8-43BF-8AC5-78D0A3E8EFDB}" dt="2026-09-29T11:15:36.929" v="40" actId="14100"/>
        <pc:sldMkLst>
          <pc:docMk/>
          <pc:sldMk cId="584866546" sldId="326"/>
        </pc:sldMkLst>
        <pc:spChg chg="mod">
          <ac:chgData name="Nitesh Dambale(UST,IN)" userId="0d9d4688-c743-4e96-834f-739bb2fb66ab" providerId="ADAL" clId="{F7C105DF-FFF8-43BF-8AC5-78D0A3E8EFDB}" dt="2026-09-29T11:15:36.929" v="40" actId="14100"/>
          <ac:spMkLst>
            <pc:docMk/>
            <pc:sldMk cId="584866546" sldId="326"/>
            <ac:spMk id="18" creationId="{4C3E4669-4A89-8824-AD8A-F2AD994FC2F5}"/>
          </ac:spMkLst>
        </pc:spChg>
        <pc:spChg chg="mod">
          <ac:chgData name="Nitesh Dambale(UST,IN)" userId="0d9d4688-c743-4e96-834f-739bb2fb66ab" providerId="ADAL" clId="{F7C105DF-FFF8-43BF-8AC5-78D0A3E8EFDB}" dt="2026-09-29T11:15:36.929" v="40" actId="14100"/>
          <ac:spMkLst>
            <pc:docMk/>
            <pc:sldMk cId="584866546" sldId="326"/>
            <ac:spMk id="19" creationId="{EEE11D9A-A759-8D9C-D727-6F473E2B87D5}"/>
          </ac:spMkLst>
        </pc:spChg>
        <pc:spChg chg="mod">
          <ac:chgData name="Nitesh Dambale(UST,IN)" userId="0d9d4688-c743-4e96-834f-739bb2fb66ab" providerId="ADAL" clId="{F7C105DF-FFF8-43BF-8AC5-78D0A3E8EFDB}" dt="2026-09-29T11:15:36.929" v="40" actId="14100"/>
          <ac:spMkLst>
            <pc:docMk/>
            <pc:sldMk cId="584866546" sldId="326"/>
            <ac:spMk id="20" creationId="{2284548B-BA78-4087-0368-0F215F7DD5F1}"/>
          </ac:spMkLst>
        </pc:spChg>
        <pc:spChg chg="mod">
          <ac:chgData name="Nitesh Dambale(UST,IN)" userId="0d9d4688-c743-4e96-834f-739bb2fb66ab" providerId="ADAL" clId="{F7C105DF-FFF8-43BF-8AC5-78D0A3E8EFDB}" dt="2026-09-29T11:15:36.929" v="40" actId="14100"/>
          <ac:spMkLst>
            <pc:docMk/>
            <pc:sldMk cId="584866546" sldId="326"/>
            <ac:spMk id="21" creationId="{BEA4BE33-B964-8B3A-570E-61A96737A985}"/>
          </ac:spMkLst>
        </pc:spChg>
        <pc:spChg chg="mod">
          <ac:chgData name="Nitesh Dambale(UST,IN)" userId="0d9d4688-c743-4e96-834f-739bb2fb66ab" providerId="ADAL" clId="{F7C105DF-FFF8-43BF-8AC5-78D0A3E8EFDB}" dt="2026-09-29T11:15:36.929" v="40" actId="14100"/>
          <ac:spMkLst>
            <pc:docMk/>
            <pc:sldMk cId="584866546" sldId="326"/>
            <ac:spMk id="22" creationId="{1184CB16-2467-E67E-8921-A2137E762F47}"/>
          </ac:spMkLst>
        </pc:spChg>
        <pc:spChg chg="mod">
          <ac:chgData name="Nitesh Dambale(UST,IN)" userId="0d9d4688-c743-4e96-834f-739bb2fb66ab" providerId="ADAL" clId="{F7C105DF-FFF8-43BF-8AC5-78D0A3E8EFDB}" dt="2026-09-29T11:15:36.929" v="40" actId="14100"/>
          <ac:spMkLst>
            <pc:docMk/>
            <pc:sldMk cId="584866546" sldId="326"/>
            <ac:spMk id="23" creationId="{CF2ED569-040D-7D5B-3FC9-974DF6B55CC8}"/>
          </ac:spMkLst>
        </pc:spChg>
        <pc:spChg chg="mod">
          <ac:chgData name="Nitesh Dambale(UST,IN)" userId="0d9d4688-c743-4e96-834f-739bb2fb66ab" providerId="ADAL" clId="{F7C105DF-FFF8-43BF-8AC5-78D0A3E8EFDB}" dt="2026-09-29T11:15:36.929" v="40" actId="14100"/>
          <ac:spMkLst>
            <pc:docMk/>
            <pc:sldMk cId="584866546" sldId="326"/>
            <ac:spMk id="24" creationId="{E971FCE4-86C5-14A2-5632-FD6FE20D1A28}"/>
          </ac:spMkLst>
        </pc:spChg>
        <pc:spChg chg="mod">
          <ac:chgData name="Nitesh Dambale(UST,IN)" userId="0d9d4688-c743-4e96-834f-739bb2fb66ab" providerId="ADAL" clId="{F7C105DF-FFF8-43BF-8AC5-78D0A3E8EFDB}" dt="2026-09-29T11:15:36.929" v="40" actId="14100"/>
          <ac:spMkLst>
            <pc:docMk/>
            <pc:sldMk cId="584866546" sldId="326"/>
            <ac:spMk id="25" creationId="{E7E1AF4E-308D-98B9-B063-FE6442FF6087}"/>
          </ac:spMkLst>
        </pc:spChg>
        <pc:spChg chg="mod">
          <ac:chgData name="Nitesh Dambale(UST,IN)" userId="0d9d4688-c743-4e96-834f-739bb2fb66ab" providerId="ADAL" clId="{F7C105DF-FFF8-43BF-8AC5-78D0A3E8EFDB}" dt="2026-09-29T11:15:36.929" v="40" actId="14100"/>
          <ac:spMkLst>
            <pc:docMk/>
            <pc:sldMk cId="584866546" sldId="326"/>
            <ac:spMk id="27" creationId="{45C10A37-C8AF-B923-BCD8-05E6BCBB28FA}"/>
          </ac:spMkLst>
        </pc:spChg>
        <pc:spChg chg="mod">
          <ac:chgData name="Nitesh Dambale(UST,IN)" userId="0d9d4688-c743-4e96-834f-739bb2fb66ab" providerId="ADAL" clId="{F7C105DF-FFF8-43BF-8AC5-78D0A3E8EFDB}" dt="2026-09-29T11:15:36.929" v="40" actId="14100"/>
          <ac:spMkLst>
            <pc:docMk/>
            <pc:sldMk cId="584866546" sldId="326"/>
            <ac:spMk id="28" creationId="{5F4B98F8-1D27-736B-E08B-533F73282A58}"/>
          </ac:spMkLst>
        </pc:spChg>
      </pc:sldChg>
      <pc:sldChg chg="modSp mod">
        <pc:chgData name="Nitesh Dambale(UST,IN)" userId="0d9d4688-c743-4e96-834f-739bb2fb66ab" providerId="ADAL" clId="{F7C105DF-FFF8-43BF-8AC5-78D0A3E8EFDB}" dt="2026-09-29T11:15:58.957" v="42" actId="14100"/>
        <pc:sldMkLst>
          <pc:docMk/>
          <pc:sldMk cId="2430169312" sldId="328"/>
        </pc:sldMkLst>
        <pc:spChg chg="mod">
          <ac:chgData name="Nitesh Dambale(UST,IN)" userId="0d9d4688-c743-4e96-834f-739bb2fb66ab" providerId="ADAL" clId="{F7C105DF-FFF8-43BF-8AC5-78D0A3E8EFDB}" dt="2026-09-29T11:15:58.957" v="42" actId="14100"/>
          <ac:spMkLst>
            <pc:docMk/>
            <pc:sldMk cId="2430169312" sldId="328"/>
            <ac:spMk id="18" creationId="{9200BBF9-82CA-C272-C9BC-E761E141CF8E}"/>
          </ac:spMkLst>
        </pc:spChg>
        <pc:spChg chg="mod">
          <ac:chgData name="Nitesh Dambale(UST,IN)" userId="0d9d4688-c743-4e96-834f-739bb2fb66ab" providerId="ADAL" clId="{F7C105DF-FFF8-43BF-8AC5-78D0A3E8EFDB}" dt="2026-09-29T11:15:58.957" v="42" actId="14100"/>
          <ac:spMkLst>
            <pc:docMk/>
            <pc:sldMk cId="2430169312" sldId="328"/>
            <ac:spMk id="21" creationId="{A6076BEA-354A-F80E-379F-E9BB4AB46313}"/>
          </ac:spMkLst>
        </pc:spChg>
        <pc:spChg chg="mod">
          <ac:chgData name="Nitesh Dambale(UST,IN)" userId="0d9d4688-c743-4e96-834f-739bb2fb66ab" providerId="ADAL" clId="{F7C105DF-FFF8-43BF-8AC5-78D0A3E8EFDB}" dt="2026-09-29T11:15:58.957" v="42" actId="14100"/>
          <ac:spMkLst>
            <pc:docMk/>
            <pc:sldMk cId="2430169312" sldId="328"/>
            <ac:spMk id="22" creationId="{3DBC6E40-F801-DE81-753A-A0DFB454A78D}"/>
          </ac:spMkLst>
        </pc:spChg>
        <pc:spChg chg="mod">
          <ac:chgData name="Nitesh Dambale(UST,IN)" userId="0d9d4688-c743-4e96-834f-739bb2fb66ab" providerId="ADAL" clId="{F7C105DF-FFF8-43BF-8AC5-78D0A3E8EFDB}" dt="2026-09-29T11:15:58.957" v="42" actId="14100"/>
          <ac:spMkLst>
            <pc:docMk/>
            <pc:sldMk cId="2430169312" sldId="328"/>
            <ac:spMk id="23" creationId="{073398A9-D58E-DBE6-BF70-BFC64AF1C8A7}"/>
          </ac:spMkLst>
        </pc:spChg>
        <pc:spChg chg="mod">
          <ac:chgData name="Nitesh Dambale(UST,IN)" userId="0d9d4688-c743-4e96-834f-739bb2fb66ab" providerId="ADAL" clId="{F7C105DF-FFF8-43BF-8AC5-78D0A3E8EFDB}" dt="2026-09-29T11:15:58.957" v="42" actId="14100"/>
          <ac:spMkLst>
            <pc:docMk/>
            <pc:sldMk cId="2430169312" sldId="328"/>
            <ac:spMk id="24" creationId="{C3CC8825-5824-87E2-4D89-A2BA32BB3CEF}"/>
          </ac:spMkLst>
        </pc:spChg>
        <pc:spChg chg="mod">
          <ac:chgData name="Nitesh Dambale(UST,IN)" userId="0d9d4688-c743-4e96-834f-739bb2fb66ab" providerId="ADAL" clId="{F7C105DF-FFF8-43BF-8AC5-78D0A3E8EFDB}" dt="2026-09-29T11:15:58.957" v="42" actId="14100"/>
          <ac:spMkLst>
            <pc:docMk/>
            <pc:sldMk cId="2430169312" sldId="328"/>
            <ac:spMk id="25" creationId="{551841E2-E842-8B57-F8ED-F2AA9F0F340B}"/>
          </ac:spMkLst>
        </pc:spChg>
        <pc:spChg chg="mod">
          <ac:chgData name="Nitesh Dambale(UST,IN)" userId="0d9d4688-c743-4e96-834f-739bb2fb66ab" providerId="ADAL" clId="{F7C105DF-FFF8-43BF-8AC5-78D0A3E8EFDB}" dt="2026-09-29T11:15:58.957" v="42" actId="14100"/>
          <ac:spMkLst>
            <pc:docMk/>
            <pc:sldMk cId="2430169312" sldId="328"/>
            <ac:spMk id="26" creationId="{683A1153-3717-2F79-F5CB-1F6AA125D5C4}"/>
          </ac:spMkLst>
        </pc:spChg>
        <pc:spChg chg="mod">
          <ac:chgData name="Nitesh Dambale(UST,IN)" userId="0d9d4688-c743-4e96-834f-739bb2fb66ab" providerId="ADAL" clId="{F7C105DF-FFF8-43BF-8AC5-78D0A3E8EFDB}" dt="2026-09-29T11:15:58.957" v="42" actId="14100"/>
          <ac:spMkLst>
            <pc:docMk/>
            <pc:sldMk cId="2430169312" sldId="328"/>
            <ac:spMk id="27" creationId="{4784E5CD-2BAF-6329-AACF-808EBC8E2439}"/>
          </ac:spMkLst>
        </pc:spChg>
        <pc:spChg chg="mod">
          <ac:chgData name="Nitesh Dambale(UST,IN)" userId="0d9d4688-c743-4e96-834f-739bb2fb66ab" providerId="ADAL" clId="{F7C105DF-FFF8-43BF-8AC5-78D0A3E8EFDB}" dt="2026-09-29T11:15:58.957" v="42" actId="14100"/>
          <ac:spMkLst>
            <pc:docMk/>
            <pc:sldMk cId="2430169312" sldId="328"/>
            <ac:spMk id="28" creationId="{3B8476BF-2C4F-6585-0E4C-ECCAE68998E9}"/>
          </ac:spMkLst>
        </pc:spChg>
        <pc:spChg chg="mod">
          <ac:chgData name="Nitesh Dambale(UST,IN)" userId="0d9d4688-c743-4e96-834f-739bb2fb66ab" providerId="ADAL" clId="{F7C105DF-FFF8-43BF-8AC5-78D0A3E8EFDB}" dt="2026-09-29T11:15:58.957" v="42" actId="14100"/>
          <ac:spMkLst>
            <pc:docMk/>
            <pc:sldMk cId="2430169312" sldId="328"/>
            <ac:spMk id="29" creationId="{CCE827E0-6D7A-6C64-DED6-7D7EB008DA99}"/>
          </ac:spMkLst>
        </pc:spChg>
      </pc:sldChg>
      <pc:sldChg chg="modSp mod">
        <pc:chgData name="Nitesh Dambale(UST,IN)" userId="0d9d4688-c743-4e96-834f-739bb2fb66ab" providerId="ADAL" clId="{F7C105DF-FFF8-43BF-8AC5-78D0A3E8EFDB}" dt="2026-09-29T11:16:07.306" v="44" actId="14100"/>
        <pc:sldMkLst>
          <pc:docMk/>
          <pc:sldMk cId="52372696" sldId="330"/>
        </pc:sldMkLst>
        <pc:spChg chg="mod">
          <ac:chgData name="Nitesh Dambale(UST,IN)" userId="0d9d4688-c743-4e96-834f-739bb2fb66ab" providerId="ADAL" clId="{F7C105DF-FFF8-43BF-8AC5-78D0A3E8EFDB}" dt="2026-09-29T11:16:07.306" v="44" actId="14100"/>
          <ac:spMkLst>
            <pc:docMk/>
            <pc:sldMk cId="52372696" sldId="330"/>
            <ac:spMk id="18" creationId="{ABF09B57-3240-B019-954C-B476C9228B0F}"/>
          </ac:spMkLst>
        </pc:spChg>
        <pc:spChg chg="mod">
          <ac:chgData name="Nitesh Dambale(UST,IN)" userId="0d9d4688-c743-4e96-834f-739bb2fb66ab" providerId="ADAL" clId="{F7C105DF-FFF8-43BF-8AC5-78D0A3E8EFDB}" dt="2026-09-29T11:16:07.306" v="44" actId="14100"/>
          <ac:spMkLst>
            <pc:docMk/>
            <pc:sldMk cId="52372696" sldId="330"/>
            <ac:spMk id="19" creationId="{B5A177CA-6ACA-DCDC-D0D4-AB7335F6936F}"/>
          </ac:spMkLst>
        </pc:spChg>
        <pc:spChg chg="mod">
          <ac:chgData name="Nitesh Dambale(UST,IN)" userId="0d9d4688-c743-4e96-834f-739bb2fb66ab" providerId="ADAL" clId="{F7C105DF-FFF8-43BF-8AC5-78D0A3E8EFDB}" dt="2026-09-29T11:16:07.306" v="44" actId="14100"/>
          <ac:spMkLst>
            <pc:docMk/>
            <pc:sldMk cId="52372696" sldId="330"/>
            <ac:spMk id="20" creationId="{3400264C-1339-B64F-F345-001DE13D0BCC}"/>
          </ac:spMkLst>
        </pc:spChg>
        <pc:spChg chg="mod">
          <ac:chgData name="Nitesh Dambale(UST,IN)" userId="0d9d4688-c743-4e96-834f-739bb2fb66ab" providerId="ADAL" clId="{F7C105DF-FFF8-43BF-8AC5-78D0A3E8EFDB}" dt="2026-09-29T11:16:07.306" v="44" actId="14100"/>
          <ac:spMkLst>
            <pc:docMk/>
            <pc:sldMk cId="52372696" sldId="330"/>
            <ac:spMk id="21" creationId="{0C2DE5E8-DAA2-ACF6-E102-8125365143E5}"/>
          </ac:spMkLst>
        </pc:spChg>
        <pc:spChg chg="mod">
          <ac:chgData name="Nitesh Dambale(UST,IN)" userId="0d9d4688-c743-4e96-834f-739bb2fb66ab" providerId="ADAL" clId="{F7C105DF-FFF8-43BF-8AC5-78D0A3E8EFDB}" dt="2026-09-29T11:16:07.306" v="44" actId="14100"/>
          <ac:spMkLst>
            <pc:docMk/>
            <pc:sldMk cId="52372696" sldId="330"/>
            <ac:spMk id="22" creationId="{A9BBB4E1-B49D-6451-CDD5-4A29EA604E16}"/>
          </ac:spMkLst>
        </pc:spChg>
        <pc:spChg chg="mod">
          <ac:chgData name="Nitesh Dambale(UST,IN)" userId="0d9d4688-c743-4e96-834f-739bb2fb66ab" providerId="ADAL" clId="{F7C105DF-FFF8-43BF-8AC5-78D0A3E8EFDB}" dt="2026-09-29T11:16:07.306" v="44" actId="14100"/>
          <ac:spMkLst>
            <pc:docMk/>
            <pc:sldMk cId="52372696" sldId="330"/>
            <ac:spMk id="23" creationId="{447481D3-6E04-D8EC-D056-170005872EE0}"/>
          </ac:spMkLst>
        </pc:spChg>
        <pc:spChg chg="mod">
          <ac:chgData name="Nitesh Dambale(UST,IN)" userId="0d9d4688-c743-4e96-834f-739bb2fb66ab" providerId="ADAL" clId="{F7C105DF-FFF8-43BF-8AC5-78D0A3E8EFDB}" dt="2026-09-29T11:16:07.306" v="44" actId="14100"/>
          <ac:spMkLst>
            <pc:docMk/>
            <pc:sldMk cId="52372696" sldId="330"/>
            <ac:spMk id="24" creationId="{73A38487-562E-8CE2-FF6E-D182B7F9809B}"/>
          </ac:spMkLst>
        </pc:spChg>
        <pc:spChg chg="mod">
          <ac:chgData name="Nitesh Dambale(UST,IN)" userId="0d9d4688-c743-4e96-834f-739bb2fb66ab" providerId="ADAL" clId="{F7C105DF-FFF8-43BF-8AC5-78D0A3E8EFDB}" dt="2026-09-29T11:16:07.306" v="44" actId="14100"/>
          <ac:spMkLst>
            <pc:docMk/>
            <pc:sldMk cId="52372696" sldId="330"/>
            <ac:spMk id="26" creationId="{32BF7372-555D-1A66-0A52-8A6481923E8F}"/>
          </ac:spMkLst>
        </pc:spChg>
        <pc:spChg chg="mod">
          <ac:chgData name="Nitesh Dambale(UST,IN)" userId="0d9d4688-c743-4e96-834f-739bb2fb66ab" providerId="ADAL" clId="{F7C105DF-FFF8-43BF-8AC5-78D0A3E8EFDB}" dt="2026-09-29T11:16:07.306" v="44" actId="14100"/>
          <ac:spMkLst>
            <pc:docMk/>
            <pc:sldMk cId="52372696" sldId="330"/>
            <ac:spMk id="27" creationId="{44B0267C-0863-E7DA-7B47-957564D38D77}"/>
          </ac:spMkLst>
        </pc:spChg>
        <pc:spChg chg="mod">
          <ac:chgData name="Nitesh Dambale(UST,IN)" userId="0d9d4688-c743-4e96-834f-739bb2fb66ab" providerId="ADAL" clId="{F7C105DF-FFF8-43BF-8AC5-78D0A3E8EFDB}" dt="2026-09-29T11:16:07.306" v="44" actId="14100"/>
          <ac:spMkLst>
            <pc:docMk/>
            <pc:sldMk cId="52372696" sldId="330"/>
            <ac:spMk id="29" creationId="{76754977-C22A-BC41-343E-0BC74B44440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9E1809-4F54-4C5D-AF85-719C552B7BC3}"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4B5F80-1C13-40A2-AB94-678F7143F877}" type="slidenum">
              <a:rPr lang="en-IN" smtClean="0"/>
              <a:t>‹#›</a:t>
            </a:fld>
            <a:endParaRPr lang="en-IN"/>
          </a:p>
        </p:txBody>
      </p:sp>
    </p:spTree>
    <p:extLst>
      <p:ext uri="{BB962C8B-B14F-4D97-AF65-F5344CB8AC3E}">
        <p14:creationId xmlns:p14="http://schemas.microsoft.com/office/powerpoint/2010/main" val="1836540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mailto:mailto:brand@ust.com"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www.youtube.com/ustglobalweb" TargetMode="External"/><Relationship Id="rId7" Type="http://schemas.openxmlformats.org/officeDocument/2006/relationships/image" Target="../media/image2.emf"/><Relationship Id="rId2" Type="http://schemas.openxmlformats.org/officeDocument/2006/relationships/hyperlink" Target="https://www.facebook.com/USTGlobal" TargetMode="External"/><Relationship Id="rId1" Type="http://schemas.openxmlformats.org/officeDocument/2006/relationships/slideMaster" Target="../slideMasters/slideMaster1.xml"/><Relationship Id="rId6" Type="http://schemas.openxmlformats.org/officeDocument/2006/relationships/image" Target="../media/image1.emf"/><Relationship Id="rId5" Type="http://schemas.openxmlformats.org/officeDocument/2006/relationships/hyperlink" Target="https://twitter.com/USTGlobal" TargetMode="External"/><Relationship Id="rId4" Type="http://schemas.openxmlformats.org/officeDocument/2006/relationships/hyperlink" Target="http://www.linkedin.com/company/ust-global"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hyperlink" Target="mailto:mailto:brand@ust.com" TargetMode="External"/><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3" Type="http://schemas.openxmlformats.org/officeDocument/2006/relationships/hyperlink" Target="http://www.youtube.com/ustglobalweb" TargetMode="External"/><Relationship Id="rId7" Type="http://schemas.openxmlformats.org/officeDocument/2006/relationships/image" Target="../media/image2.emf"/><Relationship Id="rId2" Type="http://schemas.openxmlformats.org/officeDocument/2006/relationships/hyperlink" Target="https://www.facebook.com/USTGlobal" TargetMode="External"/><Relationship Id="rId1" Type="http://schemas.openxmlformats.org/officeDocument/2006/relationships/slideMaster" Target="../slideMasters/slideMaster2.xml"/><Relationship Id="rId6" Type="http://schemas.openxmlformats.org/officeDocument/2006/relationships/image" Target="../media/image1.emf"/><Relationship Id="rId5" Type="http://schemas.openxmlformats.org/officeDocument/2006/relationships/hyperlink" Target="https://twitter.com/USTGlobal" TargetMode="External"/><Relationship Id="rId4" Type="http://schemas.openxmlformats.org/officeDocument/2006/relationships/hyperlink" Target="http://www.linkedin.com/company/ust-global" TargetMode="Externa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2" Type="http://schemas.openxmlformats.org/officeDocument/2006/relationships/hyperlink" Target="mailto:mailto:brand@ust.com" TargetMode="External"/><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jpe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143.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3" Type="http://schemas.openxmlformats.org/officeDocument/2006/relationships/hyperlink" Target="http://www.youtube.com/ustglobalweb" TargetMode="External"/><Relationship Id="rId7" Type="http://schemas.openxmlformats.org/officeDocument/2006/relationships/image" Target="../media/image2.emf"/><Relationship Id="rId2" Type="http://schemas.openxmlformats.org/officeDocument/2006/relationships/hyperlink" Target="https://www.facebook.com/USTGlobal" TargetMode="External"/><Relationship Id="rId1" Type="http://schemas.openxmlformats.org/officeDocument/2006/relationships/slideMaster" Target="../slideMasters/slideMaster2.xml"/><Relationship Id="rId6" Type="http://schemas.openxmlformats.org/officeDocument/2006/relationships/image" Target="../media/image1.emf"/><Relationship Id="rId5" Type="http://schemas.openxmlformats.org/officeDocument/2006/relationships/hyperlink" Target="https://twitter.com/USTGlobal" TargetMode="External"/><Relationship Id="rId4" Type="http://schemas.openxmlformats.org/officeDocument/2006/relationships/hyperlink" Target="http://www.linkedin.com/company/ust-global" TargetMode="Externa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5_UST Overview Black">
    <p:bg>
      <p:bgRef idx="1001">
        <a:schemeClr val="bg1"/>
      </p:bgRef>
    </p:bg>
    <p:spTree>
      <p:nvGrpSpPr>
        <p:cNvPr id="1" name=""/>
        <p:cNvGrpSpPr/>
        <p:nvPr/>
      </p:nvGrpSpPr>
      <p:grpSpPr>
        <a:xfrm>
          <a:off x="0" y="0"/>
          <a:ext cx="0" cy="0"/>
          <a:chOff x="0" y="0"/>
          <a:chExt cx="0" cy="0"/>
        </a:xfrm>
      </p:grpSpPr>
      <p:sp>
        <p:nvSpPr>
          <p:cNvPr id="2" name="UST" descr="UST">
            <a:extLst>
              <a:ext uri="{FF2B5EF4-FFF2-40B4-BE49-F238E27FC236}">
                <a16:creationId xmlns:a16="http://schemas.microsoft.com/office/drawing/2014/main" id="{A9B80E6A-98A9-DE7B-69EF-04A3D695D129}"/>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Aptos Light" panose="020B0004020202020204" pitchFamily="34" charset="0"/>
            </a:endParaRPr>
          </a:p>
        </p:txBody>
      </p:sp>
      <p:sp>
        <p:nvSpPr>
          <p:cNvPr id="3" name="Legal">
            <a:extLst>
              <a:ext uri="{FF2B5EF4-FFF2-40B4-BE49-F238E27FC236}">
                <a16:creationId xmlns:a16="http://schemas.microsoft.com/office/drawing/2014/main" id="{CA11EB86-C168-20FD-F6D8-F5605DD74D29}"/>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4" name="Slide Number Placeholder 10">
            <a:extLst>
              <a:ext uri="{FF2B5EF4-FFF2-40B4-BE49-F238E27FC236}">
                <a16:creationId xmlns:a16="http://schemas.microsoft.com/office/drawing/2014/main" id="{A4E325E2-890A-DC6B-2FFC-563ECB5DACB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21003986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9" name="UST" descr="UST">
            <a:extLst>
              <a:ext uri="{FF2B5EF4-FFF2-40B4-BE49-F238E27FC236}">
                <a16:creationId xmlns:a16="http://schemas.microsoft.com/office/drawing/2014/main" id="{6F560B5D-F430-7088-D59F-7B7BA25ED293}"/>
              </a:ext>
            </a:extLst>
          </p:cNvPr>
          <p:cNvSpPr>
            <a:spLocks noChangeAspect="1" noEditPoints="1"/>
          </p:cNvSpPr>
          <p:nvPr/>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cxnSp>
        <p:nvCxnSpPr>
          <p:cNvPr id="11" name="Straight Connector 10">
            <a:extLst>
              <a:ext uri="{FF2B5EF4-FFF2-40B4-BE49-F238E27FC236}">
                <a16:creationId xmlns:a16="http://schemas.microsoft.com/office/drawing/2014/main" id="{7DE9729B-D502-0D7F-154E-21A46B3FCB08}"/>
              </a:ext>
            </a:extLst>
          </p:cNvPr>
          <p:cNvCxnSpPr>
            <a:cxnSpLocks/>
          </p:cNvCxnSpPr>
          <p:nvPr/>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14941649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with Photo 2">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6989128" y="3192779"/>
            <a:ext cx="4389385" cy="2845003"/>
          </a:xfrm>
        </p:spPr>
        <p:txBody>
          <a:bodyPr>
            <a:noAutofit/>
          </a:bodyPr>
          <a:lstStyle>
            <a:lvl1pPr marL="0" marR="0" indent="0" algn="l" defTabSz="914400" rtl="0" eaLnBrk="1" fontAlgn="auto" latinLnBrk="0" hangingPunct="1">
              <a:lnSpc>
                <a:spcPct val="100000"/>
              </a:lnSpc>
              <a:spcBef>
                <a:spcPts val="0"/>
              </a:spcBef>
              <a:spcAft>
                <a:spcPts val="600"/>
              </a:spcAft>
              <a:buClrTx/>
              <a:buSzTx/>
              <a:buFontTx/>
              <a:buNone/>
              <a:tabLst>
                <a:tab pos="5254625" algn="r"/>
              </a:tabLst>
              <a:defRPr sz="1600"/>
            </a:lvl1pPr>
            <a:lvl2pPr marL="182880" indent="0">
              <a:spcBef>
                <a:spcPts val="0"/>
              </a:spcBef>
              <a:spcAft>
                <a:spcPts val="600"/>
              </a:spcAft>
              <a:buNone/>
              <a:defRPr sz="1600"/>
            </a:lvl2pPr>
            <a:lvl3pPr marL="365760" indent="0">
              <a:buNone/>
              <a:defRPr/>
            </a:lvl3pPr>
            <a:lvl4pPr marL="548640" indent="0">
              <a:buNone/>
              <a:defRPr/>
            </a:lvl4pPr>
            <a:lvl5pPr marL="731520" indent="0">
              <a:buNone/>
              <a:defRPr/>
            </a:lvl5pPr>
          </a:lstStyle>
          <a:p>
            <a:r>
              <a:rPr lang="en-US"/>
              <a:t>Agenda items are Aptos Regular 16pt	00</a:t>
            </a:r>
          </a:p>
          <a:p>
            <a:pPr marL="468630" lvl="1" indent="-285750">
              <a:buFont typeface="Wingdings" pitchFamily="2" charset="2"/>
              <a:buChar char="§"/>
            </a:pPr>
            <a:r>
              <a:rPr lang="en-US"/>
              <a:t>Additional text levels are possible</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p:txBody>
      </p:sp>
      <p:sp>
        <p:nvSpPr>
          <p:cNvPr id="7" name="Rectangle 6">
            <a:extLst>
              <a:ext uri="{FF2B5EF4-FFF2-40B4-BE49-F238E27FC236}">
                <a16:creationId xmlns:a16="http://schemas.microsoft.com/office/drawing/2014/main" id="{E0F7C84E-F8B1-08E4-D431-775DCC945E9A}"/>
              </a:ext>
            </a:extLst>
          </p:cNvPr>
          <p:cNvSpPr/>
          <p:nvPr/>
        </p:nvSpPr>
        <p:spPr>
          <a:xfrm>
            <a:off x="3781425" y="0"/>
            <a:ext cx="2880000" cy="288000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4099605" y="571500"/>
            <a:ext cx="2243640" cy="708660"/>
          </a:xfrm>
        </p:spPr>
        <p:txBody>
          <a:bodyPr/>
          <a:lstStyle>
            <a:lvl1pPr>
              <a:defRPr>
                <a:solidFill>
                  <a:schemeClr val="bg1"/>
                </a:solidFill>
              </a:defRPr>
            </a:lvl1pPr>
          </a:lstStyle>
          <a:p>
            <a:r>
              <a:rPr lang="en-US"/>
              <a:t>Agenda</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813486" y="1521683"/>
            <a:ext cx="4653864" cy="4650517"/>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2983373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sz="2400" b="1">
                <a:latin typeface="Aptos"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1320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5064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139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Big Number">
    <p:bg>
      <p:bgPr>
        <a:solidFill>
          <a:srgbClr val="006E74"/>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C326D1BA-385D-D160-3E8B-12E6038EBBBD}"/>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5" name="Title 2">
            <a:extLst>
              <a:ext uri="{FF2B5EF4-FFF2-40B4-BE49-F238E27FC236}">
                <a16:creationId xmlns:a16="http://schemas.microsoft.com/office/drawing/2014/main" id="{B50BE822-3D01-B3AA-C73B-8A3B83E702C4}"/>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18134558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B5EC9AAC-3C60-6320-DCC6-83B57B96E630}"/>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5" name="Title 2">
            <a:extLst>
              <a:ext uri="{FF2B5EF4-FFF2-40B4-BE49-F238E27FC236}">
                <a16:creationId xmlns:a16="http://schemas.microsoft.com/office/drawing/2014/main" id="{5A3359F6-2212-0787-FE5F-4A783F634ED8}"/>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1688352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850248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panose="020B0004020202020204" pitchFamily="34" charset="0"/>
            </a:endParaRPr>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9" name="Thank You">
            <a:extLst>
              <a:ext uri="{FF2B5EF4-FFF2-40B4-BE49-F238E27FC236}">
                <a16:creationId xmlns:a16="http://schemas.microsoft.com/office/drawing/2014/main" id="{3B3D034D-06BF-E34D-97D9-E1FB041EDECA}"/>
              </a:ext>
            </a:extLst>
          </p:cNvPr>
          <p:cNvSpPr txBox="1">
            <a:spLocks/>
          </p:cNvSpPr>
          <p:nvPr/>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latin typeface="Aptos" panose="020B0004020202020204" pitchFamily="34" charset="0"/>
              </a:rPr>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latin typeface="Aptos"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r>
              <a:rPr lang="en-US">
                <a:hlinkClick r:id="rId2">
                  <a:extLst>
                    <a:ext uri="{A12FA001-AC4F-418D-AE19-62706E023703}">
                      <ahyp:hlinkClr xmlns:ahyp="http://schemas.microsoft.com/office/drawing/2018/hyperlinkcolor" val="tx"/>
                    </a:ext>
                  </a:extLst>
                </a:hlinkClick>
              </a:rPr>
              <a:t>brand@ust.com</a:t>
            </a:r>
          </a:p>
        </p:txBody>
      </p:sp>
      <p:sp>
        <p:nvSpPr>
          <p:cNvPr id="18" name="URL">
            <a:extLst>
              <a:ext uri="{FF2B5EF4-FFF2-40B4-BE49-F238E27FC236}">
                <a16:creationId xmlns:a16="http://schemas.microsoft.com/office/drawing/2014/main" id="{2B56852A-13EA-DC41-9045-334298984C85}"/>
              </a:ext>
            </a:extLst>
          </p:cNvPr>
          <p:cNvSpPr txBox="1"/>
          <p:nvPr/>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latin typeface="Aptos" panose="020B0004020202020204" pitchFamily="34" charset="0"/>
              </a:rPr>
              <a:t>ust.com</a:t>
            </a:r>
          </a:p>
        </p:txBody>
      </p:sp>
    </p:spTree>
    <p:extLst>
      <p:ext uri="{BB962C8B-B14F-4D97-AF65-F5344CB8AC3E}">
        <p14:creationId xmlns:p14="http://schemas.microsoft.com/office/powerpoint/2010/main" val="2881779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p15:clr>
            <a:srgbClr val="FBAE40"/>
          </p15:clr>
        </p15:guide>
        <p15:guide id="5" orient="horz" pos="4090">
          <p15:clr>
            <a:srgbClr val="FBAE40"/>
          </p15:clr>
        </p15:guide>
        <p15:guide id="6" pos="559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a:latin typeface="Aptos" panose="020B0004020202020204" pitchFamily="34" charset="0"/>
              </a:rPr>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a:latin typeface="Aptos" panose="020B0004020202020204" pitchFamily="34" charset="0"/>
              </a:rPr>
              <a:t>Copyright © 2025 by UST Global Inc. All rights reserved.</a:t>
            </a:r>
          </a:p>
          <a:p>
            <a:pPr>
              <a:lnSpc>
                <a:spcPct val="100000"/>
              </a:lnSpc>
              <a:spcBef>
                <a:spcPts val="1200"/>
              </a:spcBef>
              <a:buSzPct val="100000"/>
            </a:pPr>
            <a:r>
              <a:rPr lang="en-US">
                <a:latin typeface="Aptos" panose="020B0004020202020204" pitchFamily="34" charset="0"/>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a:latin typeface="Aptos" panose="020B0004020202020204" pitchFamily="34" charset="0"/>
              </a:rPr>
              <a:t>UST</a:t>
            </a:r>
            <a:r>
              <a:rPr lang="en-US" baseline="30000">
                <a:latin typeface="Aptos" panose="020B0004020202020204" pitchFamily="34" charset="0"/>
              </a:rPr>
              <a:t>®</a:t>
            </a:r>
            <a:r>
              <a:rPr lang="en-US">
                <a:latin typeface="Aptos" panose="020B0004020202020204" pitchFamily="34" charset="0"/>
              </a:rPr>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latin typeface="Aptos" panose="020B0004020202020204" pitchFamily="34" charset="0"/>
              </a:rPr>
              <a:t>UST</a:t>
            </a:r>
          </a:p>
          <a:p>
            <a:pPr>
              <a:lnSpc>
                <a:spcPct val="100000"/>
              </a:lnSpc>
              <a:spcBef>
                <a:spcPts val="0"/>
              </a:spcBef>
              <a:buSzPct val="100000"/>
            </a:pPr>
            <a:r>
              <a:rPr lang="en-US" b="0">
                <a:solidFill>
                  <a:schemeClr val="tx1"/>
                </a:solidFill>
                <a:latin typeface="Aptos" panose="020B0004020202020204" pitchFamily="34" charset="0"/>
              </a:rPr>
              <a:t>5 Polaris Way</a:t>
            </a:r>
          </a:p>
          <a:p>
            <a:pPr>
              <a:lnSpc>
                <a:spcPct val="100000"/>
              </a:lnSpc>
              <a:spcBef>
                <a:spcPts val="0"/>
              </a:spcBef>
              <a:buSzPct val="100000"/>
            </a:pPr>
            <a:r>
              <a:rPr lang="en-US" b="0">
                <a:solidFill>
                  <a:schemeClr val="tx1"/>
                </a:solidFill>
                <a:latin typeface="Aptos" panose="020B0004020202020204" pitchFamily="34" charset="0"/>
              </a:rPr>
              <a:t>Aliso Viejo, CA 92656</a:t>
            </a:r>
          </a:p>
          <a:p>
            <a:pPr>
              <a:lnSpc>
                <a:spcPct val="100000"/>
              </a:lnSpc>
              <a:spcBef>
                <a:spcPts val="1200"/>
              </a:spcBef>
              <a:buSzPct val="100000"/>
            </a:pPr>
            <a:r>
              <a:rPr lang="en-US" b="0">
                <a:solidFill>
                  <a:schemeClr val="tx1"/>
                </a:solidFill>
                <a:latin typeface="Aptos" panose="020B0004020202020204" pitchFamily="34" charset="0"/>
              </a:rPr>
              <a:t>T +1 949 716 8757</a:t>
            </a:r>
          </a:p>
          <a:p>
            <a:pPr>
              <a:lnSpc>
                <a:spcPct val="100000"/>
              </a:lnSpc>
              <a:spcBef>
                <a:spcPts val="0"/>
              </a:spcBef>
              <a:buSzPct val="100000"/>
            </a:pPr>
            <a:r>
              <a:rPr lang="en-US" b="0">
                <a:solidFill>
                  <a:schemeClr val="tx1"/>
                </a:solidFill>
                <a:latin typeface="Aptos" panose="020B0004020202020204" pitchFamily="34" charset="0"/>
              </a:rPr>
              <a:t>F +1 949 716 8396</a:t>
            </a:r>
          </a:p>
          <a:p>
            <a:pPr>
              <a:lnSpc>
                <a:spcPct val="100000"/>
              </a:lnSpc>
              <a:spcBef>
                <a:spcPts val="1200"/>
              </a:spcBef>
              <a:buSzPct val="100000"/>
            </a:pPr>
            <a:r>
              <a:rPr lang="en-US" b="1">
                <a:solidFill>
                  <a:schemeClr val="tx1"/>
                </a:solidFill>
                <a:latin typeface="Aptos" panose="020B0004020202020204" pitchFamily="34" charset="0"/>
              </a:rPr>
              <a:t>ust.com</a:t>
            </a:r>
          </a:p>
        </p:txBody>
      </p:sp>
      <p:sp>
        <p:nvSpPr>
          <p:cNvPr id="2" name="Facebook">
            <a:hlinkClick r:id="rId2"/>
            <a:extLst>
              <a:ext uri="{FF2B5EF4-FFF2-40B4-BE49-F238E27FC236}">
                <a16:creationId xmlns:a16="http://schemas.microsoft.com/office/drawing/2014/main" id="{909105C1-4BB5-4293-E6EA-67F3780A21CD}"/>
              </a:ext>
            </a:extLst>
          </p:cNvPr>
          <p:cNvSpPr>
            <a:spLocks/>
          </p:cNvSpPr>
          <p:nvPr userDrawn="1"/>
        </p:nvSpPr>
        <p:spPr bwMode="auto">
          <a:xfrm>
            <a:off x="9197136"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3" name="YouTube">
            <a:hlinkClick r:id="rId3"/>
            <a:extLst>
              <a:ext uri="{FF2B5EF4-FFF2-40B4-BE49-F238E27FC236}">
                <a16:creationId xmlns:a16="http://schemas.microsoft.com/office/drawing/2014/main" id="{F2694284-4713-92A1-E9AE-2CFEFAB764E5}"/>
              </a:ext>
            </a:extLst>
          </p:cNvPr>
          <p:cNvSpPr>
            <a:spLocks noEditPoints="1"/>
          </p:cNvSpPr>
          <p:nvPr userDrawn="1"/>
        </p:nvSpPr>
        <p:spPr bwMode="auto">
          <a:xfrm>
            <a:off x="10916563" y="5537234"/>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sp>
        <p:nvSpPr>
          <p:cNvPr id="4" name="LinkedIn">
            <a:hlinkClick r:id="rId4"/>
            <a:extLst>
              <a:ext uri="{FF2B5EF4-FFF2-40B4-BE49-F238E27FC236}">
                <a16:creationId xmlns:a16="http://schemas.microsoft.com/office/drawing/2014/main" id="{5BCF19E2-3874-7B04-44E7-A449B06788B5}"/>
              </a:ext>
            </a:extLst>
          </p:cNvPr>
          <p:cNvSpPr>
            <a:spLocks noChangeAspect="1" noEditPoints="1"/>
          </p:cNvSpPr>
          <p:nvPr userDrawn="1"/>
        </p:nvSpPr>
        <p:spPr bwMode="auto">
          <a:xfrm>
            <a:off x="9992433" y="5537234"/>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panose="020B0004020202020204" pitchFamily="34" charset="0"/>
            </a:endParaRPr>
          </a:p>
        </p:txBody>
      </p:sp>
      <p:pic>
        <p:nvPicPr>
          <p:cNvPr id="6" name="Picture 5">
            <a:hlinkClick r:id="rId5"/>
            <a:extLst>
              <a:ext uri="{FF2B5EF4-FFF2-40B4-BE49-F238E27FC236}">
                <a16:creationId xmlns:a16="http://schemas.microsoft.com/office/drawing/2014/main" id="{2A7E4111-3F3F-98D1-88E6-664E9B85049C}"/>
              </a:ext>
            </a:extLst>
          </p:cNvPr>
          <p:cNvPicPr>
            <a:picLocks noChangeAspect="1"/>
          </p:cNvPicPr>
          <p:nvPr userDrawn="1"/>
        </p:nvPicPr>
        <p:blipFill>
          <a:blip r:embed="rId6"/>
          <a:stretch>
            <a:fillRect/>
          </a:stretch>
        </p:blipFill>
        <p:spPr>
          <a:xfrm>
            <a:off x="9520064" y="5537234"/>
            <a:ext cx="271272" cy="245364"/>
          </a:xfrm>
          <a:prstGeom prst="rect">
            <a:avLst/>
          </a:prstGeom>
        </p:spPr>
      </p:pic>
      <p:pic>
        <p:nvPicPr>
          <p:cNvPr id="9" name="Picture 8">
            <a:extLst>
              <a:ext uri="{FF2B5EF4-FFF2-40B4-BE49-F238E27FC236}">
                <a16:creationId xmlns:a16="http://schemas.microsoft.com/office/drawing/2014/main" id="{A39F3C95-5FFA-4CA9-01DC-D4510DBD06BB}"/>
              </a:ext>
            </a:extLst>
          </p:cNvPr>
          <p:cNvPicPr>
            <a:picLocks noChangeAspect="1"/>
          </p:cNvPicPr>
          <p:nvPr userDrawn="1"/>
        </p:nvPicPr>
        <p:blipFill>
          <a:blip r:embed="rId7"/>
          <a:stretch>
            <a:fillRect/>
          </a:stretch>
        </p:blipFill>
        <p:spPr>
          <a:xfrm>
            <a:off x="10449725" y="5538999"/>
            <a:ext cx="265741" cy="265741"/>
          </a:xfrm>
          <a:prstGeom prst="rect">
            <a:avLst/>
          </a:prstGeom>
        </p:spPr>
      </p:pic>
    </p:spTree>
    <p:extLst>
      <p:ext uri="{BB962C8B-B14F-4D97-AF65-F5344CB8AC3E}">
        <p14:creationId xmlns:p14="http://schemas.microsoft.com/office/powerpoint/2010/main" val="1700994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 Photo 03">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vl1pPr>
          </a:lstStyle>
          <a:p>
            <a:r>
              <a:rPr lang="en-US"/>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2251" y="2903218"/>
            <a:ext cx="3855718" cy="1291591"/>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2251" y="4194809"/>
            <a:ext cx="3855718"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260065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E7BEA-B8F8-354D-9760-4DD99A41D522}"/>
              </a:ext>
            </a:extLst>
          </p:cNvPr>
          <p:cNvSpPr>
            <a:spLocks noGrp="1"/>
          </p:cNvSpPr>
          <p:nvPr>
            <p:ph type="title"/>
          </p:nvPr>
        </p:nvSpPr>
        <p:spPr>
          <a:xfrm>
            <a:off x="814753" y="246264"/>
            <a:ext cx="9842187" cy="633160"/>
          </a:xfrm>
        </p:spPr>
        <p:txBody>
          <a:bodyPr anchor="t"/>
          <a:lstStyle/>
          <a:p>
            <a:r>
              <a:rPr lang="en-US"/>
              <a:t>Click to edit Master title style</a:t>
            </a:r>
          </a:p>
        </p:txBody>
      </p:sp>
    </p:spTree>
    <p:extLst>
      <p:ext uri="{BB962C8B-B14F-4D97-AF65-F5344CB8AC3E}">
        <p14:creationId xmlns:p14="http://schemas.microsoft.com/office/powerpoint/2010/main" val="15197232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Worldwide office locations Updated">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a:solidFill>
                  <a:schemeClr val="tx1"/>
                </a:solidFill>
                <a:latin typeface="Aptos Light" panose="020B0004020202020204" pitchFamily="34" charset="0"/>
              </a:rPr>
              <a:t>Engineering change </a:t>
            </a:r>
            <a:br>
              <a:rPr lang="en-US" b="0">
                <a:solidFill>
                  <a:schemeClr val="tx1"/>
                </a:solidFill>
                <a:latin typeface="Aptos Light" panose="020B0004020202020204" pitchFamily="34" charset="0"/>
              </a:rPr>
            </a:br>
            <a:r>
              <a:rPr lang="en-US" b="0">
                <a:solidFill>
                  <a:schemeClr val="tx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latin typeface="Aptos Light" panose="020B0004020202020204" pitchFamily="34" charset="0"/>
              </a:rPr>
              <a:t>*To see a list of all offices, visit </a:t>
            </a:r>
            <a:r>
              <a:rPr lang="en-US" sz="1050" b="1" i="0" u="sng">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grpSp>
        <p:nvGrpSpPr>
          <p:cNvPr id="2" name="Group 1">
            <a:extLst>
              <a:ext uri="{FF2B5EF4-FFF2-40B4-BE49-F238E27FC236}">
                <a16:creationId xmlns:a16="http://schemas.microsoft.com/office/drawing/2014/main" id="{B851D458-0897-6C5C-297C-F923E330CBFD}"/>
              </a:ext>
            </a:extLst>
          </p:cNvPr>
          <p:cNvGrpSpPr>
            <a:grpSpLocks noChangeAspect="1"/>
          </p:cNvGrpSpPr>
          <p:nvPr userDrawn="1"/>
        </p:nvGrpSpPr>
        <p:grpSpPr>
          <a:xfrm>
            <a:off x="2845949" y="1020802"/>
            <a:ext cx="8869680" cy="5466231"/>
            <a:chOff x="2983517" y="963640"/>
            <a:chExt cx="9089403" cy="5601643"/>
          </a:xfrm>
        </p:grpSpPr>
        <p:sp>
          <p:nvSpPr>
            <p:cNvPr id="49" name="TextBox 48">
              <a:extLst>
                <a:ext uri="{FF2B5EF4-FFF2-40B4-BE49-F238E27FC236}">
                  <a16:creationId xmlns:a16="http://schemas.microsoft.com/office/drawing/2014/main" id="{2B2B3245-B13E-36A8-C7AD-8C9889234D23}"/>
                </a:ext>
              </a:extLst>
            </p:cNvPr>
            <p:cNvSpPr txBox="1"/>
            <p:nvPr/>
          </p:nvSpPr>
          <p:spPr>
            <a:xfrm>
              <a:off x="2983517" y="2312060"/>
              <a:ext cx="1098058" cy="3245376"/>
            </a:xfrm>
            <a:prstGeom prst="rect">
              <a:avLst/>
            </a:prstGeom>
            <a:noFill/>
          </p:spPr>
          <p:txBody>
            <a:bodyPr wrap="none" lIns="0" tIns="0" rIns="0" bIns="0" rtlCol="0">
              <a:spAutoFit/>
            </a:bodyPr>
            <a:lstStyle/>
            <a:p>
              <a:pPr>
                <a:lnSpc>
                  <a:spcPct val="110000"/>
                </a:lnSpc>
                <a:spcAft>
                  <a:spcPts val="100"/>
                </a:spcAft>
                <a:buSzPct val="100000"/>
              </a:pPr>
              <a:r>
                <a:rPr lang="en-US" sz="1000" b="1">
                  <a:latin typeface="Aptos Light" panose="020B0004020202020204" pitchFamily="34" charset="0"/>
                </a:rPr>
                <a:t>AMERICAS</a:t>
              </a:r>
            </a:p>
            <a:p>
              <a:pPr>
                <a:lnSpc>
                  <a:spcPct val="110000"/>
                </a:lnSpc>
                <a:spcAft>
                  <a:spcPts val="100"/>
                </a:spcAft>
                <a:buSzPct val="100000"/>
              </a:pPr>
              <a:r>
                <a:rPr lang="en-US" sz="1000">
                  <a:solidFill>
                    <a:schemeClr val="accent6"/>
                  </a:solidFill>
                  <a:latin typeface="Aptos Light" panose="020B0004020202020204" pitchFamily="34" charset="0"/>
                </a:rPr>
                <a:t>Global HQ – Orange </a:t>
              </a:r>
              <a:br>
                <a:rPr lang="en-US" sz="1000">
                  <a:solidFill>
                    <a:schemeClr val="accent6"/>
                  </a:solidFill>
                  <a:latin typeface="Aptos Light" panose="020B0004020202020204" pitchFamily="34" charset="0"/>
                </a:rPr>
              </a:br>
              <a:r>
                <a:rPr lang="en-US" sz="1000">
                  <a:solidFill>
                    <a:schemeClr val="accent6"/>
                  </a:solidFill>
                  <a:latin typeface="Aptos Light" panose="020B0004020202020204" pitchFamily="34" charset="0"/>
                </a:rPr>
                <a:t>County, CA</a:t>
              </a:r>
            </a:p>
            <a:p>
              <a:pPr>
                <a:lnSpc>
                  <a:spcPct val="110000"/>
                </a:lnSpc>
                <a:spcAft>
                  <a:spcPts val="100"/>
                </a:spcAft>
                <a:buSzPct val="100000"/>
              </a:pPr>
              <a:r>
                <a:rPr lang="en-US" sz="1000">
                  <a:latin typeface="Aptos Light" panose="020B0004020202020204" pitchFamily="34" charset="0"/>
                </a:rPr>
                <a:t>Bentonville, AR</a:t>
              </a:r>
            </a:p>
            <a:p>
              <a:pPr>
                <a:lnSpc>
                  <a:spcPct val="110000"/>
                </a:lnSpc>
                <a:spcAft>
                  <a:spcPts val="100"/>
                </a:spcAft>
                <a:buSzPct val="100000"/>
              </a:pPr>
              <a:r>
                <a:rPr lang="en-US" sz="1000">
                  <a:latin typeface="Aptos Light" panose="020B0004020202020204" pitchFamily="34" charset="0"/>
                </a:rPr>
                <a:t>Chicago, IL </a:t>
              </a:r>
            </a:p>
            <a:p>
              <a:pPr>
                <a:lnSpc>
                  <a:spcPct val="110000"/>
                </a:lnSpc>
                <a:spcAft>
                  <a:spcPts val="100"/>
                </a:spcAft>
                <a:buSzPct val="100000"/>
              </a:pPr>
              <a:r>
                <a:rPr lang="en-US" sz="1000">
                  <a:latin typeface="Aptos Light" panose="020B0004020202020204" pitchFamily="34" charset="0"/>
                </a:rPr>
                <a:t>Norfolk, VA</a:t>
              </a:r>
            </a:p>
            <a:p>
              <a:pPr>
                <a:lnSpc>
                  <a:spcPct val="110000"/>
                </a:lnSpc>
                <a:spcAft>
                  <a:spcPts val="100"/>
                </a:spcAft>
                <a:buSzPct val="100000"/>
              </a:pPr>
              <a:r>
                <a:rPr lang="en-US" sz="1000">
                  <a:latin typeface="Aptos Light" panose="020B0004020202020204" pitchFamily="34" charset="0"/>
                </a:rPr>
                <a:t>Columbus, OH</a:t>
              </a:r>
            </a:p>
            <a:p>
              <a:pPr>
                <a:lnSpc>
                  <a:spcPct val="110000"/>
                </a:lnSpc>
                <a:spcAft>
                  <a:spcPts val="100"/>
                </a:spcAft>
                <a:buSzPct val="100000"/>
              </a:pPr>
              <a:r>
                <a:rPr lang="en-US" sz="1000">
                  <a:latin typeface="Aptos Light" panose="020B0004020202020204" pitchFamily="34" charset="0"/>
                </a:rPr>
                <a:t>Atlanta, GA</a:t>
              </a:r>
            </a:p>
            <a:p>
              <a:pPr>
                <a:lnSpc>
                  <a:spcPct val="110000"/>
                </a:lnSpc>
                <a:spcAft>
                  <a:spcPts val="100"/>
                </a:spcAft>
                <a:buSzPct val="100000"/>
              </a:pPr>
              <a:r>
                <a:rPr lang="en-US" sz="1000">
                  <a:latin typeface="Aptos Light" panose="020B0004020202020204" pitchFamily="34" charset="0"/>
                </a:rPr>
                <a:t>Dallas, TX</a:t>
              </a:r>
            </a:p>
            <a:p>
              <a:pPr>
                <a:lnSpc>
                  <a:spcPct val="110000"/>
                </a:lnSpc>
                <a:spcAft>
                  <a:spcPts val="100"/>
                </a:spcAft>
                <a:buSzPct val="100000"/>
              </a:pPr>
              <a:r>
                <a:rPr lang="en-US" sz="1000">
                  <a:latin typeface="Aptos Light" panose="020B0004020202020204" pitchFamily="34" charset="0"/>
                </a:rPr>
                <a:t>Ames, IA </a:t>
              </a:r>
            </a:p>
            <a:p>
              <a:pPr>
                <a:lnSpc>
                  <a:spcPct val="110000"/>
                </a:lnSpc>
                <a:spcAft>
                  <a:spcPts val="100"/>
                </a:spcAft>
                <a:buSzPct val="100000"/>
              </a:pPr>
              <a:r>
                <a:rPr lang="en-US" sz="1000">
                  <a:latin typeface="Aptos Light" panose="020B0004020202020204" pitchFamily="34" charset="0"/>
                </a:rPr>
                <a:t>Toronto, CA</a:t>
              </a:r>
            </a:p>
            <a:p>
              <a:pPr>
                <a:lnSpc>
                  <a:spcPct val="110000"/>
                </a:lnSpc>
                <a:spcAft>
                  <a:spcPts val="100"/>
                </a:spcAft>
                <a:buSzPct val="100000"/>
              </a:pPr>
              <a:r>
                <a:rPr lang="en-US" sz="1000">
                  <a:latin typeface="Aptos Light" panose="020B0004020202020204" pitchFamily="34" charset="0"/>
                </a:rPr>
                <a:t>Guadalajara, MX</a:t>
              </a:r>
            </a:p>
            <a:p>
              <a:pPr>
                <a:lnSpc>
                  <a:spcPct val="110000"/>
                </a:lnSpc>
                <a:spcAft>
                  <a:spcPts val="100"/>
                </a:spcAft>
                <a:buSzPct val="100000"/>
              </a:pPr>
              <a:r>
                <a:rPr lang="en-US" sz="1000">
                  <a:latin typeface="Aptos Light" panose="020B0004020202020204" pitchFamily="34" charset="0"/>
                </a:rPr>
                <a:t>Leon, MX</a:t>
              </a:r>
            </a:p>
            <a:p>
              <a:pPr>
                <a:lnSpc>
                  <a:spcPct val="110000"/>
                </a:lnSpc>
                <a:spcAft>
                  <a:spcPts val="100"/>
                </a:spcAft>
                <a:buSzPct val="100000"/>
              </a:pPr>
              <a:r>
                <a:rPr lang="en-US" sz="1000">
                  <a:latin typeface="Aptos Light" panose="020B0004020202020204" pitchFamily="34" charset="0"/>
                </a:rPr>
                <a:t>San Jose, CR</a:t>
              </a:r>
            </a:p>
            <a:p>
              <a:pPr>
                <a:lnSpc>
                  <a:spcPct val="110000"/>
                </a:lnSpc>
                <a:spcAft>
                  <a:spcPts val="100"/>
                </a:spcAft>
                <a:buSzPct val="100000"/>
              </a:pPr>
              <a:r>
                <a:rPr lang="en-US" sz="1000">
                  <a:latin typeface="Aptos Light" panose="020B0004020202020204" pitchFamily="34" charset="0"/>
                </a:rPr>
                <a:t>Santiago, CL</a:t>
              </a:r>
            </a:p>
            <a:p>
              <a:pPr>
                <a:lnSpc>
                  <a:spcPct val="110000"/>
                </a:lnSpc>
                <a:spcAft>
                  <a:spcPts val="100"/>
                </a:spcAft>
                <a:buSzPct val="100000"/>
              </a:pPr>
              <a:r>
                <a:rPr lang="en-US" sz="1000">
                  <a:latin typeface="Aptos Light" panose="020B0004020202020204" pitchFamily="34" charset="0"/>
                </a:rPr>
                <a:t>Lima, PE</a:t>
              </a:r>
            </a:p>
            <a:p>
              <a:pPr>
                <a:lnSpc>
                  <a:spcPct val="110000"/>
                </a:lnSpc>
                <a:spcAft>
                  <a:spcPts val="100"/>
                </a:spcAft>
                <a:buSzPct val="100000"/>
              </a:pPr>
              <a:r>
                <a:rPr lang="en-US" sz="1000">
                  <a:latin typeface="Aptos Light" panose="020B0004020202020204" pitchFamily="34" charset="0"/>
                </a:rPr>
                <a:t>Sao Paulo, BR</a:t>
              </a:r>
            </a:p>
            <a:p>
              <a:pPr>
                <a:lnSpc>
                  <a:spcPct val="110000"/>
                </a:lnSpc>
                <a:spcAft>
                  <a:spcPts val="100"/>
                </a:spcAft>
                <a:buSzPct val="100000"/>
              </a:pPr>
              <a:r>
                <a:rPr lang="en-US" sz="1000">
                  <a:latin typeface="Aptos Light" panose="020B0004020202020204" pitchFamily="34" charset="0"/>
                </a:rPr>
                <a:t>Buenos Aires, AR</a:t>
              </a:r>
            </a:p>
          </p:txBody>
        </p:sp>
        <p:sp>
          <p:nvSpPr>
            <p:cNvPr id="50" name="TextBox 49">
              <a:extLst>
                <a:ext uri="{FF2B5EF4-FFF2-40B4-BE49-F238E27FC236}">
                  <a16:creationId xmlns:a16="http://schemas.microsoft.com/office/drawing/2014/main" id="{A2D0F546-8C60-68B0-2206-C0C7703D57C5}"/>
                </a:ext>
              </a:extLst>
            </p:cNvPr>
            <p:cNvSpPr txBox="1"/>
            <p:nvPr/>
          </p:nvSpPr>
          <p:spPr>
            <a:xfrm>
              <a:off x="11025049" y="2450336"/>
              <a:ext cx="1047871" cy="1855251"/>
            </a:xfrm>
            <a:prstGeom prst="rect">
              <a:avLst/>
            </a:prstGeom>
            <a:noFill/>
          </p:spPr>
          <p:txBody>
            <a:bodyPr wrap="square" lIns="0" tIns="0" rIns="0" bIns="0" rtlCol="0">
              <a:spAutoFit/>
            </a:bodyPr>
            <a:lstStyle/>
            <a:p>
              <a:pPr>
                <a:lnSpc>
                  <a:spcPct val="110000"/>
                </a:lnSpc>
                <a:buSzPct val="100000"/>
              </a:pPr>
              <a:r>
                <a:rPr lang="en-US" sz="1000" b="1">
                  <a:latin typeface="Aptos Light" panose="020B0004020202020204" pitchFamily="34" charset="0"/>
                </a:rPr>
                <a:t>APAC</a:t>
              </a:r>
            </a:p>
            <a:p>
              <a:pPr>
                <a:lnSpc>
                  <a:spcPct val="110000"/>
                </a:lnSpc>
                <a:buSzPct val="100000"/>
              </a:pPr>
              <a:r>
                <a:rPr lang="en-US" sz="1000">
                  <a:solidFill>
                    <a:schemeClr val="accent3"/>
                  </a:solidFill>
                  <a:latin typeface="Aptos Light" panose="020B0004020202020204" pitchFamily="34" charset="0"/>
                </a:rPr>
                <a:t>Singapore, SG</a:t>
              </a:r>
            </a:p>
            <a:p>
              <a:pPr>
                <a:lnSpc>
                  <a:spcPct val="110000"/>
                </a:lnSpc>
                <a:buSzPct val="100000"/>
              </a:pPr>
              <a:r>
                <a:rPr lang="en-US" sz="1000">
                  <a:latin typeface="Aptos Light" panose="020B0004020202020204" pitchFamily="34" charset="0"/>
                </a:rPr>
                <a:t>Manila, PH</a:t>
              </a:r>
            </a:p>
            <a:p>
              <a:pPr>
                <a:lnSpc>
                  <a:spcPct val="110000"/>
                </a:lnSpc>
                <a:buSzPct val="100000"/>
              </a:pPr>
              <a:r>
                <a:rPr lang="en-US" sz="1000">
                  <a:latin typeface="Aptos Light" panose="020B0004020202020204" pitchFamily="34" charset="0"/>
                </a:rPr>
                <a:t>Sydney, AU</a:t>
              </a:r>
            </a:p>
            <a:p>
              <a:pPr>
                <a:lnSpc>
                  <a:spcPct val="110000"/>
                </a:lnSpc>
                <a:buSzPct val="100000"/>
              </a:pPr>
              <a:r>
                <a:rPr lang="en-US" sz="1000">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a:latin typeface="Aptos Light" panose="020B0004020202020204" pitchFamily="34" charset="0"/>
                </a:rPr>
                <a:t>Brisbane, AU</a:t>
              </a:r>
            </a:p>
            <a:p>
              <a:pPr>
                <a:lnSpc>
                  <a:spcPct val="110000"/>
                </a:lnSpc>
                <a:buSzPct val="100000"/>
              </a:pPr>
              <a:r>
                <a:rPr lang="en-US" sz="1000">
                  <a:latin typeface="Aptos Light" panose="020B0004020202020204" pitchFamily="34" charset="0"/>
                </a:rPr>
                <a:t>Penang, MY</a:t>
              </a:r>
            </a:p>
            <a:p>
              <a:pPr>
                <a:lnSpc>
                  <a:spcPct val="110000"/>
                </a:lnSpc>
                <a:buSzPct val="100000"/>
              </a:pPr>
              <a:r>
                <a:rPr lang="en-US" sz="1000">
                  <a:latin typeface="Aptos Light" panose="020B0004020202020204" pitchFamily="34" charset="0"/>
                </a:rPr>
                <a:t>Kuala Lumpur, MY</a:t>
              </a:r>
            </a:p>
            <a:p>
              <a:pPr>
                <a:lnSpc>
                  <a:spcPct val="110000"/>
                </a:lnSpc>
                <a:buSzPct val="100000"/>
              </a:pPr>
              <a:r>
                <a:rPr lang="en-US" sz="1000">
                  <a:latin typeface="Aptos Light" panose="020B0004020202020204" pitchFamily="34" charset="0"/>
                </a:rPr>
                <a:t>Shanghai, CN</a:t>
              </a:r>
            </a:p>
            <a:p>
              <a:pPr>
                <a:lnSpc>
                  <a:spcPct val="110000"/>
                </a:lnSpc>
                <a:buSzPct val="100000"/>
              </a:pPr>
              <a:r>
                <a:rPr lang="en-US" sz="1000">
                  <a:latin typeface="Aptos Light" panose="020B0004020202020204" pitchFamily="34" charset="0"/>
                </a:rPr>
                <a:t>Taipei, TW</a:t>
              </a:r>
            </a:p>
            <a:p>
              <a:pPr>
                <a:lnSpc>
                  <a:spcPct val="110000"/>
                </a:lnSpc>
                <a:buSzPct val="100000"/>
              </a:pPr>
              <a:r>
                <a:rPr lang="en-US" sz="1000">
                  <a:latin typeface="Aptos Light" panose="020B0004020202020204" pitchFamily="34" charset="0"/>
                </a:rPr>
                <a:t>Hong Kong, HK</a:t>
              </a:r>
            </a:p>
          </p:txBody>
        </p:sp>
        <p:sp>
          <p:nvSpPr>
            <p:cNvPr id="51" name="TextBox 50">
              <a:extLst>
                <a:ext uri="{FF2B5EF4-FFF2-40B4-BE49-F238E27FC236}">
                  <a16:creationId xmlns:a16="http://schemas.microsoft.com/office/drawing/2014/main" id="{3283CD4C-8D5B-825C-6982-D3F99DE38C1A}"/>
                </a:ext>
              </a:extLst>
            </p:cNvPr>
            <p:cNvSpPr txBox="1"/>
            <p:nvPr/>
          </p:nvSpPr>
          <p:spPr>
            <a:xfrm>
              <a:off x="8950848" y="3803083"/>
              <a:ext cx="1099814" cy="1679627"/>
            </a:xfrm>
            <a:prstGeom prst="rect">
              <a:avLst/>
            </a:prstGeom>
            <a:noFill/>
          </p:spPr>
          <p:txBody>
            <a:bodyPr wrap="square" lIns="0" tIns="0" rIns="0" bIns="0" rtlCol="0">
              <a:spAutoFit/>
            </a:bodyPr>
            <a:lstStyle/>
            <a:p>
              <a:pPr>
                <a:lnSpc>
                  <a:spcPct val="110000"/>
                </a:lnSpc>
                <a:buSzPct val="100000"/>
              </a:pPr>
              <a:r>
                <a:rPr lang="en-US" sz="1000" b="1">
                  <a:latin typeface="Aptos Light" panose="020B0004020202020204" pitchFamily="34" charset="0"/>
                </a:rPr>
                <a:t>INDIA</a:t>
              </a:r>
            </a:p>
            <a:p>
              <a:pPr>
                <a:lnSpc>
                  <a:spcPct val="110000"/>
                </a:lnSpc>
                <a:buSzPct val="100000"/>
              </a:pPr>
              <a:r>
                <a:rPr lang="en-US" sz="1000">
                  <a:solidFill>
                    <a:schemeClr val="accent3"/>
                  </a:solidFill>
                  <a:latin typeface="Aptos Light" panose="020B0004020202020204" pitchFamily="34" charset="0"/>
                </a:rPr>
                <a:t>Trivandrum</a:t>
              </a:r>
            </a:p>
            <a:p>
              <a:pPr>
                <a:lnSpc>
                  <a:spcPct val="110000"/>
                </a:lnSpc>
                <a:buSzPct val="100000"/>
              </a:pPr>
              <a:r>
                <a:rPr lang="en-US" sz="1000">
                  <a:latin typeface="Aptos Light" panose="020B0004020202020204" pitchFamily="34" charset="0"/>
                </a:rPr>
                <a:t>Bangalore</a:t>
              </a:r>
            </a:p>
            <a:p>
              <a:pPr>
                <a:lnSpc>
                  <a:spcPct val="110000"/>
                </a:lnSpc>
                <a:buSzPct val="100000"/>
              </a:pPr>
              <a:r>
                <a:rPr lang="en-US" sz="1000">
                  <a:latin typeface="Aptos Light" panose="020B0004020202020204" pitchFamily="34" charset="0"/>
                </a:rPr>
                <a:t>Chennai</a:t>
              </a:r>
            </a:p>
            <a:p>
              <a:pPr>
                <a:lnSpc>
                  <a:spcPct val="110000"/>
                </a:lnSpc>
                <a:buSzPct val="100000"/>
              </a:pPr>
              <a:r>
                <a:rPr lang="en-US" sz="1000">
                  <a:latin typeface="Aptos Light" panose="020B0004020202020204" pitchFamily="34" charset="0"/>
                </a:rPr>
                <a:t>Hyderabad</a:t>
              </a:r>
            </a:p>
            <a:p>
              <a:pPr>
                <a:lnSpc>
                  <a:spcPct val="110000"/>
                </a:lnSpc>
                <a:buSzPct val="100000"/>
              </a:pPr>
              <a:r>
                <a:rPr lang="en-US" sz="1000">
                  <a:latin typeface="Aptos Light" panose="020B0004020202020204" pitchFamily="34" charset="0"/>
                </a:rPr>
                <a:t>Kochi</a:t>
              </a:r>
            </a:p>
            <a:p>
              <a:pPr>
                <a:lnSpc>
                  <a:spcPct val="110000"/>
                </a:lnSpc>
                <a:buSzPct val="100000"/>
              </a:pPr>
              <a:r>
                <a:rPr lang="en-US" sz="1000">
                  <a:latin typeface="Aptos Light" panose="020B0004020202020204" pitchFamily="34" charset="0"/>
                </a:rPr>
                <a:t>Delhi</a:t>
              </a:r>
            </a:p>
            <a:p>
              <a:pPr>
                <a:lnSpc>
                  <a:spcPct val="110000"/>
                </a:lnSpc>
                <a:buSzPct val="100000"/>
              </a:pPr>
              <a:r>
                <a:rPr lang="en-US" sz="1000">
                  <a:latin typeface="Aptos Light" panose="020B0004020202020204" pitchFamily="34" charset="0"/>
                </a:rPr>
                <a:t>Coimbatore </a:t>
              </a:r>
            </a:p>
            <a:p>
              <a:pPr>
                <a:lnSpc>
                  <a:spcPct val="110000"/>
                </a:lnSpc>
                <a:buSzPct val="100000"/>
              </a:pPr>
              <a:r>
                <a:rPr lang="en-US" sz="1000">
                  <a:latin typeface="Aptos Light" panose="020B0004020202020204" pitchFamily="34" charset="0"/>
                </a:rPr>
                <a:t>Hosur </a:t>
              </a:r>
            </a:p>
            <a:p>
              <a:pPr>
                <a:lnSpc>
                  <a:spcPct val="110000"/>
                </a:lnSpc>
                <a:buSzPct val="100000"/>
              </a:pPr>
              <a:r>
                <a:rPr lang="en-US" sz="1000">
                  <a:latin typeface="Aptos Light" panose="020B0004020202020204" pitchFamily="34" charset="0"/>
                </a:rPr>
                <a:t>Pune</a:t>
              </a:r>
            </a:p>
          </p:txBody>
        </p:sp>
        <p:sp>
          <p:nvSpPr>
            <p:cNvPr id="52" name="TextBox 51">
              <a:extLst>
                <a:ext uri="{FF2B5EF4-FFF2-40B4-BE49-F238E27FC236}">
                  <a16:creationId xmlns:a16="http://schemas.microsoft.com/office/drawing/2014/main" id="{275C9AD4-BDB0-A380-2AC4-917E887BFCCD}"/>
                </a:ext>
              </a:extLst>
            </p:cNvPr>
            <p:cNvSpPr txBox="1"/>
            <p:nvPr/>
          </p:nvSpPr>
          <p:spPr>
            <a:xfrm>
              <a:off x="6163343" y="2482157"/>
              <a:ext cx="670055" cy="1347420"/>
            </a:xfrm>
            <a:prstGeom prst="rect">
              <a:avLst/>
            </a:prstGeom>
            <a:noFill/>
          </p:spPr>
          <p:txBody>
            <a:bodyPr wrap="none" lIns="0" tIns="0" rIns="0" bIns="0" rtlCol="0">
              <a:spAutoFit/>
            </a:bodyPr>
            <a:lstStyle/>
            <a:p>
              <a:pPr>
                <a:lnSpc>
                  <a:spcPct val="110000"/>
                </a:lnSpc>
                <a:buSzPct val="100000"/>
              </a:pPr>
              <a:r>
                <a:rPr lang="en-US" sz="1000" b="1">
                  <a:latin typeface="Aptos Light" panose="020B0004020202020204" pitchFamily="34" charset="0"/>
                </a:rPr>
                <a:t>EMEA</a:t>
              </a:r>
            </a:p>
            <a:p>
              <a:pPr>
                <a:lnSpc>
                  <a:spcPct val="110000"/>
                </a:lnSpc>
                <a:buSzPct val="100000"/>
              </a:pPr>
              <a:r>
                <a:rPr lang="en-US" sz="1000">
                  <a:solidFill>
                    <a:schemeClr val="accent3"/>
                  </a:solidFill>
                  <a:latin typeface="Aptos Light" panose="020B0004020202020204" pitchFamily="34" charset="0"/>
                </a:rPr>
                <a:t>London, UK</a:t>
              </a:r>
            </a:p>
            <a:p>
              <a:pPr>
                <a:lnSpc>
                  <a:spcPct val="110000"/>
                </a:lnSpc>
                <a:buSzPct val="100000"/>
              </a:pPr>
              <a:r>
                <a:rPr lang="en-US" sz="1000">
                  <a:latin typeface="Aptos Light" panose="020B0004020202020204" pitchFamily="34" charset="0"/>
                </a:rPr>
                <a:t>Leeds, UK</a:t>
              </a:r>
            </a:p>
            <a:p>
              <a:pPr>
                <a:lnSpc>
                  <a:spcPct val="110000"/>
                </a:lnSpc>
                <a:buSzPct val="100000"/>
              </a:pPr>
              <a:r>
                <a:rPr lang="en-US" sz="1000">
                  <a:latin typeface="Aptos Light" panose="020B0004020202020204" pitchFamily="34" charset="0"/>
                </a:rPr>
                <a:t>Dublin, IE</a:t>
              </a:r>
            </a:p>
            <a:p>
              <a:pPr>
                <a:lnSpc>
                  <a:spcPct val="110000"/>
                </a:lnSpc>
                <a:buSzPct val="100000"/>
              </a:pPr>
              <a:r>
                <a:rPr lang="en-US" sz="1000">
                  <a:latin typeface="Aptos Light" panose="020B0004020202020204" pitchFamily="34" charset="0"/>
                </a:rPr>
                <a:t>Madrid, ES</a:t>
              </a:r>
            </a:p>
            <a:p>
              <a:pPr>
                <a:lnSpc>
                  <a:spcPct val="110000"/>
                </a:lnSpc>
                <a:buSzPct val="100000"/>
              </a:pPr>
              <a:r>
                <a:rPr lang="en-US" sz="1000">
                  <a:latin typeface="Aptos Light" panose="020B0004020202020204" pitchFamily="34" charset="0"/>
                </a:rPr>
                <a:t>Tel Aviv, IS</a:t>
              </a:r>
            </a:p>
            <a:p>
              <a:pPr>
                <a:lnSpc>
                  <a:spcPct val="110000"/>
                </a:lnSpc>
                <a:buSzPct val="100000"/>
              </a:pPr>
              <a:r>
                <a:rPr lang="en-US" sz="1000">
                  <a:latin typeface="Aptos Light" panose="020B0004020202020204" pitchFamily="34" charset="0"/>
                </a:rPr>
                <a:t>Cologne, DE</a:t>
              </a:r>
            </a:p>
            <a:p>
              <a:pPr>
                <a:lnSpc>
                  <a:spcPct val="110000"/>
                </a:lnSpc>
                <a:buSzPct val="100000"/>
              </a:pPr>
              <a:r>
                <a:rPr lang="en-US" sz="1000">
                  <a:latin typeface="Aptos Light" panose="020B0004020202020204" pitchFamily="34" charset="0"/>
                </a:rPr>
                <a:t>Lisbon, PT</a:t>
              </a:r>
            </a:p>
          </p:txBody>
        </p:sp>
        <p:sp>
          <p:nvSpPr>
            <p:cNvPr id="53" name="TextBox 52">
              <a:extLst>
                <a:ext uri="{FF2B5EF4-FFF2-40B4-BE49-F238E27FC236}">
                  <a16:creationId xmlns:a16="http://schemas.microsoft.com/office/drawing/2014/main" id="{3387A4B5-E16E-3452-1974-2EE35EC69734}"/>
                </a:ext>
              </a:extLst>
            </p:cNvPr>
            <p:cNvSpPr txBox="1"/>
            <p:nvPr/>
          </p:nvSpPr>
          <p:spPr>
            <a:xfrm>
              <a:off x="6542019" y="3863646"/>
              <a:ext cx="910506" cy="2701637"/>
            </a:xfrm>
            <a:prstGeom prst="rect">
              <a:avLst/>
            </a:prstGeom>
            <a:noFill/>
          </p:spPr>
          <p:txBody>
            <a:bodyPr wrap="none" lIns="0" tIns="0" rIns="0" bIns="0" rtlCol="0">
              <a:spAutoFit/>
            </a:bodyPr>
            <a:lstStyle/>
            <a:p>
              <a:pPr>
                <a:lnSpc>
                  <a:spcPct val="110000"/>
                </a:lnSpc>
                <a:buSzPct val="100000"/>
              </a:pPr>
              <a:r>
                <a:rPr lang="en-US" sz="1000">
                  <a:latin typeface="Aptos Light" panose="020B0004020202020204" pitchFamily="34" charset="0"/>
                </a:rPr>
                <a:t>Paris, FR</a:t>
              </a:r>
            </a:p>
            <a:p>
              <a:pPr>
                <a:lnSpc>
                  <a:spcPct val="110000"/>
                </a:lnSpc>
                <a:buSzPct val="100000"/>
              </a:pPr>
              <a:r>
                <a:rPr lang="en-US" sz="1000">
                  <a:latin typeface="Aptos Light" panose="020B0004020202020204" pitchFamily="34" charset="0"/>
                </a:rPr>
                <a:t>Gdansk, PL</a:t>
              </a:r>
            </a:p>
            <a:p>
              <a:pPr>
                <a:lnSpc>
                  <a:spcPct val="110000"/>
                </a:lnSpc>
                <a:buSzPct val="100000"/>
              </a:pPr>
              <a:r>
                <a:rPr lang="en-US" sz="1000">
                  <a:latin typeface="Aptos Light" panose="020B0004020202020204" pitchFamily="34" charset="0"/>
                </a:rPr>
                <a:t>Bucharest, RO</a:t>
              </a:r>
            </a:p>
            <a:p>
              <a:pPr>
                <a:lnSpc>
                  <a:spcPct val="110000"/>
                </a:lnSpc>
                <a:buSzPct val="100000"/>
              </a:pPr>
              <a:r>
                <a:rPr lang="en-US" sz="1000">
                  <a:latin typeface="Aptos Light" panose="020B0004020202020204" pitchFamily="34" charset="0"/>
                </a:rPr>
                <a:t>Sofia, BG</a:t>
              </a:r>
            </a:p>
            <a:p>
              <a:pPr>
                <a:lnSpc>
                  <a:spcPct val="110000"/>
                </a:lnSpc>
                <a:buSzPct val="100000"/>
              </a:pPr>
              <a:r>
                <a:rPr lang="en-US" sz="1000">
                  <a:latin typeface="Aptos Light" panose="020B0004020202020204" pitchFamily="34" charset="0"/>
                </a:rPr>
                <a:t>Helmond, NL</a:t>
              </a:r>
            </a:p>
            <a:p>
              <a:pPr>
                <a:lnSpc>
                  <a:spcPct val="110000"/>
                </a:lnSpc>
                <a:buSzPct val="100000"/>
              </a:pPr>
              <a:r>
                <a:rPr lang="en-US" sz="1000">
                  <a:latin typeface="Aptos Light" panose="020B0004020202020204" pitchFamily="34" charset="0"/>
                </a:rPr>
                <a:t>Barcelona, ES</a:t>
              </a:r>
            </a:p>
            <a:p>
              <a:pPr>
                <a:lnSpc>
                  <a:spcPct val="110000"/>
                </a:lnSpc>
                <a:buSzPct val="100000"/>
              </a:pPr>
              <a:r>
                <a:rPr lang="en-US" sz="1000" b="0">
                  <a:latin typeface="Aptos Light" panose="020B0004020202020204" pitchFamily="34" charset="0"/>
                </a:rPr>
                <a:t>Bilbao, ES</a:t>
              </a:r>
            </a:p>
            <a:p>
              <a:pPr>
                <a:lnSpc>
                  <a:spcPct val="110000"/>
                </a:lnSpc>
                <a:buSzPct val="100000"/>
              </a:pPr>
              <a:r>
                <a:rPr lang="en-US" sz="1000">
                  <a:latin typeface="Aptos Light" panose="020B0004020202020204" pitchFamily="34" charset="0"/>
                </a:rPr>
                <a:t>Salamanca, ES</a:t>
              </a:r>
            </a:p>
            <a:p>
              <a:pPr>
                <a:lnSpc>
                  <a:spcPct val="110000"/>
                </a:lnSpc>
                <a:buSzPct val="100000"/>
              </a:pPr>
              <a:r>
                <a:rPr lang="en-US" sz="1000">
                  <a:latin typeface="Aptos Light" panose="020B0004020202020204" pitchFamily="34" charset="0"/>
                </a:rPr>
                <a:t>Valencia, ES</a:t>
              </a:r>
            </a:p>
            <a:p>
              <a:pPr>
                <a:lnSpc>
                  <a:spcPct val="110000"/>
                </a:lnSpc>
                <a:buSzPct val="100000"/>
              </a:pPr>
              <a:r>
                <a:rPr lang="en-US" sz="1000">
                  <a:latin typeface="Aptos Light" panose="020B0004020202020204" pitchFamily="34" charset="0"/>
                </a:rPr>
                <a:t>Zaragoza, ES</a:t>
              </a:r>
            </a:p>
            <a:p>
              <a:pPr>
                <a:lnSpc>
                  <a:spcPct val="110000"/>
                </a:lnSpc>
                <a:buSzPct val="100000"/>
              </a:pPr>
              <a:r>
                <a:rPr lang="en-US" sz="1000">
                  <a:latin typeface="Aptos Light" panose="020B0004020202020204" pitchFamily="34" charset="0"/>
                </a:rPr>
                <a:t>Copenhagen, DK</a:t>
              </a:r>
            </a:p>
            <a:p>
              <a:pPr>
                <a:lnSpc>
                  <a:spcPct val="110000"/>
                </a:lnSpc>
                <a:buSzPct val="100000"/>
              </a:pPr>
              <a:r>
                <a:rPr lang="en-US" sz="1000">
                  <a:latin typeface="Aptos Light" panose="020B0004020202020204" pitchFamily="34" charset="0"/>
                </a:rPr>
                <a:t>Zurich, CH</a:t>
              </a:r>
            </a:p>
            <a:p>
              <a:pPr>
                <a:lnSpc>
                  <a:spcPct val="110000"/>
                </a:lnSpc>
                <a:buSzPct val="100000"/>
              </a:pPr>
              <a:r>
                <a:rPr lang="en-US" sz="1000">
                  <a:latin typeface="Aptos Light" panose="020B0004020202020204" pitchFamily="34" charset="0"/>
                </a:rPr>
                <a:t>Fribourg, CH</a:t>
              </a:r>
            </a:p>
            <a:p>
              <a:pPr>
                <a:lnSpc>
                  <a:spcPct val="110000"/>
                </a:lnSpc>
                <a:buSzPct val="100000"/>
              </a:pPr>
              <a:r>
                <a:rPr lang="en-US" sz="1000">
                  <a:latin typeface="Aptos Light" panose="020B0004020202020204" pitchFamily="34" charset="0"/>
                </a:rPr>
                <a:t>Kyiv, UA</a:t>
              </a:r>
            </a:p>
            <a:p>
              <a:pPr>
                <a:lnSpc>
                  <a:spcPct val="110000"/>
                </a:lnSpc>
                <a:buSzPct val="100000"/>
              </a:pPr>
              <a:r>
                <a:rPr lang="en-US" sz="1000">
                  <a:latin typeface="Aptos Light" panose="020B0004020202020204" pitchFamily="34" charset="0"/>
                </a:rPr>
                <a:t>Prague, CZ</a:t>
              </a:r>
            </a:p>
            <a:p>
              <a:pPr>
                <a:lnSpc>
                  <a:spcPct val="110000"/>
                </a:lnSpc>
                <a:buSzPct val="100000"/>
              </a:pPr>
              <a:r>
                <a:rPr lang="en-US" sz="1000">
                  <a:latin typeface="Aptos Light" panose="020B0004020202020204" pitchFamily="34" charset="0"/>
                </a:rPr>
                <a:t>Cape Town, ZA</a:t>
              </a:r>
            </a:p>
          </p:txBody>
        </p:sp>
        <p:sp>
          <p:nvSpPr>
            <p:cNvPr id="54" name="World">
              <a:extLst>
                <a:ext uri="{FF2B5EF4-FFF2-40B4-BE49-F238E27FC236}">
                  <a16:creationId xmlns:a16="http://schemas.microsoft.com/office/drawing/2014/main" id="{E63614DD-7305-E794-E912-7BE54A0C8DEE}"/>
                </a:ext>
              </a:extLst>
            </p:cNvPr>
            <p:cNvSpPr>
              <a:spLocks noChangeAspect="1" noEditPoints="1"/>
            </p:cNvSpPr>
            <p:nvPr/>
          </p:nvSpPr>
          <p:spPr bwMode="auto">
            <a:xfrm>
              <a:off x="3197218" y="963640"/>
              <a:ext cx="8858218" cy="459205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55" name="Square">
              <a:extLst>
                <a:ext uri="{FF2B5EF4-FFF2-40B4-BE49-F238E27FC236}">
                  <a16:creationId xmlns:a16="http://schemas.microsoft.com/office/drawing/2014/main" id="{CFE1932C-A489-6519-6CA1-9FE74664AD13}"/>
                </a:ext>
              </a:extLst>
            </p:cNvPr>
            <p:cNvSpPr>
              <a:spLocks noChangeAspect="1"/>
            </p:cNvSpPr>
            <p:nvPr/>
          </p:nvSpPr>
          <p:spPr bwMode="auto">
            <a:xfrm>
              <a:off x="4218572" y="2786673"/>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58" name="Square">
              <a:extLst>
                <a:ext uri="{FF2B5EF4-FFF2-40B4-BE49-F238E27FC236}">
                  <a16:creationId xmlns:a16="http://schemas.microsoft.com/office/drawing/2014/main" id="{D3ADB5A3-82A5-9C02-D364-A2E2DBFD63A2}"/>
                </a:ext>
              </a:extLst>
            </p:cNvPr>
            <p:cNvSpPr>
              <a:spLocks noChangeAspect="1"/>
            </p:cNvSpPr>
            <p:nvPr/>
          </p:nvSpPr>
          <p:spPr bwMode="auto">
            <a:xfrm>
              <a:off x="5120977" y="238174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6" name="Square">
              <a:extLst>
                <a:ext uri="{FF2B5EF4-FFF2-40B4-BE49-F238E27FC236}">
                  <a16:creationId xmlns:a16="http://schemas.microsoft.com/office/drawing/2014/main" id="{01E1404F-FFC8-7407-AF6B-DB0DF7441A74}"/>
                </a:ext>
              </a:extLst>
            </p:cNvPr>
            <p:cNvSpPr>
              <a:spLocks noChangeAspect="1"/>
            </p:cNvSpPr>
            <p:nvPr/>
          </p:nvSpPr>
          <p:spPr bwMode="auto">
            <a:xfrm>
              <a:off x="5346388"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7" name="Square">
              <a:extLst>
                <a:ext uri="{FF2B5EF4-FFF2-40B4-BE49-F238E27FC236}">
                  <a16:creationId xmlns:a16="http://schemas.microsoft.com/office/drawing/2014/main" id="{5B81512F-8771-C861-13C3-AF82649FBF59}"/>
                </a:ext>
              </a:extLst>
            </p:cNvPr>
            <p:cNvSpPr>
              <a:spLocks noChangeAspect="1"/>
            </p:cNvSpPr>
            <p:nvPr/>
          </p:nvSpPr>
          <p:spPr bwMode="auto">
            <a:xfrm>
              <a:off x="5026474"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8" name="Square">
              <a:extLst>
                <a:ext uri="{FF2B5EF4-FFF2-40B4-BE49-F238E27FC236}">
                  <a16:creationId xmlns:a16="http://schemas.microsoft.com/office/drawing/2014/main" id="{3E832451-4F22-D8FF-64B2-FBE5CF44AAB4}"/>
                </a:ext>
              </a:extLst>
            </p:cNvPr>
            <p:cNvSpPr>
              <a:spLocks noChangeAspect="1"/>
            </p:cNvSpPr>
            <p:nvPr/>
          </p:nvSpPr>
          <p:spPr bwMode="auto">
            <a:xfrm>
              <a:off x="5311053" y="25384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9" name="Square">
              <a:extLst>
                <a:ext uri="{FF2B5EF4-FFF2-40B4-BE49-F238E27FC236}">
                  <a16:creationId xmlns:a16="http://schemas.microsoft.com/office/drawing/2014/main" id="{F0DC335A-EA1D-A22B-73F2-6AD85CA8ED3D}"/>
                </a:ext>
              </a:extLst>
            </p:cNvPr>
            <p:cNvSpPr>
              <a:spLocks noChangeAspect="1"/>
            </p:cNvSpPr>
            <p:nvPr/>
          </p:nvSpPr>
          <p:spPr bwMode="auto">
            <a:xfrm>
              <a:off x="5181190" y="288849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70" name="Square">
              <a:extLst>
                <a:ext uri="{FF2B5EF4-FFF2-40B4-BE49-F238E27FC236}">
                  <a16:creationId xmlns:a16="http://schemas.microsoft.com/office/drawing/2014/main" id="{3F48A4D7-BC94-D3A3-F485-A073B9A6E168}"/>
                </a:ext>
              </a:extLst>
            </p:cNvPr>
            <p:cNvSpPr>
              <a:spLocks noChangeAspect="1"/>
            </p:cNvSpPr>
            <p:nvPr/>
          </p:nvSpPr>
          <p:spPr bwMode="auto">
            <a:xfrm>
              <a:off x="4946004" y="293314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71" name="Square">
              <a:extLst>
                <a:ext uri="{FF2B5EF4-FFF2-40B4-BE49-F238E27FC236}">
                  <a16:creationId xmlns:a16="http://schemas.microsoft.com/office/drawing/2014/main" id="{98853B89-0EAA-566D-8609-868DF9733425}"/>
                </a:ext>
              </a:extLst>
            </p:cNvPr>
            <p:cNvSpPr>
              <a:spLocks noChangeAspect="1"/>
            </p:cNvSpPr>
            <p:nvPr/>
          </p:nvSpPr>
          <p:spPr bwMode="auto">
            <a:xfrm>
              <a:off x="4766794" y="240969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72" name="Square">
              <a:extLst>
                <a:ext uri="{FF2B5EF4-FFF2-40B4-BE49-F238E27FC236}">
                  <a16:creationId xmlns:a16="http://schemas.microsoft.com/office/drawing/2014/main" id="{ADA127F2-FA67-93DA-4A2E-35E4471389E9}"/>
                </a:ext>
              </a:extLst>
            </p:cNvPr>
            <p:cNvSpPr>
              <a:spLocks noChangeAspect="1"/>
            </p:cNvSpPr>
            <p:nvPr/>
          </p:nvSpPr>
          <p:spPr bwMode="auto">
            <a:xfrm>
              <a:off x="5495321" y="22729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73" name="Square">
              <a:extLst>
                <a:ext uri="{FF2B5EF4-FFF2-40B4-BE49-F238E27FC236}">
                  <a16:creationId xmlns:a16="http://schemas.microsoft.com/office/drawing/2014/main" id="{9FA77DA2-3FC7-495F-D44B-F154A7E0DC05}"/>
                </a:ext>
              </a:extLst>
            </p:cNvPr>
            <p:cNvSpPr>
              <a:spLocks noChangeAspect="1"/>
            </p:cNvSpPr>
            <p:nvPr/>
          </p:nvSpPr>
          <p:spPr bwMode="auto">
            <a:xfrm>
              <a:off x="4985076" y="34056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74" name="Square">
              <a:extLst>
                <a:ext uri="{FF2B5EF4-FFF2-40B4-BE49-F238E27FC236}">
                  <a16:creationId xmlns:a16="http://schemas.microsoft.com/office/drawing/2014/main" id="{B01CEC6B-8AC4-DC71-972F-FC3A31D1D102}"/>
                </a:ext>
              </a:extLst>
            </p:cNvPr>
            <p:cNvSpPr>
              <a:spLocks noChangeAspect="1"/>
            </p:cNvSpPr>
            <p:nvPr/>
          </p:nvSpPr>
          <p:spPr bwMode="auto">
            <a:xfrm>
              <a:off x="4827563" y="332601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75" name="Square">
              <a:extLst>
                <a:ext uri="{FF2B5EF4-FFF2-40B4-BE49-F238E27FC236}">
                  <a16:creationId xmlns:a16="http://schemas.microsoft.com/office/drawing/2014/main" id="{C2EB37BD-36B4-E020-D6A4-A41ABDE56512}"/>
                </a:ext>
              </a:extLst>
            </p:cNvPr>
            <p:cNvSpPr>
              <a:spLocks noChangeAspect="1"/>
            </p:cNvSpPr>
            <p:nvPr/>
          </p:nvSpPr>
          <p:spPr bwMode="auto">
            <a:xfrm>
              <a:off x="5126000" y="349263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76" name="Square">
              <a:extLst>
                <a:ext uri="{FF2B5EF4-FFF2-40B4-BE49-F238E27FC236}">
                  <a16:creationId xmlns:a16="http://schemas.microsoft.com/office/drawing/2014/main" id="{DEFCDE5A-4505-4ADD-5441-66419C3F769C}"/>
                </a:ext>
              </a:extLst>
            </p:cNvPr>
            <p:cNvSpPr>
              <a:spLocks noChangeAspect="1"/>
            </p:cNvSpPr>
            <p:nvPr/>
          </p:nvSpPr>
          <p:spPr bwMode="auto">
            <a:xfrm>
              <a:off x="5518800" y="467448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77" name="Square">
              <a:extLst>
                <a:ext uri="{FF2B5EF4-FFF2-40B4-BE49-F238E27FC236}">
                  <a16:creationId xmlns:a16="http://schemas.microsoft.com/office/drawing/2014/main" id="{A8CBA7BD-87D4-8425-B833-24DF203F9B96}"/>
                </a:ext>
              </a:extLst>
            </p:cNvPr>
            <p:cNvSpPr>
              <a:spLocks noChangeAspect="1"/>
            </p:cNvSpPr>
            <p:nvPr/>
          </p:nvSpPr>
          <p:spPr bwMode="auto">
            <a:xfrm>
              <a:off x="5417177" y="409766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78" name="Square">
              <a:extLst>
                <a:ext uri="{FF2B5EF4-FFF2-40B4-BE49-F238E27FC236}">
                  <a16:creationId xmlns:a16="http://schemas.microsoft.com/office/drawing/2014/main" id="{619DE23F-B307-C5FD-4873-F4B77780EC25}"/>
                </a:ext>
              </a:extLst>
            </p:cNvPr>
            <p:cNvSpPr>
              <a:spLocks noChangeAspect="1"/>
            </p:cNvSpPr>
            <p:nvPr/>
          </p:nvSpPr>
          <p:spPr bwMode="auto">
            <a:xfrm>
              <a:off x="6085199" y="461458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79" name="Square">
              <a:extLst>
                <a:ext uri="{FF2B5EF4-FFF2-40B4-BE49-F238E27FC236}">
                  <a16:creationId xmlns:a16="http://schemas.microsoft.com/office/drawing/2014/main" id="{35834017-6783-F622-29ED-909A620F3EA4}"/>
                </a:ext>
              </a:extLst>
            </p:cNvPr>
            <p:cNvSpPr>
              <a:spLocks noChangeAspect="1"/>
            </p:cNvSpPr>
            <p:nvPr/>
          </p:nvSpPr>
          <p:spPr bwMode="auto">
            <a:xfrm>
              <a:off x="5815324" y="48982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80" name="Square">
              <a:extLst>
                <a:ext uri="{FF2B5EF4-FFF2-40B4-BE49-F238E27FC236}">
                  <a16:creationId xmlns:a16="http://schemas.microsoft.com/office/drawing/2014/main" id="{B1A4B570-3608-5706-DECB-03C94ABD1826}"/>
                </a:ext>
              </a:extLst>
            </p:cNvPr>
            <p:cNvSpPr>
              <a:spLocks noChangeAspect="1"/>
            </p:cNvSpPr>
            <p:nvPr/>
          </p:nvSpPr>
          <p:spPr bwMode="auto">
            <a:xfrm>
              <a:off x="7206037" y="2304280"/>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81" name="Square">
              <a:extLst>
                <a:ext uri="{FF2B5EF4-FFF2-40B4-BE49-F238E27FC236}">
                  <a16:creationId xmlns:a16="http://schemas.microsoft.com/office/drawing/2014/main" id="{C932E0DA-5256-CEB4-5644-23B1D5D7D1A3}"/>
                </a:ext>
              </a:extLst>
            </p:cNvPr>
            <p:cNvSpPr>
              <a:spLocks noChangeAspect="1"/>
            </p:cNvSpPr>
            <p:nvPr/>
          </p:nvSpPr>
          <p:spPr bwMode="auto">
            <a:xfrm>
              <a:off x="9148033" y="360077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82" name="Square">
              <a:extLst>
                <a:ext uri="{FF2B5EF4-FFF2-40B4-BE49-F238E27FC236}">
                  <a16:creationId xmlns:a16="http://schemas.microsoft.com/office/drawing/2014/main" id="{8508CD94-F215-72C8-87DC-D36DEA6A4ACB}"/>
                </a:ext>
              </a:extLst>
            </p:cNvPr>
            <p:cNvSpPr>
              <a:spLocks noChangeAspect="1"/>
            </p:cNvSpPr>
            <p:nvPr/>
          </p:nvSpPr>
          <p:spPr bwMode="auto">
            <a:xfrm>
              <a:off x="9792956" y="362652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83" name="Square">
              <a:extLst>
                <a:ext uri="{FF2B5EF4-FFF2-40B4-BE49-F238E27FC236}">
                  <a16:creationId xmlns:a16="http://schemas.microsoft.com/office/drawing/2014/main" id="{898013C2-788F-1923-CACC-8A23E58BECD5}"/>
                </a:ext>
              </a:extLst>
            </p:cNvPr>
            <p:cNvSpPr>
              <a:spLocks noChangeAspect="1"/>
            </p:cNvSpPr>
            <p:nvPr/>
          </p:nvSpPr>
          <p:spPr bwMode="auto">
            <a:xfrm>
              <a:off x="7186502" y="219336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84" name="Square">
              <a:extLst>
                <a:ext uri="{FF2B5EF4-FFF2-40B4-BE49-F238E27FC236}">
                  <a16:creationId xmlns:a16="http://schemas.microsoft.com/office/drawing/2014/main" id="{AE7A81A3-B44C-1246-FFC2-A150A8DC898C}"/>
                </a:ext>
              </a:extLst>
            </p:cNvPr>
            <p:cNvSpPr>
              <a:spLocks noChangeAspect="1"/>
            </p:cNvSpPr>
            <p:nvPr/>
          </p:nvSpPr>
          <p:spPr bwMode="auto">
            <a:xfrm>
              <a:off x="10389451" y="35633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85" name="Square">
              <a:extLst>
                <a:ext uri="{FF2B5EF4-FFF2-40B4-BE49-F238E27FC236}">
                  <a16:creationId xmlns:a16="http://schemas.microsoft.com/office/drawing/2014/main" id="{ACEABF90-3212-A20D-7CD6-85CAB379750E}"/>
                </a:ext>
              </a:extLst>
            </p:cNvPr>
            <p:cNvSpPr>
              <a:spLocks noChangeAspect="1"/>
            </p:cNvSpPr>
            <p:nvPr/>
          </p:nvSpPr>
          <p:spPr bwMode="auto">
            <a:xfrm>
              <a:off x="11095354" y="465360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86" name="Square">
              <a:extLst>
                <a:ext uri="{FF2B5EF4-FFF2-40B4-BE49-F238E27FC236}">
                  <a16:creationId xmlns:a16="http://schemas.microsoft.com/office/drawing/2014/main" id="{EE61F5C3-DA6F-E8CE-F8B7-955B010FD276}"/>
                </a:ext>
              </a:extLst>
            </p:cNvPr>
            <p:cNvSpPr>
              <a:spLocks noChangeAspect="1"/>
            </p:cNvSpPr>
            <p:nvPr/>
          </p:nvSpPr>
          <p:spPr bwMode="auto">
            <a:xfrm>
              <a:off x="11095354" y="449520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87" name="Square">
              <a:extLst>
                <a:ext uri="{FF2B5EF4-FFF2-40B4-BE49-F238E27FC236}">
                  <a16:creationId xmlns:a16="http://schemas.microsoft.com/office/drawing/2014/main" id="{A726A506-756D-A9B5-8C05-1E2F468CCD9A}"/>
                </a:ext>
              </a:extLst>
            </p:cNvPr>
            <p:cNvSpPr>
              <a:spLocks noChangeAspect="1"/>
            </p:cNvSpPr>
            <p:nvPr/>
          </p:nvSpPr>
          <p:spPr bwMode="auto">
            <a:xfrm>
              <a:off x="9869049" y="374275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88" name="Square">
              <a:extLst>
                <a:ext uri="{FF2B5EF4-FFF2-40B4-BE49-F238E27FC236}">
                  <a16:creationId xmlns:a16="http://schemas.microsoft.com/office/drawing/2014/main" id="{979CB38D-5600-CD33-0E6A-2955FE97B7E5}"/>
                </a:ext>
              </a:extLst>
            </p:cNvPr>
            <p:cNvSpPr>
              <a:spLocks noChangeAspect="1"/>
            </p:cNvSpPr>
            <p:nvPr/>
          </p:nvSpPr>
          <p:spPr bwMode="auto">
            <a:xfrm>
              <a:off x="10259656" y="31024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89" name="Square">
              <a:extLst>
                <a:ext uri="{FF2B5EF4-FFF2-40B4-BE49-F238E27FC236}">
                  <a16:creationId xmlns:a16="http://schemas.microsoft.com/office/drawing/2014/main" id="{C774FCBF-D2C3-7C61-35D5-F7B114A2C7D7}"/>
                </a:ext>
              </a:extLst>
            </p:cNvPr>
            <p:cNvSpPr>
              <a:spLocks noChangeAspect="1"/>
            </p:cNvSpPr>
            <p:nvPr/>
          </p:nvSpPr>
          <p:spPr bwMode="auto">
            <a:xfrm>
              <a:off x="10093206" y="327022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90" name="Square">
              <a:extLst>
                <a:ext uri="{FF2B5EF4-FFF2-40B4-BE49-F238E27FC236}">
                  <a16:creationId xmlns:a16="http://schemas.microsoft.com/office/drawing/2014/main" id="{CC63DE46-1C34-E199-7CB9-23A1BF56A7CD}"/>
                </a:ext>
              </a:extLst>
            </p:cNvPr>
            <p:cNvSpPr>
              <a:spLocks noChangeAspect="1"/>
            </p:cNvSpPr>
            <p:nvPr/>
          </p:nvSpPr>
          <p:spPr bwMode="auto">
            <a:xfrm>
              <a:off x="7413453" y="237480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91" name="Square">
              <a:extLst>
                <a:ext uri="{FF2B5EF4-FFF2-40B4-BE49-F238E27FC236}">
                  <a16:creationId xmlns:a16="http://schemas.microsoft.com/office/drawing/2014/main" id="{E6BE4679-D19A-E106-2081-E390746EF52E}"/>
                </a:ext>
              </a:extLst>
            </p:cNvPr>
            <p:cNvSpPr>
              <a:spLocks noChangeAspect="1"/>
            </p:cNvSpPr>
            <p:nvPr/>
          </p:nvSpPr>
          <p:spPr bwMode="auto">
            <a:xfrm>
              <a:off x="7091469" y="27377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92" name="Square">
              <a:extLst>
                <a:ext uri="{FF2B5EF4-FFF2-40B4-BE49-F238E27FC236}">
                  <a16:creationId xmlns:a16="http://schemas.microsoft.com/office/drawing/2014/main" id="{2E6B2018-801D-4364-AD08-337F09FB2296}"/>
                </a:ext>
              </a:extLst>
            </p:cNvPr>
            <p:cNvSpPr>
              <a:spLocks noChangeAspect="1"/>
            </p:cNvSpPr>
            <p:nvPr/>
          </p:nvSpPr>
          <p:spPr bwMode="auto">
            <a:xfrm>
              <a:off x="7358166" y="248202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93" name="Square">
              <a:extLst>
                <a:ext uri="{FF2B5EF4-FFF2-40B4-BE49-F238E27FC236}">
                  <a16:creationId xmlns:a16="http://schemas.microsoft.com/office/drawing/2014/main" id="{579336E2-5106-03C2-0D61-84892213C6C8}"/>
                </a:ext>
              </a:extLst>
            </p:cNvPr>
            <p:cNvSpPr>
              <a:spLocks noChangeAspect="1"/>
            </p:cNvSpPr>
            <p:nvPr/>
          </p:nvSpPr>
          <p:spPr bwMode="auto">
            <a:xfrm>
              <a:off x="7676218" y="224172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94" name="Square">
              <a:extLst>
                <a:ext uri="{FF2B5EF4-FFF2-40B4-BE49-F238E27FC236}">
                  <a16:creationId xmlns:a16="http://schemas.microsoft.com/office/drawing/2014/main" id="{094A02E2-7B10-AE9E-05C4-0120BD475737}"/>
                </a:ext>
              </a:extLst>
            </p:cNvPr>
            <p:cNvSpPr>
              <a:spLocks noChangeAspect="1"/>
            </p:cNvSpPr>
            <p:nvPr/>
          </p:nvSpPr>
          <p:spPr bwMode="auto">
            <a:xfrm>
              <a:off x="8384508" y="261086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95" name="Square">
              <a:extLst>
                <a:ext uri="{FF2B5EF4-FFF2-40B4-BE49-F238E27FC236}">
                  <a16:creationId xmlns:a16="http://schemas.microsoft.com/office/drawing/2014/main" id="{A9380B0F-EE95-60ED-503C-180F7AFB2E6C}"/>
                </a:ext>
              </a:extLst>
            </p:cNvPr>
            <p:cNvSpPr>
              <a:spLocks noChangeAspect="1"/>
            </p:cNvSpPr>
            <p:nvPr/>
          </p:nvSpPr>
          <p:spPr bwMode="auto">
            <a:xfrm>
              <a:off x="8290735" y="270277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96" name="Square">
              <a:extLst>
                <a:ext uri="{FF2B5EF4-FFF2-40B4-BE49-F238E27FC236}">
                  <a16:creationId xmlns:a16="http://schemas.microsoft.com/office/drawing/2014/main" id="{51B0597E-4D73-0F41-00B6-96FEB1FEA95B}"/>
                </a:ext>
              </a:extLst>
            </p:cNvPr>
            <p:cNvSpPr>
              <a:spLocks noChangeAspect="1"/>
            </p:cNvSpPr>
            <p:nvPr/>
          </p:nvSpPr>
          <p:spPr bwMode="auto">
            <a:xfrm>
              <a:off x="9119418" y="3496923"/>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97" name="Square">
              <a:extLst>
                <a:ext uri="{FF2B5EF4-FFF2-40B4-BE49-F238E27FC236}">
                  <a16:creationId xmlns:a16="http://schemas.microsoft.com/office/drawing/2014/main" id="{962C365F-9CB6-ABD5-DF5C-283B5B32040F}"/>
                </a:ext>
              </a:extLst>
            </p:cNvPr>
            <p:cNvSpPr>
              <a:spLocks noChangeAspect="1"/>
            </p:cNvSpPr>
            <p:nvPr/>
          </p:nvSpPr>
          <p:spPr bwMode="auto">
            <a:xfrm>
              <a:off x="9220258" y="335131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98" name="Square">
              <a:extLst>
                <a:ext uri="{FF2B5EF4-FFF2-40B4-BE49-F238E27FC236}">
                  <a16:creationId xmlns:a16="http://schemas.microsoft.com/office/drawing/2014/main" id="{F483F5E1-FB08-66DB-C1CC-697364E3FC7E}"/>
                </a:ext>
              </a:extLst>
            </p:cNvPr>
            <p:cNvSpPr>
              <a:spLocks noChangeAspect="1"/>
            </p:cNvSpPr>
            <p:nvPr/>
          </p:nvSpPr>
          <p:spPr bwMode="auto">
            <a:xfrm>
              <a:off x="9069889" y="31168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99" name="Square">
              <a:extLst>
                <a:ext uri="{FF2B5EF4-FFF2-40B4-BE49-F238E27FC236}">
                  <a16:creationId xmlns:a16="http://schemas.microsoft.com/office/drawing/2014/main" id="{B204F3C9-4E96-7532-1236-98125E0FE025}"/>
                </a:ext>
              </a:extLst>
            </p:cNvPr>
            <p:cNvSpPr>
              <a:spLocks noChangeAspect="1"/>
            </p:cNvSpPr>
            <p:nvPr/>
          </p:nvSpPr>
          <p:spPr bwMode="auto">
            <a:xfrm>
              <a:off x="7037387" y="22729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00" name="Square">
              <a:extLst>
                <a:ext uri="{FF2B5EF4-FFF2-40B4-BE49-F238E27FC236}">
                  <a16:creationId xmlns:a16="http://schemas.microsoft.com/office/drawing/2014/main" id="{15D77EAE-3D32-B67F-2FB5-6A469CAC86E7}"/>
                </a:ext>
              </a:extLst>
            </p:cNvPr>
            <p:cNvSpPr>
              <a:spLocks noChangeAspect="1"/>
            </p:cNvSpPr>
            <p:nvPr/>
          </p:nvSpPr>
          <p:spPr bwMode="auto">
            <a:xfrm>
              <a:off x="8167494" y="30778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01" name="Square">
              <a:extLst>
                <a:ext uri="{FF2B5EF4-FFF2-40B4-BE49-F238E27FC236}">
                  <a16:creationId xmlns:a16="http://schemas.microsoft.com/office/drawing/2014/main" id="{3CB461B3-6507-DF14-AC49-C03DC56D5F7F}"/>
                </a:ext>
              </a:extLst>
            </p:cNvPr>
            <p:cNvSpPr>
              <a:spLocks noChangeAspect="1"/>
            </p:cNvSpPr>
            <p:nvPr userDrawn="1"/>
          </p:nvSpPr>
          <p:spPr bwMode="auto">
            <a:xfrm>
              <a:off x="10871541" y="4797838"/>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grpSp>
    </p:spTree>
    <p:extLst>
      <p:ext uri="{BB962C8B-B14F-4D97-AF65-F5344CB8AC3E}">
        <p14:creationId xmlns:p14="http://schemas.microsoft.com/office/powerpoint/2010/main" val="25455129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Worldwide office locations Updated">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a:solidFill>
                  <a:schemeClr val="bg1"/>
                </a:solidFill>
                <a:latin typeface="Aptos Light" panose="020B0004020202020204" pitchFamily="34" charset="0"/>
              </a:rPr>
              <a:t>Engineering change </a:t>
            </a:r>
            <a:br>
              <a:rPr lang="en-US" b="0">
                <a:solidFill>
                  <a:schemeClr val="bg1"/>
                </a:solidFill>
                <a:latin typeface="Aptos Light" panose="020B0004020202020204" pitchFamily="34" charset="0"/>
              </a:rPr>
            </a:br>
            <a:r>
              <a:rPr lang="en-US" b="0">
                <a:solidFill>
                  <a:schemeClr val="bg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solidFill>
                  <a:schemeClr val="bg1"/>
                </a:solidFill>
                <a:latin typeface="Aptos Light" panose="020B0004020202020204" pitchFamily="34" charset="0"/>
              </a:rPr>
              <a:t>*To see a list of all offices, visit </a:t>
            </a:r>
            <a:r>
              <a:rPr lang="en-US" sz="1050" b="1" i="0" u="sng">
                <a:solidFill>
                  <a:schemeClr val="bg1"/>
                </a:solidFill>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a:solidFill>
                    <a:schemeClr val="bg1"/>
                  </a:solidFill>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a:solidFill>
                    <a:schemeClr val="bg1"/>
                  </a:solidFill>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5" name="UST" descr="UST">
            <a:extLst>
              <a:ext uri="{FF2B5EF4-FFF2-40B4-BE49-F238E27FC236}">
                <a16:creationId xmlns:a16="http://schemas.microsoft.com/office/drawing/2014/main" id="{72D52E3F-9A96-46B2-35AF-A2385C66C267}"/>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1F20"/>
              </a:solidFill>
              <a:effectLst/>
              <a:uLnTx/>
              <a:uFillTx/>
            </a:endParaRPr>
          </a:p>
        </p:txBody>
      </p:sp>
      <p:sp>
        <p:nvSpPr>
          <p:cNvPr id="6" name="Legal">
            <a:extLst>
              <a:ext uri="{FF2B5EF4-FFF2-40B4-BE49-F238E27FC236}">
                <a16:creationId xmlns:a16="http://schemas.microsoft.com/office/drawing/2014/main" id="{91C9DE65-92FF-E31B-4F50-1D04E1E2AEE3}"/>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solidFill>
                  <a:schemeClr val="bg1"/>
                </a:solidFill>
                <a:latin typeface="Aptos Light" panose="020B0004020202020204" pitchFamily="34" charset="0"/>
              </a:rPr>
              <a:t>Confidential and Proprietary. © 2025 UST Global Inc</a:t>
            </a:r>
          </a:p>
        </p:txBody>
      </p:sp>
      <p:sp>
        <p:nvSpPr>
          <p:cNvPr id="7" name="Slide Number Placeholder 10">
            <a:extLst>
              <a:ext uri="{FF2B5EF4-FFF2-40B4-BE49-F238E27FC236}">
                <a16:creationId xmlns:a16="http://schemas.microsoft.com/office/drawing/2014/main" id="{B0A46B1E-3B82-5F78-393F-101F550F1FF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a:solidFill>
                <a:schemeClr val="bg1"/>
              </a:solidFill>
              <a:latin typeface="Aptos Light" panose="020B0004020202020204" pitchFamily="34" charset="0"/>
              <a:cs typeface="Trebuchet MS"/>
            </a:endParaRPr>
          </a:p>
        </p:txBody>
      </p:sp>
      <p:grpSp>
        <p:nvGrpSpPr>
          <p:cNvPr id="2" name="Group 1">
            <a:extLst>
              <a:ext uri="{FF2B5EF4-FFF2-40B4-BE49-F238E27FC236}">
                <a16:creationId xmlns:a16="http://schemas.microsoft.com/office/drawing/2014/main" id="{DFAA0CAE-2412-D667-93F8-99143722631D}"/>
              </a:ext>
            </a:extLst>
          </p:cNvPr>
          <p:cNvGrpSpPr/>
          <p:nvPr userDrawn="1"/>
        </p:nvGrpSpPr>
        <p:grpSpPr>
          <a:xfrm>
            <a:off x="2845949" y="1020802"/>
            <a:ext cx="8869680" cy="5531539"/>
            <a:chOff x="2845949" y="1020802"/>
            <a:chExt cx="8869680" cy="5531539"/>
          </a:xfrm>
        </p:grpSpPr>
        <p:grpSp>
          <p:nvGrpSpPr>
            <p:cNvPr id="52" name="Group 51">
              <a:extLst>
                <a:ext uri="{FF2B5EF4-FFF2-40B4-BE49-F238E27FC236}">
                  <a16:creationId xmlns:a16="http://schemas.microsoft.com/office/drawing/2014/main" id="{7197B5D4-95ED-74A2-3647-62DE4271BFE2}"/>
                </a:ext>
              </a:extLst>
            </p:cNvPr>
            <p:cNvGrpSpPr>
              <a:grpSpLocks noChangeAspect="1"/>
            </p:cNvGrpSpPr>
            <p:nvPr userDrawn="1"/>
          </p:nvGrpSpPr>
          <p:grpSpPr>
            <a:xfrm>
              <a:off x="2845949" y="1020802"/>
              <a:ext cx="8869680" cy="5531539"/>
              <a:chOff x="2983517" y="963640"/>
              <a:chExt cx="9089403" cy="5668569"/>
            </a:xfrm>
          </p:grpSpPr>
          <p:sp>
            <p:nvSpPr>
              <p:cNvPr id="54" name="TextBox 53">
                <a:extLst>
                  <a:ext uri="{FF2B5EF4-FFF2-40B4-BE49-F238E27FC236}">
                    <a16:creationId xmlns:a16="http://schemas.microsoft.com/office/drawing/2014/main" id="{C0C52C69-8DF0-37A2-CA5E-28499212BC8D}"/>
                  </a:ext>
                </a:extLst>
              </p:cNvPr>
              <p:cNvSpPr txBox="1"/>
              <p:nvPr/>
            </p:nvSpPr>
            <p:spPr>
              <a:xfrm>
                <a:off x="2983517" y="2312060"/>
                <a:ext cx="1125259" cy="3325772"/>
              </a:xfrm>
              <a:prstGeom prst="rect">
                <a:avLst/>
              </a:prstGeom>
              <a:noFill/>
            </p:spPr>
            <p:txBody>
              <a:bodyPr wrap="none" lIns="0" tIns="0" rIns="0" bIns="0" rtlCol="0">
                <a:spAutoFit/>
              </a:bodyPr>
              <a:lstStyle/>
              <a:p>
                <a:pPr>
                  <a:lnSpc>
                    <a:spcPct val="110000"/>
                  </a:lnSpc>
                  <a:spcAft>
                    <a:spcPts val="100"/>
                  </a:spcAft>
                  <a:buSzPct val="100000"/>
                </a:pPr>
                <a:r>
                  <a:rPr lang="en-US" sz="1000" b="1">
                    <a:solidFill>
                      <a:schemeClr val="bg1"/>
                    </a:solidFill>
                    <a:latin typeface="Aptos Light" panose="020B0004020202020204" pitchFamily="34" charset="0"/>
                  </a:rPr>
                  <a:t>AMERICAS</a:t>
                </a:r>
              </a:p>
              <a:p>
                <a:pPr>
                  <a:lnSpc>
                    <a:spcPct val="110000"/>
                  </a:lnSpc>
                  <a:spcAft>
                    <a:spcPts val="100"/>
                  </a:spcAft>
                  <a:buSzPct val="100000"/>
                </a:pPr>
                <a:r>
                  <a:rPr lang="en-US" sz="1000">
                    <a:solidFill>
                      <a:schemeClr val="accent6"/>
                    </a:solidFill>
                    <a:latin typeface="Aptos Light" panose="020B0004020202020204" pitchFamily="34" charset="0"/>
                  </a:rPr>
                  <a:t>Global HQ – Orange </a:t>
                </a:r>
                <a:br>
                  <a:rPr lang="en-US" sz="1000">
                    <a:solidFill>
                      <a:schemeClr val="accent6"/>
                    </a:solidFill>
                    <a:latin typeface="Aptos Light" panose="020B0004020202020204" pitchFamily="34" charset="0"/>
                  </a:rPr>
                </a:br>
                <a:r>
                  <a:rPr lang="en-US" sz="1000">
                    <a:solidFill>
                      <a:schemeClr val="accent6"/>
                    </a:solidFill>
                    <a:latin typeface="Aptos Light" panose="020B0004020202020204" pitchFamily="34" charset="0"/>
                  </a:rPr>
                  <a:t>County, CA</a:t>
                </a:r>
              </a:p>
              <a:p>
                <a:pPr>
                  <a:lnSpc>
                    <a:spcPct val="110000"/>
                  </a:lnSpc>
                  <a:spcAft>
                    <a:spcPts val="100"/>
                  </a:spcAft>
                  <a:buSzPct val="100000"/>
                </a:pPr>
                <a:r>
                  <a:rPr lang="en-US" sz="1000">
                    <a:solidFill>
                      <a:schemeClr val="bg1"/>
                    </a:solidFill>
                    <a:latin typeface="Aptos Light" panose="020B0004020202020204" pitchFamily="34" charset="0"/>
                  </a:rPr>
                  <a:t>Bentonville, AR</a:t>
                </a:r>
              </a:p>
              <a:p>
                <a:pPr>
                  <a:lnSpc>
                    <a:spcPct val="110000"/>
                  </a:lnSpc>
                  <a:spcAft>
                    <a:spcPts val="100"/>
                  </a:spcAft>
                  <a:buSzPct val="100000"/>
                </a:pPr>
                <a:r>
                  <a:rPr lang="en-US" sz="1000">
                    <a:solidFill>
                      <a:schemeClr val="bg1"/>
                    </a:solidFill>
                    <a:latin typeface="Aptos Light" panose="020B0004020202020204" pitchFamily="34" charset="0"/>
                  </a:rPr>
                  <a:t>Chicago, IL </a:t>
                </a:r>
              </a:p>
              <a:p>
                <a:pPr>
                  <a:lnSpc>
                    <a:spcPct val="110000"/>
                  </a:lnSpc>
                  <a:spcAft>
                    <a:spcPts val="100"/>
                  </a:spcAft>
                  <a:buSzPct val="100000"/>
                </a:pPr>
                <a:r>
                  <a:rPr lang="en-US" sz="1000">
                    <a:solidFill>
                      <a:schemeClr val="bg1"/>
                    </a:solidFill>
                    <a:latin typeface="Aptos Light" panose="020B0004020202020204" pitchFamily="34" charset="0"/>
                  </a:rPr>
                  <a:t>Norfolk, VA</a:t>
                </a:r>
              </a:p>
              <a:p>
                <a:pPr>
                  <a:lnSpc>
                    <a:spcPct val="110000"/>
                  </a:lnSpc>
                  <a:spcAft>
                    <a:spcPts val="100"/>
                  </a:spcAft>
                  <a:buSzPct val="100000"/>
                </a:pPr>
                <a:r>
                  <a:rPr lang="en-US" sz="1000">
                    <a:solidFill>
                      <a:schemeClr val="bg1"/>
                    </a:solidFill>
                    <a:latin typeface="Aptos Light" panose="020B0004020202020204" pitchFamily="34" charset="0"/>
                  </a:rPr>
                  <a:t>Columbus, OH</a:t>
                </a:r>
              </a:p>
              <a:p>
                <a:pPr>
                  <a:lnSpc>
                    <a:spcPct val="110000"/>
                  </a:lnSpc>
                  <a:spcAft>
                    <a:spcPts val="100"/>
                  </a:spcAft>
                  <a:buSzPct val="100000"/>
                </a:pPr>
                <a:r>
                  <a:rPr lang="en-US" sz="1000">
                    <a:solidFill>
                      <a:schemeClr val="bg1"/>
                    </a:solidFill>
                    <a:latin typeface="Aptos Light" panose="020B0004020202020204" pitchFamily="34" charset="0"/>
                  </a:rPr>
                  <a:t>Atlanta, GA</a:t>
                </a:r>
              </a:p>
              <a:p>
                <a:pPr>
                  <a:lnSpc>
                    <a:spcPct val="110000"/>
                  </a:lnSpc>
                  <a:spcAft>
                    <a:spcPts val="100"/>
                  </a:spcAft>
                  <a:buSzPct val="100000"/>
                </a:pPr>
                <a:r>
                  <a:rPr lang="en-US" sz="1000">
                    <a:solidFill>
                      <a:schemeClr val="bg1"/>
                    </a:solidFill>
                    <a:latin typeface="Aptos Light" panose="020B0004020202020204" pitchFamily="34" charset="0"/>
                  </a:rPr>
                  <a:t>Dallas, TX</a:t>
                </a:r>
              </a:p>
              <a:p>
                <a:pPr>
                  <a:lnSpc>
                    <a:spcPct val="110000"/>
                  </a:lnSpc>
                  <a:spcAft>
                    <a:spcPts val="100"/>
                  </a:spcAft>
                  <a:buSzPct val="100000"/>
                </a:pPr>
                <a:r>
                  <a:rPr lang="en-US" sz="1000">
                    <a:solidFill>
                      <a:schemeClr val="bg1"/>
                    </a:solidFill>
                    <a:latin typeface="Aptos Light" panose="020B0004020202020204" pitchFamily="34" charset="0"/>
                  </a:rPr>
                  <a:t>Ames, IA </a:t>
                </a:r>
              </a:p>
              <a:p>
                <a:pPr>
                  <a:lnSpc>
                    <a:spcPct val="110000"/>
                  </a:lnSpc>
                  <a:spcAft>
                    <a:spcPts val="100"/>
                  </a:spcAft>
                  <a:buSzPct val="100000"/>
                </a:pPr>
                <a:r>
                  <a:rPr lang="en-US" sz="1000">
                    <a:solidFill>
                      <a:schemeClr val="bg1"/>
                    </a:solidFill>
                    <a:latin typeface="Aptos Light" panose="020B0004020202020204" pitchFamily="34" charset="0"/>
                  </a:rPr>
                  <a:t>Toronto, CA</a:t>
                </a:r>
              </a:p>
              <a:p>
                <a:pPr>
                  <a:lnSpc>
                    <a:spcPct val="110000"/>
                  </a:lnSpc>
                  <a:spcAft>
                    <a:spcPts val="100"/>
                  </a:spcAft>
                  <a:buSzPct val="100000"/>
                </a:pPr>
                <a:r>
                  <a:rPr lang="en-US" sz="1000">
                    <a:solidFill>
                      <a:schemeClr val="bg1"/>
                    </a:solidFill>
                    <a:latin typeface="Aptos Light" panose="020B0004020202020204" pitchFamily="34" charset="0"/>
                  </a:rPr>
                  <a:t>Guadalajara, MX</a:t>
                </a:r>
              </a:p>
              <a:p>
                <a:pPr>
                  <a:lnSpc>
                    <a:spcPct val="110000"/>
                  </a:lnSpc>
                  <a:spcAft>
                    <a:spcPts val="100"/>
                  </a:spcAft>
                  <a:buSzPct val="100000"/>
                </a:pPr>
                <a:r>
                  <a:rPr lang="en-US" sz="1000">
                    <a:solidFill>
                      <a:schemeClr val="bg1"/>
                    </a:solidFill>
                    <a:latin typeface="Aptos Light" panose="020B0004020202020204" pitchFamily="34" charset="0"/>
                  </a:rPr>
                  <a:t>Leon, MX</a:t>
                </a:r>
              </a:p>
              <a:p>
                <a:pPr>
                  <a:lnSpc>
                    <a:spcPct val="110000"/>
                  </a:lnSpc>
                  <a:spcAft>
                    <a:spcPts val="100"/>
                  </a:spcAft>
                  <a:buSzPct val="100000"/>
                </a:pPr>
                <a:r>
                  <a:rPr lang="en-US" sz="1000">
                    <a:solidFill>
                      <a:schemeClr val="bg1"/>
                    </a:solidFill>
                    <a:latin typeface="Aptos Light" panose="020B0004020202020204" pitchFamily="34" charset="0"/>
                  </a:rPr>
                  <a:t>San Jose, CR</a:t>
                </a:r>
              </a:p>
              <a:p>
                <a:pPr>
                  <a:lnSpc>
                    <a:spcPct val="110000"/>
                  </a:lnSpc>
                  <a:spcAft>
                    <a:spcPts val="100"/>
                  </a:spcAft>
                  <a:buSzPct val="100000"/>
                </a:pPr>
                <a:r>
                  <a:rPr lang="en-US" sz="1000">
                    <a:solidFill>
                      <a:schemeClr val="bg1"/>
                    </a:solidFill>
                    <a:latin typeface="Aptos Light" panose="020B0004020202020204" pitchFamily="34" charset="0"/>
                  </a:rPr>
                  <a:t>Santiago, CL</a:t>
                </a:r>
              </a:p>
              <a:p>
                <a:pPr>
                  <a:lnSpc>
                    <a:spcPct val="110000"/>
                  </a:lnSpc>
                  <a:spcAft>
                    <a:spcPts val="100"/>
                  </a:spcAft>
                  <a:buSzPct val="100000"/>
                </a:pPr>
                <a:r>
                  <a:rPr lang="en-US" sz="1000">
                    <a:solidFill>
                      <a:schemeClr val="bg1"/>
                    </a:solidFill>
                    <a:latin typeface="Aptos Light" panose="020B0004020202020204" pitchFamily="34" charset="0"/>
                  </a:rPr>
                  <a:t>Lima, PE</a:t>
                </a:r>
              </a:p>
              <a:p>
                <a:pPr>
                  <a:lnSpc>
                    <a:spcPct val="110000"/>
                  </a:lnSpc>
                  <a:spcAft>
                    <a:spcPts val="100"/>
                  </a:spcAft>
                  <a:buSzPct val="100000"/>
                </a:pPr>
                <a:r>
                  <a:rPr lang="en-US" sz="1000">
                    <a:solidFill>
                      <a:schemeClr val="bg1"/>
                    </a:solidFill>
                    <a:latin typeface="Aptos Light" panose="020B0004020202020204" pitchFamily="34" charset="0"/>
                  </a:rPr>
                  <a:t>Sao Paulo, BR</a:t>
                </a:r>
              </a:p>
              <a:p>
                <a:pPr>
                  <a:lnSpc>
                    <a:spcPct val="110000"/>
                  </a:lnSpc>
                  <a:spcAft>
                    <a:spcPts val="100"/>
                  </a:spcAft>
                  <a:buSzPct val="100000"/>
                </a:pPr>
                <a:r>
                  <a:rPr lang="en-US" sz="1000">
                    <a:solidFill>
                      <a:schemeClr val="bg1"/>
                    </a:solidFill>
                    <a:latin typeface="Aptos Light" panose="020B0004020202020204" pitchFamily="34" charset="0"/>
                  </a:rPr>
                  <a:t>Buenos Aires, AR</a:t>
                </a:r>
              </a:p>
            </p:txBody>
          </p:sp>
          <p:sp>
            <p:nvSpPr>
              <p:cNvPr id="55" name="TextBox 54">
                <a:extLst>
                  <a:ext uri="{FF2B5EF4-FFF2-40B4-BE49-F238E27FC236}">
                    <a16:creationId xmlns:a16="http://schemas.microsoft.com/office/drawing/2014/main" id="{A0D7A7C7-CDCF-96B8-CB72-E5EAA248452F}"/>
                  </a:ext>
                </a:extLst>
              </p:cNvPr>
              <p:cNvSpPr txBox="1"/>
              <p:nvPr/>
            </p:nvSpPr>
            <p:spPr>
              <a:xfrm>
                <a:off x="11025049" y="2450336"/>
                <a:ext cx="1047871" cy="1901210"/>
              </a:xfrm>
              <a:prstGeom prst="rect">
                <a:avLst/>
              </a:prstGeom>
              <a:noFill/>
            </p:spPr>
            <p:txBody>
              <a:bodyPr wrap="square" lIns="0" tIns="0" rIns="0" bIns="0" rtlCol="0">
                <a:spAutoFit/>
              </a:bodyPr>
              <a:lstStyle/>
              <a:p>
                <a:pPr>
                  <a:lnSpc>
                    <a:spcPct val="110000"/>
                  </a:lnSpc>
                  <a:buSzPct val="100000"/>
                </a:pPr>
                <a:r>
                  <a:rPr lang="en-US" sz="1000" b="1">
                    <a:solidFill>
                      <a:schemeClr val="bg1"/>
                    </a:solidFill>
                    <a:latin typeface="Aptos Light" panose="020B0004020202020204" pitchFamily="34" charset="0"/>
                  </a:rPr>
                  <a:t>APAC</a:t>
                </a:r>
              </a:p>
              <a:p>
                <a:pPr>
                  <a:lnSpc>
                    <a:spcPct val="110000"/>
                  </a:lnSpc>
                  <a:buSzPct val="100000"/>
                </a:pPr>
                <a:r>
                  <a:rPr lang="en-US" sz="1000">
                    <a:solidFill>
                      <a:schemeClr val="accent3"/>
                    </a:solidFill>
                    <a:latin typeface="Aptos Light" panose="020B0004020202020204" pitchFamily="34" charset="0"/>
                  </a:rPr>
                  <a:t>Singapore, SG</a:t>
                </a:r>
              </a:p>
              <a:p>
                <a:pPr>
                  <a:lnSpc>
                    <a:spcPct val="110000"/>
                  </a:lnSpc>
                  <a:buSzPct val="100000"/>
                </a:pPr>
                <a:r>
                  <a:rPr lang="en-US" sz="1000">
                    <a:solidFill>
                      <a:schemeClr val="bg1"/>
                    </a:solidFill>
                    <a:latin typeface="Aptos Light" panose="020B0004020202020204" pitchFamily="34" charset="0"/>
                  </a:rPr>
                  <a:t>Manila, PH</a:t>
                </a:r>
              </a:p>
              <a:p>
                <a:pPr>
                  <a:lnSpc>
                    <a:spcPct val="110000"/>
                  </a:lnSpc>
                  <a:buSzPct val="100000"/>
                </a:pPr>
                <a:r>
                  <a:rPr lang="en-US" sz="1000">
                    <a:solidFill>
                      <a:schemeClr val="bg1"/>
                    </a:solidFill>
                    <a:latin typeface="Aptos Light" panose="020B0004020202020204" pitchFamily="34" charset="0"/>
                  </a:rPr>
                  <a:t>Sydney, AU</a:t>
                </a:r>
              </a:p>
              <a:p>
                <a:pPr>
                  <a:lnSpc>
                    <a:spcPct val="110000"/>
                  </a:lnSpc>
                  <a:buSzPct val="100000"/>
                </a:pPr>
                <a:r>
                  <a:rPr lang="en-US" sz="1000">
                    <a:solidFill>
                      <a:schemeClr val="bg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a:solidFill>
                      <a:schemeClr val="bg1"/>
                    </a:solidFill>
                    <a:latin typeface="Aptos Light" panose="020B0004020202020204" pitchFamily="34" charset="0"/>
                  </a:rPr>
                  <a:t>Brisbane, AU</a:t>
                </a:r>
              </a:p>
              <a:p>
                <a:pPr>
                  <a:lnSpc>
                    <a:spcPct val="110000"/>
                  </a:lnSpc>
                  <a:buSzPct val="100000"/>
                </a:pPr>
                <a:r>
                  <a:rPr lang="en-US" sz="1000">
                    <a:solidFill>
                      <a:schemeClr val="bg1"/>
                    </a:solidFill>
                    <a:latin typeface="Aptos Light" panose="020B0004020202020204" pitchFamily="34" charset="0"/>
                  </a:rPr>
                  <a:t>Penang, MY</a:t>
                </a:r>
              </a:p>
              <a:p>
                <a:pPr>
                  <a:lnSpc>
                    <a:spcPct val="110000"/>
                  </a:lnSpc>
                  <a:buSzPct val="100000"/>
                </a:pPr>
                <a:r>
                  <a:rPr lang="en-US" sz="1000">
                    <a:solidFill>
                      <a:schemeClr val="bg1"/>
                    </a:solidFill>
                    <a:latin typeface="Aptos Light" panose="020B0004020202020204" pitchFamily="34" charset="0"/>
                  </a:rPr>
                  <a:t>Kuala Lumpur, MY</a:t>
                </a:r>
              </a:p>
              <a:p>
                <a:pPr>
                  <a:lnSpc>
                    <a:spcPct val="110000"/>
                  </a:lnSpc>
                  <a:buSzPct val="100000"/>
                </a:pPr>
                <a:r>
                  <a:rPr lang="en-US" sz="1000">
                    <a:solidFill>
                      <a:schemeClr val="bg1"/>
                    </a:solidFill>
                    <a:latin typeface="Aptos Light" panose="020B0004020202020204" pitchFamily="34" charset="0"/>
                  </a:rPr>
                  <a:t>Shanghai, CN</a:t>
                </a:r>
              </a:p>
              <a:p>
                <a:pPr>
                  <a:lnSpc>
                    <a:spcPct val="110000"/>
                  </a:lnSpc>
                  <a:buSzPct val="100000"/>
                </a:pPr>
                <a:r>
                  <a:rPr lang="en-US" sz="1000">
                    <a:solidFill>
                      <a:schemeClr val="bg1"/>
                    </a:solidFill>
                    <a:latin typeface="Aptos Light" panose="020B0004020202020204" pitchFamily="34" charset="0"/>
                  </a:rPr>
                  <a:t>Taipei, TW</a:t>
                </a:r>
              </a:p>
              <a:p>
                <a:pPr>
                  <a:lnSpc>
                    <a:spcPct val="110000"/>
                  </a:lnSpc>
                  <a:buSzPct val="100000"/>
                </a:pPr>
                <a:r>
                  <a:rPr lang="en-US" sz="1000">
                    <a:solidFill>
                      <a:schemeClr val="bg1"/>
                    </a:solidFill>
                    <a:latin typeface="Aptos Light" panose="020B0004020202020204" pitchFamily="34" charset="0"/>
                  </a:rPr>
                  <a:t>Hong Kong, HK</a:t>
                </a:r>
              </a:p>
            </p:txBody>
          </p:sp>
          <p:sp>
            <p:nvSpPr>
              <p:cNvPr id="58" name="TextBox 57">
                <a:extLst>
                  <a:ext uri="{FF2B5EF4-FFF2-40B4-BE49-F238E27FC236}">
                    <a16:creationId xmlns:a16="http://schemas.microsoft.com/office/drawing/2014/main" id="{5AA8534D-13C7-D906-C04C-CC4AF29FE7DB}"/>
                  </a:ext>
                </a:extLst>
              </p:cNvPr>
              <p:cNvSpPr txBox="1"/>
              <p:nvPr/>
            </p:nvSpPr>
            <p:spPr>
              <a:xfrm>
                <a:off x="8950848" y="3803083"/>
                <a:ext cx="1099814" cy="1727740"/>
              </a:xfrm>
              <a:prstGeom prst="rect">
                <a:avLst/>
              </a:prstGeom>
              <a:noFill/>
            </p:spPr>
            <p:txBody>
              <a:bodyPr wrap="square" lIns="0" tIns="0" rIns="0" bIns="0" rtlCol="0">
                <a:spAutoFit/>
              </a:bodyPr>
              <a:lstStyle/>
              <a:p>
                <a:pPr>
                  <a:lnSpc>
                    <a:spcPct val="110000"/>
                  </a:lnSpc>
                  <a:buSzPct val="100000"/>
                </a:pPr>
                <a:r>
                  <a:rPr lang="en-US" sz="1000" b="1">
                    <a:solidFill>
                      <a:schemeClr val="bg1"/>
                    </a:solidFill>
                    <a:latin typeface="Aptos Light" panose="020B0004020202020204" pitchFamily="34" charset="0"/>
                  </a:rPr>
                  <a:t>INDIA</a:t>
                </a:r>
              </a:p>
              <a:p>
                <a:pPr>
                  <a:lnSpc>
                    <a:spcPct val="110000"/>
                  </a:lnSpc>
                  <a:buSzPct val="100000"/>
                </a:pPr>
                <a:r>
                  <a:rPr lang="en-US" sz="1000">
                    <a:solidFill>
                      <a:schemeClr val="accent3"/>
                    </a:solidFill>
                    <a:latin typeface="Aptos Light" panose="020B0004020202020204" pitchFamily="34" charset="0"/>
                  </a:rPr>
                  <a:t>Trivandrum</a:t>
                </a:r>
              </a:p>
              <a:p>
                <a:pPr>
                  <a:lnSpc>
                    <a:spcPct val="110000"/>
                  </a:lnSpc>
                  <a:buSzPct val="100000"/>
                </a:pPr>
                <a:r>
                  <a:rPr lang="en-US" sz="1000">
                    <a:solidFill>
                      <a:schemeClr val="bg1"/>
                    </a:solidFill>
                    <a:latin typeface="Aptos Light" panose="020B0004020202020204" pitchFamily="34" charset="0"/>
                  </a:rPr>
                  <a:t>Bangalore</a:t>
                </a:r>
              </a:p>
              <a:p>
                <a:pPr>
                  <a:lnSpc>
                    <a:spcPct val="110000"/>
                  </a:lnSpc>
                  <a:buSzPct val="100000"/>
                </a:pPr>
                <a:r>
                  <a:rPr lang="en-US" sz="1000">
                    <a:solidFill>
                      <a:schemeClr val="bg1"/>
                    </a:solidFill>
                    <a:latin typeface="Aptos Light" panose="020B0004020202020204" pitchFamily="34" charset="0"/>
                  </a:rPr>
                  <a:t>Chennai</a:t>
                </a:r>
              </a:p>
              <a:p>
                <a:pPr>
                  <a:lnSpc>
                    <a:spcPct val="110000"/>
                  </a:lnSpc>
                  <a:buSzPct val="100000"/>
                </a:pPr>
                <a:r>
                  <a:rPr lang="en-US" sz="1000">
                    <a:solidFill>
                      <a:schemeClr val="bg1"/>
                    </a:solidFill>
                    <a:latin typeface="Aptos Light" panose="020B0004020202020204" pitchFamily="34" charset="0"/>
                  </a:rPr>
                  <a:t>Hyderabad</a:t>
                </a:r>
              </a:p>
              <a:p>
                <a:pPr>
                  <a:lnSpc>
                    <a:spcPct val="110000"/>
                  </a:lnSpc>
                  <a:buSzPct val="100000"/>
                </a:pPr>
                <a:r>
                  <a:rPr lang="en-US" sz="1000">
                    <a:solidFill>
                      <a:schemeClr val="bg1"/>
                    </a:solidFill>
                    <a:latin typeface="Aptos Light" panose="020B0004020202020204" pitchFamily="34" charset="0"/>
                  </a:rPr>
                  <a:t>Kochi</a:t>
                </a:r>
              </a:p>
              <a:p>
                <a:pPr>
                  <a:lnSpc>
                    <a:spcPct val="110000"/>
                  </a:lnSpc>
                  <a:buSzPct val="100000"/>
                </a:pPr>
                <a:r>
                  <a:rPr lang="en-US" sz="1000">
                    <a:solidFill>
                      <a:schemeClr val="bg1"/>
                    </a:solidFill>
                    <a:latin typeface="Aptos Light" panose="020B0004020202020204" pitchFamily="34" charset="0"/>
                  </a:rPr>
                  <a:t>Delhi</a:t>
                </a:r>
              </a:p>
              <a:p>
                <a:pPr>
                  <a:lnSpc>
                    <a:spcPct val="110000"/>
                  </a:lnSpc>
                  <a:buSzPct val="100000"/>
                </a:pPr>
                <a:r>
                  <a:rPr lang="en-US" sz="1000">
                    <a:solidFill>
                      <a:schemeClr val="bg1"/>
                    </a:solidFill>
                    <a:latin typeface="Aptos Light" panose="020B0004020202020204" pitchFamily="34" charset="0"/>
                  </a:rPr>
                  <a:t>Coimbatore </a:t>
                </a:r>
              </a:p>
              <a:p>
                <a:pPr>
                  <a:lnSpc>
                    <a:spcPct val="110000"/>
                  </a:lnSpc>
                  <a:buSzPct val="100000"/>
                </a:pPr>
                <a:r>
                  <a:rPr lang="en-US" sz="1000">
                    <a:solidFill>
                      <a:schemeClr val="bg1"/>
                    </a:solidFill>
                    <a:latin typeface="Aptos Light" panose="020B0004020202020204" pitchFamily="34" charset="0"/>
                  </a:rPr>
                  <a:t>Hosur </a:t>
                </a:r>
              </a:p>
              <a:p>
                <a:pPr>
                  <a:lnSpc>
                    <a:spcPct val="110000"/>
                  </a:lnSpc>
                  <a:buSzPct val="100000"/>
                </a:pPr>
                <a:r>
                  <a:rPr lang="en-US" sz="1000">
                    <a:solidFill>
                      <a:schemeClr val="bg1"/>
                    </a:solidFill>
                    <a:latin typeface="Aptos Light" panose="020B0004020202020204" pitchFamily="34" charset="0"/>
                  </a:rPr>
                  <a:t>Pune</a:t>
                </a:r>
              </a:p>
            </p:txBody>
          </p:sp>
          <p:sp>
            <p:nvSpPr>
              <p:cNvPr id="66" name="TextBox 65">
                <a:extLst>
                  <a:ext uri="{FF2B5EF4-FFF2-40B4-BE49-F238E27FC236}">
                    <a16:creationId xmlns:a16="http://schemas.microsoft.com/office/drawing/2014/main" id="{9EAA5007-3ED3-A147-2AD9-CC254E815CF4}"/>
                  </a:ext>
                </a:extLst>
              </p:cNvPr>
              <p:cNvSpPr txBox="1"/>
              <p:nvPr/>
            </p:nvSpPr>
            <p:spPr>
              <a:xfrm>
                <a:off x="6163343" y="2482157"/>
                <a:ext cx="686654" cy="1380799"/>
              </a:xfrm>
              <a:prstGeom prst="rect">
                <a:avLst/>
              </a:prstGeom>
              <a:noFill/>
            </p:spPr>
            <p:txBody>
              <a:bodyPr wrap="none" lIns="0" tIns="0" rIns="0" bIns="0" rtlCol="0">
                <a:spAutoFit/>
              </a:bodyPr>
              <a:lstStyle/>
              <a:p>
                <a:pPr>
                  <a:lnSpc>
                    <a:spcPct val="110000"/>
                  </a:lnSpc>
                  <a:buSzPct val="100000"/>
                </a:pPr>
                <a:r>
                  <a:rPr lang="en-US" sz="1000" b="1">
                    <a:solidFill>
                      <a:schemeClr val="bg1"/>
                    </a:solidFill>
                    <a:latin typeface="Aptos Light" panose="020B0004020202020204" pitchFamily="34" charset="0"/>
                  </a:rPr>
                  <a:t>EMEA</a:t>
                </a:r>
              </a:p>
              <a:p>
                <a:pPr>
                  <a:lnSpc>
                    <a:spcPct val="110000"/>
                  </a:lnSpc>
                  <a:buSzPct val="100000"/>
                </a:pPr>
                <a:r>
                  <a:rPr lang="en-US" sz="1000">
                    <a:solidFill>
                      <a:schemeClr val="accent3"/>
                    </a:solidFill>
                    <a:latin typeface="Aptos Light" panose="020B0004020202020204" pitchFamily="34" charset="0"/>
                  </a:rPr>
                  <a:t>London, UK</a:t>
                </a:r>
              </a:p>
              <a:p>
                <a:pPr>
                  <a:lnSpc>
                    <a:spcPct val="110000"/>
                  </a:lnSpc>
                  <a:buSzPct val="100000"/>
                </a:pPr>
                <a:r>
                  <a:rPr lang="en-US" sz="1000">
                    <a:solidFill>
                      <a:schemeClr val="bg1"/>
                    </a:solidFill>
                    <a:latin typeface="Aptos Light" panose="020B0004020202020204" pitchFamily="34" charset="0"/>
                  </a:rPr>
                  <a:t>Leeds, UK</a:t>
                </a:r>
              </a:p>
              <a:p>
                <a:pPr>
                  <a:lnSpc>
                    <a:spcPct val="110000"/>
                  </a:lnSpc>
                  <a:buSzPct val="100000"/>
                </a:pPr>
                <a:r>
                  <a:rPr lang="en-US" sz="1000">
                    <a:solidFill>
                      <a:schemeClr val="bg1"/>
                    </a:solidFill>
                    <a:latin typeface="Aptos Light" panose="020B0004020202020204" pitchFamily="34" charset="0"/>
                  </a:rPr>
                  <a:t>Dublin, IE</a:t>
                </a:r>
              </a:p>
              <a:p>
                <a:pPr>
                  <a:lnSpc>
                    <a:spcPct val="110000"/>
                  </a:lnSpc>
                  <a:buSzPct val="100000"/>
                </a:pPr>
                <a:r>
                  <a:rPr lang="en-US" sz="1000">
                    <a:solidFill>
                      <a:schemeClr val="bg1"/>
                    </a:solidFill>
                    <a:latin typeface="Aptos Light" panose="020B0004020202020204" pitchFamily="34" charset="0"/>
                  </a:rPr>
                  <a:t>Madrid, ES</a:t>
                </a:r>
              </a:p>
              <a:p>
                <a:pPr>
                  <a:lnSpc>
                    <a:spcPct val="110000"/>
                  </a:lnSpc>
                  <a:buSzPct val="100000"/>
                </a:pPr>
                <a:r>
                  <a:rPr lang="en-US" sz="1000">
                    <a:solidFill>
                      <a:schemeClr val="bg1"/>
                    </a:solidFill>
                    <a:latin typeface="Aptos Light" panose="020B0004020202020204" pitchFamily="34" charset="0"/>
                  </a:rPr>
                  <a:t>Tel Aviv, IS</a:t>
                </a:r>
              </a:p>
              <a:p>
                <a:pPr>
                  <a:lnSpc>
                    <a:spcPct val="110000"/>
                  </a:lnSpc>
                  <a:buSzPct val="100000"/>
                </a:pPr>
                <a:r>
                  <a:rPr lang="en-US" sz="1000">
                    <a:solidFill>
                      <a:schemeClr val="bg1"/>
                    </a:solidFill>
                    <a:latin typeface="Aptos Light" panose="020B0004020202020204" pitchFamily="34" charset="0"/>
                  </a:rPr>
                  <a:t>Cologne, DE</a:t>
                </a:r>
              </a:p>
              <a:p>
                <a:pPr>
                  <a:lnSpc>
                    <a:spcPct val="110000"/>
                  </a:lnSpc>
                  <a:buSzPct val="100000"/>
                </a:pPr>
                <a:r>
                  <a:rPr lang="en-US" sz="1000">
                    <a:solidFill>
                      <a:schemeClr val="bg1"/>
                    </a:solidFill>
                    <a:latin typeface="Aptos Light" panose="020B0004020202020204" pitchFamily="34" charset="0"/>
                  </a:rPr>
                  <a:t>Lisbon, PT</a:t>
                </a:r>
              </a:p>
            </p:txBody>
          </p:sp>
          <p:sp>
            <p:nvSpPr>
              <p:cNvPr id="67" name="TextBox 66">
                <a:extLst>
                  <a:ext uri="{FF2B5EF4-FFF2-40B4-BE49-F238E27FC236}">
                    <a16:creationId xmlns:a16="http://schemas.microsoft.com/office/drawing/2014/main" id="{2F83EF09-5165-EE3B-5243-BA9FD01793CC}"/>
                  </a:ext>
                </a:extLst>
              </p:cNvPr>
              <p:cNvSpPr txBox="1"/>
              <p:nvPr/>
            </p:nvSpPr>
            <p:spPr>
              <a:xfrm>
                <a:off x="6542019" y="3863646"/>
                <a:ext cx="933061" cy="2768563"/>
              </a:xfrm>
              <a:prstGeom prst="rect">
                <a:avLst/>
              </a:prstGeom>
              <a:noFill/>
            </p:spPr>
            <p:txBody>
              <a:bodyPr wrap="none" lIns="0" tIns="0" rIns="0" bIns="0" rtlCol="0">
                <a:spAutoFit/>
              </a:bodyPr>
              <a:lstStyle/>
              <a:p>
                <a:pPr>
                  <a:lnSpc>
                    <a:spcPct val="110000"/>
                  </a:lnSpc>
                  <a:buSzPct val="100000"/>
                </a:pPr>
                <a:r>
                  <a:rPr lang="en-US" sz="1000">
                    <a:solidFill>
                      <a:schemeClr val="bg1"/>
                    </a:solidFill>
                    <a:latin typeface="Aptos Light" panose="020B0004020202020204" pitchFamily="34" charset="0"/>
                  </a:rPr>
                  <a:t>Paris, FR</a:t>
                </a:r>
              </a:p>
              <a:p>
                <a:pPr>
                  <a:lnSpc>
                    <a:spcPct val="110000"/>
                  </a:lnSpc>
                  <a:buSzPct val="100000"/>
                </a:pPr>
                <a:r>
                  <a:rPr lang="en-US" sz="1000">
                    <a:solidFill>
                      <a:schemeClr val="bg1"/>
                    </a:solidFill>
                    <a:latin typeface="Aptos Light" panose="020B0004020202020204" pitchFamily="34" charset="0"/>
                  </a:rPr>
                  <a:t>Gdansk, PL</a:t>
                </a:r>
              </a:p>
              <a:p>
                <a:pPr>
                  <a:lnSpc>
                    <a:spcPct val="110000"/>
                  </a:lnSpc>
                  <a:buSzPct val="100000"/>
                </a:pPr>
                <a:r>
                  <a:rPr lang="en-US" sz="1000">
                    <a:solidFill>
                      <a:schemeClr val="bg1"/>
                    </a:solidFill>
                    <a:latin typeface="Aptos Light" panose="020B0004020202020204" pitchFamily="34" charset="0"/>
                  </a:rPr>
                  <a:t>Bucharest, RO</a:t>
                </a:r>
              </a:p>
              <a:p>
                <a:pPr>
                  <a:lnSpc>
                    <a:spcPct val="110000"/>
                  </a:lnSpc>
                  <a:buSzPct val="100000"/>
                </a:pPr>
                <a:r>
                  <a:rPr lang="en-US" sz="1000">
                    <a:solidFill>
                      <a:schemeClr val="bg1"/>
                    </a:solidFill>
                    <a:latin typeface="Aptos Light" panose="020B0004020202020204" pitchFamily="34" charset="0"/>
                  </a:rPr>
                  <a:t>Sofia, BG</a:t>
                </a:r>
              </a:p>
              <a:p>
                <a:pPr>
                  <a:lnSpc>
                    <a:spcPct val="110000"/>
                  </a:lnSpc>
                  <a:buSzPct val="100000"/>
                </a:pPr>
                <a:r>
                  <a:rPr lang="en-US" sz="1000">
                    <a:solidFill>
                      <a:schemeClr val="bg1"/>
                    </a:solidFill>
                    <a:latin typeface="Aptos Light" panose="020B0004020202020204" pitchFamily="34" charset="0"/>
                  </a:rPr>
                  <a:t>Helmond, NL</a:t>
                </a:r>
              </a:p>
              <a:p>
                <a:pPr>
                  <a:lnSpc>
                    <a:spcPct val="110000"/>
                  </a:lnSpc>
                  <a:buSzPct val="100000"/>
                </a:pPr>
                <a:r>
                  <a:rPr lang="en-US" sz="1000">
                    <a:solidFill>
                      <a:schemeClr val="bg1"/>
                    </a:solidFill>
                    <a:latin typeface="Aptos Light" panose="020B0004020202020204" pitchFamily="34" charset="0"/>
                  </a:rPr>
                  <a:t>Barcelona, ES</a:t>
                </a:r>
              </a:p>
              <a:p>
                <a:pPr>
                  <a:lnSpc>
                    <a:spcPct val="110000"/>
                  </a:lnSpc>
                  <a:buSzPct val="100000"/>
                </a:pPr>
                <a:r>
                  <a:rPr lang="en-US" sz="1000" b="0">
                    <a:solidFill>
                      <a:schemeClr val="bg1"/>
                    </a:solidFill>
                    <a:latin typeface="Aptos Light" panose="020B0004020202020204" pitchFamily="34" charset="0"/>
                  </a:rPr>
                  <a:t>Bilbao, ES</a:t>
                </a:r>
              </a:p>
              <a:p>
                <a:pPr>
                  <a:lnSpc>
                    <a:spcPct val="110000"/>
                  </a:lnSpc>
                  <a:buSzPct val="100000"/>
                </a:pPr>
                <a:r>
                  <a:rPr lang="en-US" sz="1000">
                    <a:solidFill>
                      <a:schemeClr val="bg1"/>
                    </a:solidFill>
                    <a:latin typeface="Aptos Light" panose="020B0004020202020204" pitchFamily="34" charset="0"/>
                  </a:rPr>
                  <a:t>Salamanca, ES</a:t>
                </a:r>
              </a:p>
              <a:p>
                <a:pPr>
                  <a:lnSpc>
                    <a:spcPct val="110000"/>
                  </a:lnSpc>
                  <a:buSzPct val="100000"/>
                </a:pPr>
                <a:r>
                  <a:rPr lang="en-US" sz="1000">
                    <a:solidFill>
                      <a:schemeClr val="bg1"/>
                    </a:solidFill>
                    <a:latin typeface="Aptos Light" panose="020B0004020202020204" pitchFamily="34" charset="0"/>
                  </a:rPr>
                  <a:t>Valencia, ES</a:t>
                </a:r>
              </a:p>
              <a:p>
                <a:pPr>
                  <a:lnSpc>
                    <a:spcPct val="110000"/>
                  </a:lnSpc>
                  <a:buSzPct val="100000"/>
                </a:pPr>
                <a:r>
                  <a:rPr lang="en-US" sz="1000">
                    <a:solidFill>
                      <a:schemeClr val="bg1"/>
                    </a:solidFill>
                    <a:latin typeface="Aptos Light" panose="020B0004020202020204" pitchFamily="34" charset="0"/>
                  </a:rPr>
                  <a:t>Zaragoza, ES</a:t>
                </a:r>
              </a:p>
              <a:p>
                <a:pPr>
                  <a:lnSpc>
                    <a:spcPct val="110000"/>
                  </a:lnSpc>
                  <a:buSzPct val="100000"/>
                </a:pPr>
                <a:r>
                  <a:rPr lang="en-US" sz="1000">
                    <a:solidFill>
                      <a:schemeClr val="bg1"/>
                    </a:solidFill>
                    <a:latin typeface="Aptos Light" panose="020B0004020202020204" pitchFamily="34" charset="0"/>
                  </a:rPr>
                  <a:t>Copenhagen, DK</a:t>
                </a:r>
              </a:p>
              <a:p>
                <a:pPr>
                  <a:lnSpc>
                    <a:spcPct val="110000"/>
                  </a:lnSpc>
                  <a:buSzPct val="100000"/>
                </a:pPr>
                <a:r>
                  <a:rPr lang="en-US" sz="1000">
                    <a:solidFill>
                      <a:schemeClr val="bg1"/>
                    </a:solidFill>
                    <a:latin typeface="Aptos Light" panose="020B0004020202020204" pitchFamily="34" charset="0"/>
                  </a:rPr>
                  <a:t>Zurich, CH</a:t>
                </a:r>
              </a:p>
              <a:p>
                <a:pPr>
                  <a:lnSpc>
                    <a:spcPct val="110000"/>
                  </a:lnSpc>
                  <a:buSzPct val="100000"/>
                </a:pPr>
                <a:r>
                  <a:rPr lang="en-US" sz="1000">
                    <a:solidFill>
                      <a:schemeClr val="bg1"/>
                    </a:solidFill>
                    <a:latin typeface="Aptos Light" panose="020B0004020202020204" pitchFamily="34" charset="0"/>
                  </a:rPr>
                  <a:t>Fribourg, CH</a:t>
                </a:r>
              </a:p>
              <a:p>
                <a:pPr>
                  <a:lnSpc>
                    <a:spcPct val="110000"/>
                  </a:lnSpc>
                  <a:buSzPct val="100000"/>
                </a:pPr>
                <a:r>
                  <a:rPr lang="en-US" sz="1000">
                    <a:solidFill>
                      <a:schemeClr val="bg1"/>
                    </a:solidFill>
                    <a:latin typeface="Aptos Light" panose="020B0004020202020204" pitchFamily="34" charset="0"/>
                  </a:rPr>
                  <a:t>Kyiv, UA</a:t>
                </a:r>
              </a:p>
              <a:p>
                <a:pPr>
                  <a:lnSpc>
                    <a:spcPct val="110000"/>
                  </a:lnSpc>
                  <a:buSzPct val="100000"/>
                </a:pPr>
                <a:r>
                  <a:rPr lang="en-US" sz="1000">
                    <a:solidFill>
                      <a:schemeClr val="bg1"/>
                    </a:solidFill>
                    <a:latin typeface="Aptos Light" panose="020B0004020202020204" pitchFamily="34" charset="0"/>
                  </a:rPr>
                  <a:t>Prague, CZ</a:t>
                </a:r>
              </a:p>
              <a:p>
                <a:pPr>
                  <a:lnSpc>
                    <a:spcPct val="110000"/>
                  </a:lnSpc>
                  <a:buSzPct val="100000"/>
                </a:pPr>
                <a:r>
                  <a:rPr lang="en-US" sz="1000">
                    <a:solidFill>
                      <a:schemeClr val="bg1"/>
                    </a:solidFill>
                    <a:latin typeface="Aptos Light" panose="020B0004020202020204" pitchFamily="34" charset="0"/>
                  </a:rPr>
                  <a:t>Cape Town, ZA</a:t>
                </a:r>
              </a:p>
            </p:txBody>
          </p:sp>
          <p:sp>
            <p:nvSpPr>
              <p:cNvPr id="68" name="World">
                <a:extLst>
                  <a:ext uri="{FF2B5EF4-FFF2-40B4-BE49-F238E27FC236}">
                    <a16:creationId xmlns:a16="http://schemas.microsoft.com/office/drawing/2014/main" id="{3FE8F938-34F8-0B7F-FFFD-32CF1F5A0C17}"/>
                  </a:ext>
                </a:extLst>
              </p:cNvPr>
              <p:cNvSpPr>
                <a:spLocks noChangeAspect="1" noEditPoints="1"/>
              </p:cNvSpPr>
              <p:nvPr/>
            </p:nvSpPr>
            <p:spPr bwMode="auto">
              <a:xfrm>
                <a:off x="3197218" y="963640"/>
                <a:ext cx="8858218" cy="459205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69" name="Square">
                <a:extLst>
                  <a:ext uri="{FF2B5EF4-FFF2-40B4-BE49-F238E27FC236}">
                    <a16:creationId xmlns:a16="http://schemas.microsoft.com/office/drawing/2014/main" id="{67A26279-B929-9BC2-044B-77426A7DAD19}"/>
                  </a:ext>
                </a:extLst>
              </p:cNvPr>
              <p:cNvSpPr>
                <a:spLocks noChangeAspect="1"/>
              </p:cNvSpPr>
              <p:nvPr/>
            </p:nvSpPr>
            <p:spPr bwMode="auto">
              <a:xfrm>
                <a:off x="4218572" y="2786673"/>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70" name="Square">
                <a:extLst>
                  <a:ext uri="{FF2B5EF4-FFF2-40B4-BE49-F238E27FC236}">
                    <a16:creationId xmlns:a16="http://schemas.microsoft.com/office/drawing/2014/main" id="{9328C6FB-19D0-BE02-EE66-EFA7D8FB2876}"/>
                  </a:ext>
                </a:extLst>
              </p:cNvPr>
              <p:cNvSpPr>
                <a:spLocks noChangeAspect="1"/>
              </p:cNvSpPr>
              <p:nvPr/>
            </p:nvSpPr>
            <p:spPr bwMode="auto">
              <a:xfrm>
                <a:off x="5120977" y="238174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71" name="Square">
                <a:extLst>
                  <a:ext uri="{FF2B5EF4-FFF2-40B4-BE49-F238E27FC236}">
                    <a16:creationId xmlns:a16="http://schemas.microsoft.com/office/drawing/2014/main" id="{1E11430B-A31C-AEF2-8547-A04398C8755F}"/>
                  </a:ext>
                </a:extLst>
              </p:cNvPr>
              <p:cNvSpPr>
                <a:spLocks noChangeAspect="1"/>
              </p:cNvSpPr>
              <p:nvPr/>
            </p:nvSpPr>
            <p:spPr bwMode="auto">
              <a:xfrm>
                <a:off x="5346388"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72" name="Square">
                <a:extLst>
                  <a:ext uri="{FF2B5EF4-FFF2-40B4-BE49-F238E27FC236}">
                    <a16:creationId xmlns:a16="http://schemas.microsoft.com/office/drawing/2014/main" id="{DD0EDE27-D86A-8C68-7C37-B6D9C77427CF}"/>
                  </a:ext>
                </a:extLst>
              </p:cNvPr>
              <p:cNvSpPr>
                <a:spLocks noChangeAspect="1"/>
              </p:cNvSpPr>
              <p:nvPr/>
            </p:nvSpPr>
            <p:spPr bwMode="auto">
              <a:xfrm>
                <a:off x="5026474"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73" name="Square">
                <a:extLst>
                  <a:ext uri="{FF2B5EF4-FFF2-40B4-BE49-F238E27FC236}">
                    <a16:creationId xmlns:a16="http://schemas.microsoft.com/office/drawing/2014/main" id="{138267B0-4825-D4EB-542E-EDF2AAB4550A}"/>
                  </a:ext>
                </a:extLst>
              </p:cNvPr>
              <p:cNvSpPr>
                <a:spLocks noChangeAspect="1"/>
              </p:cNvSpPr>
              <p:nvPr/>
            </p:nvSpPr>
            <p:spPr bwMode="auto">
              <a:xfrm>
                <a:off x="5311053" y="25384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74" name="Square">
                <a:extLst>
                  <a:ext uri="{FF2B5EF4-FFF2-40B4-BE49-F238E27FC236}">
                    <a16:creationId xmlns:a16="http://schemas.microsoft.com/office/drawing/2014/main" id="{7FA37A15-237C-2F73-300C-00224B4AFA68}"/>
                  </a:ext>
                </a:extLst>
              </p:cNvPr>
              <p:cNvSpPr>
                <a:spLocks noChangeAspect="1"/>
              </p:cNvSpPr>
              <p:nvPr/>
            </p:nvSpPr>
            <p:spPr bwMode="auto">
              <a:xfrm>
                <a:off x="5181190" y="288849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75" name="Square">
                <a:extLst>
                  <a:ext uri="{FF2B5EF4-FFF2-40B4-BE49-F238E27FC236}">
                    <a16:creationId xmlns:a16="http://schemas.microsoft.com/office/drawing/2014/main" id="{ED96E231-F9AB-7A2A-1A0A-960D5749C051}"/>
                  </a:ext>
                </a:extLst>
              </p:cNvPr>
              <p:cNvSpPr>
                <a:spLocks noChangeAspect="1"/>
              </p:cNvSpPr>
              <p:nvPr/>
            </p:nvSpPr>
            <p:spPr bwMode="auto">
              <a:xfrm>
                <a:off x="4946004" y="293314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76" name="Square">
                <a:extLst>
                  <a:ext uri="{FF2B5EF4-FFF2-40B4-BE49-F238E27FC236}">
                    <a16:creationId xmlns:a16="http://schemas.microsoft.com/office/drawing/2014/main" id="{AC65D65A-2C4A-B143-0527-82C40E777B6A}"/>
                  </a:ext>
                </a:extLst>
              </p:cNvPr>
              <p:cNvSpPr>
                <a:spLocks noChangeAspect="1"/>
              </p:cNvSpPr>
              <p:nvPr/>
            </p:nvSpPr>
            <p:spPr bwMode="auto">
              <a:xfrm>
                <a:off x="4766794" y="240969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77" name="Square">
                <a:extLst>
                  <a:ext uri="{FF2B5EF4-FFF2-40B4-BE49-F238E27FC236}">
                    <a16:creationId xmlns:a16="http://schemas.microsoft.com/office/drawing/2014/main" id="{D7A69F09-86AF-790E-96D2-DA105B6F9535}"/>
                  </a:ext>
                </a:extLst>
              </p:cNvPr>
              <p:cNvSpPr>
                <a:spLocks noChangeAspect="1"/>
              </p:cNvSpPr>
              <p:nvPr/>
            </p:nvSpPr>
            <p:spPr bwMode="auto">
              <a:xfrm>
                <a:off x="5495321" y="22729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78" name="Square">
                <a:extLst>
                  <a:ext uri="{FF2B5EF4-FFF2-40B4-BE49-F238E27FC236}">
                    <a16:creationId xmlns:a16="http://schemas.microsoft.com/office/drawing/2014/main" id="{87DB51B2-A8B1-E158-8929-9DA4177D738A}"/>
                  </a:ext>
                </a:extLst>
              </p:cNvPr>
              <p:cNvSpPr>
                <a:spLocks noChangeAspect="1"/>
              </p:cNvSpPr>
              <p:nvPr/>
            </p:nvSpPr>
            <p:spPr bwMode="auto">
              <a:xfrm>
                <a:off x="4985076" y="34056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79" name="Square">
                <a:extLst>
                  <a:ext uri="{FF2B5EF4-FFF2-40B4-BE49-F238E27FC236}">
                    <a16:creationId xmlns:a16="http://schemas.microsoft.com/office/drawing/2014/main" id="{43B835E9-9846-82C7-6AD4-675E69910F0C}"/>
                  </a:ext>
                </a:extLst>
              </p:cNvPr>
              <p:cNvSpPr>
                <a:spLocks noChangeAspect="1"/>
              </p:cNvSpPr>
              <p:nvPr/>
            </p:nvSpPr>
            <p:spPr bwMode="auto">
              <a:xfrm>
                <a:off x="4827563" y="332601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80" name="Square">
                <a:extLst>
                  <a:ext uri="{FF2B5EF4-FFF2-40B4-BE49-F238E27FC236}">
                    <a16:creationId xmlns:a16="http://schemas.microsoft.com/office/drawing/2014/main" id="{8B4D612C-B096-0420-FF96-59DCBDFE816C}"/>
                  </a:ext>
                </a:extLst>
              </p:cNvPr>
              <p:cNvSpPr>
                <a:spLocks noChangeAspect="1"/>
              </p:cNvSpPr>
              <p:nvPr/>
            </p:nvSpPr>
            <p:spPr bwMode="auto">
              <a:xfrm>
                <a:off x="5126000" y="349263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81" name="Square">
                <a:extLst>
                  <a:ext uri="{FF2B5EF4-FFF2-40B4-BE49-F238E27FC236}">
                    <a16:creationId xmlns:a16="http://schemas.microsoft.com/office/drawing/2014/main" id="{D63A0856-32E0-0F35-27C2-70955F7DC0D3}"/>
                  </a:ext>
                </a:extLst>
              </p:cNvPr>
              <p:cNvSpPr>
                <a:spLocks noChangeAspect="1"/>
              </p:cNvSpPr>
              <p:nvPr/>
            </p:nvSpPr>
            <p:spPr bwMode="auto">
              <a:xfrm>
                <a:off x="5518800" y="467448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82" name="Square">
                <a:extLst>
                  <a:ext uri="{FF2B5EF4-FFF2-40B4-BE49-F238E27FC236}">
                    <a16:creationId xmlns:a16="http://schemas.microsoft.com/office/drawing/2014/main" id="{95D1C2E3-FEA2-8231-77C2-C8D03658E11D}"/>
                  </a:ext>
                </a:extLst>
              </p:cNvPr>
              <p:cNvSpPr>
                <a:spLocks noChangeAspect="1"/>
              </p:cNvSpPr>
              <p:nvPr/>
            </p:nvSpPr>
            <p:spPr bwMode="auto">
              <a:xfrm>
                <a:off x="5417177" y="409766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83" name="Square">
                <a:extLst>
                  <a:ext uri="{FF2B5EF4-FFF2-40B4-BE49-F238E27FC236}">
                    <a16:creationId xmlns:a16="http://schemas.microsoft.com/office/drawing/2014/main" id="{30FBE2CB-BAEF-6F48-F9C3-C80000EA205B}"/>
                  </a:ext>
                </a:extLst>
              </p:cNvPr>
              <p:cNvSpPr>
                <a:spLocks noChangeAspect="1"/>
              </p:cNvSpPr>
              <p:nvPr/>
            </p:nvSpPr>
            <p:spPr bwMode="auto">
              <a:xfrm>
                <a:off x="6085199" y="461458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84" name="Square">
                <a:extLst>
                  <a:ext uri="{FF2B5EF4-FFF2-40B4-BE49-F238E27FC236}">
                    <a16:creationId xmlns:a16="http://schemas.microsoft.com/office/drawing/2014/main" id="{8D82CE69-10AC-B7EE-C97D-8A2B72B0B71F}"/>
                  </a:ext>
                </a:extLst>
              </p:cNvPr>
              <p:cNvSpPr>
                <a:spLocks noChangeAspect="1"/>
              </p:cNvSpPr>
              <p:nvPr/>
            </p:nvSpPr>
            <p:spPr bwMode="auto">
              <a:xfrm>
                <a:off x="5815324" y="48982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85" name="Square">
                <a:extLst>
                  <a:ext uri="{FF2B5EF4-FFF2-40B4-BE49-F238E27FC236}">
                    <a16:creationId xmlns:a16="http://schemas.microsoft.com/office/drawing/2014/main" id="{0D5ABB8D-E420-7FF6-CDE9-208381692C6D}"/>
                  </a:ext>
                </a:extLst>
              </p:cNvPr>
              <p:cNvSpPr>
                <a:spLocks noChangeAspect="1"/>
              </p:cNvSpPr>
              <p:nvPr/>
            </p:nvSpPr>
            <p:spPr bwMode="auto">
              <a:xfrm>
                <a:off x="7206037" y="2304280"/>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86" name="Square">
                <a:extLst>
                  <a:ext uri="{FF2B5EF4-FFF2-40B4-BE49-F238E27FC236}">
                    <a16:creationId xmlns:a16="http://schemas.microsoft.com/office/drawing/2014/main" id="{592B8B7E-6D0F-08C4-A5DA-BF09236EA0E7}"/>
                  </a:ext>
                </a:extLst>
              </p:cNvPr>
              <p:cNvSpPr>
                <a:spLocks noChangeAspect="1"/>
              </p:cNvSpPr>
              <p:nvPr/>
            </p:nvSpPr>
            <p:spPr bwMode="auto">
              <a:xfrm>
                <a:off x="9148033" y="360077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87" name="Square">
                <a:extLst>
                  <a:ext uri="{FF2B5EF4-FFF2-40B4-BE49-F238E27FC236}">
                    <a16:creationId xmlns:a16="http://schemas.microsoft.com/office/drawing/2014/main" id="{8910958B-1F4E-446A-51AE-EB40B6B62336}"/>
                  </a:ext>
                </a:extLst>
              </p:cNvPr>
              <p:cNvSpPr>
                <a:spLocks noChangeAspect="1"/>
              </p:cNvSpPr>
              <p:nvPr/>
            </p:nvSpPr>
            <p:spPr bwMode="auto">
              <a:xfrm>
                <a:off x="9792956" y="362652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88" name="Square">
                <a:extLst>
                  <a:ext uri="{FF2B5EF4-FFF2-40B4-BE49-F238E27FC236}">
                    <a16:creationId xmlns:a16="http://schemas.microsoft.com/office/drawing/2014/main" id="{C7E05D64-4D2C-21C9-16B8-007A74C49F31}"/>
                  </a:ext>
                </a:extLst>
              </p:cNvPr>
              <p:cNvSpPr>
                <a:spLocks noChangeAspect="1"/>
              </p:cNvSpPr>
              <p:nvPr/>
            </p:nvSpPr>
            <p:spPr bwMode="auto">
              <a:xfrm>
                <a:off x="7186502" y="219336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89" name="Square">
                <a:extLst>
                  <a:ext uri="{FF2B5EF4-FFF2-40B4-BE49-F238E27FC236}">
                    <a16:creationId xmlns:a16="http://schemas.microsoft.com/office/drawing/2014/main" id="{C70C53DA-A0E4-9D6C-7E08-061CC8DF28B9}"/>
                  </a:ext>
                </a:extLst>
              </p:cNvPr>
              <p:cNvSpPr>
                <a:spLocks noChangeAspect="1"/>
              </p:cNvSpPr>
              <p:nvPr/>
            </p:nvSpPr>
            <p:spPr bwMode="auto">
              <a:xfrm>
                <a:off x="10389451" y="35633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90" name="Square">
                <a:extLst>
                  <a:ext uri="{FF2B5EF4-FFF2-40B4-BE49-F238E27FC236}">
                    <a16:creationId xmlns:a16="http://schemas.microsoft.com/office/drawing/2014/main" id="{A70E6316-2F59-6FF9-FFBE-6448FFED2C81}"/>
                  </a:ext>
                </a:extLst>
              </p:cNvPr>
              <p:cNvSpPr>
                <a:spLocks noChangeAspect="1"/>
              </p:cNvSpPr>
              <p:nvPr/>
            </p:nvSpPr>
            <p:spPr bwMode="auto">
              <a:xfrm>
                <a:off x="11095354" y="465360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91" name="Square">
                <a:extLst>
                  <a:ext uri="{FF2B5EF4-FFF2-40B4-BE49-F238E27FC236}">
                    <a16:creationId xmlns:a16="http://schemas.microsoft.com/office/drawing/2014/main" id="{E5ABBFA6-2329-0C11-9205-CF9882EB4A20}"/>
                  </a:ext>
                </a:extLst>
              </p:cNvPr>
              <p:cNvSpPr>
                <a:spLocks noChangeAspect="1"/>
              </p:cNvSpPr>
              <p:nvPr/>
            </p:nvSpPr>
            <p:spPr bwMode="auto">
              <a:xfrm>
                <a:off x="11095354" y="449520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92" name="Square">
                <a:extLst>
                  <a:ext uri="{FF2B5EF4-FFF2-40B4-BE49-F238E27FC236}">
                    <a16:creationId xmlns:a16="http://schemas.microsoft.com/office/drawing/2014/main" id="{57253D0C-020D-CD34-839C-AF10340A12BA}"/>
                  </a:ext>
                </a:extLst>
              </p:cNvPr>
              <p:cNvSpPr>
                <a:spLocks noChangeAspect="1"/>
              </p:cNvSpPr>
              <p:nvPr/>
            </p:nvSpPr>
            <p:spPr bwMode="auto">
              <a:xfrm>
                <a:off x="9869049" y="374275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93" name="Square">
                <a:extLst>
                  <a:ext uri="{FF2B5EF4-FFF2-40B4-BE49-F238E27FC236}">
                    <a16:creationId xmlns:a16="http://schemas.microsoft.com/office/drawing/2014/main" id="{2B8AD9ED-0D48-EB41-CE76-2123EEB02C49}"/>
                  </a:ext>
                </a:extLst>
              </p:cNvPr>
              <p:cNvSpPr>
                <a:spLocks noChangeAspect="1"/>
              </p:cNvSpPr>
              <p:nvPr/>
            </p:nvSpPr>
            <p:spPr bwMode="auto">
              <a:xfrm>
                <a:off x="10259656" y="31024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94" name="Square">
                <a:extLst>
                  <a:ext uri="{FF2B5EF4-FFF2-40B4-BE49-F238E27FC236}">
                    <a16:creationId xmlns:a16="http://schemas.microsoft.com/office/drawing/2014/main" id="{80970C8F-AF98-5E82-9DC5-D3887559C43C}"/>
                  </a:ext>
                </a:extLst>
              </p:cNvPr>
              <p:cNvSpPr>
                <a:spLocks noChangeAspect="1"/>
              </p:cNvSpPr>
              <p:nvPr/>
            </p:nvSpPr>
            <p:spPr bwMode="auto">
              <a:xfrm>
                <a:off x="10093206" y="327022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95" name="Square">
                <a:extLst>
                  <a:ext uri="{FF2B5EF4-FFF2-40B4-BE49-F238E27FC236}">
                    <a16:creationId xmlns:a16="http://schemas.microsoft.com/office/drawing/2014/main" id="{DAA58229-4FCC-B2FF-00C3-FE7C34CDD77A}"/>
                  </a:ext>
                </a:extLst>
              </p:cNvPr>
              <p:cNvSpPr>
                <a:spLocks noChangeAspect="1"/>
              </p:cNvSpPr>
              <p:nvPr/>
            </p:nvSpPr>
            <p:spPr bwMode="auto">
              <a:xfrm>
                <a:off x="7413453" y="237480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96" name="Square">
                <a:extLst>
                  <a:ext uri="{FF2B5EF4-FFF2-40B4-BE49-F238E27FC236}">
                    <a16:creationId xmlns:a16="http://schemas.microsoft.com/office/drawing/2014/main" id="{E6708028-F2B1-C4EE-B159-3C4E65433B14}"/>
                  </a:ext>
                </a:extLst>
              </p:cNvPr>
              <p:cNvSpPr>
                <a:spLocks noChangeAspect="1"/>
              </p:cNvSpPr>
              <p:nvPr/>
            </p:nvSpPr>
            <p:spPr bwMode="auto">
              <a:xfrm>
                <a:off x="7091469" y="27377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97" name="Square">
                <a:extLst>
                  <a:ext uri="{FF2B5EF4-FFF2-40B4-BE49-F238E27FC236}">
                    <a16:creationId xmlns:a16="http://schemas.microsoft.com/office/drawing/2014/main" id="{8325C179-21ED-B3AA-8F1B-AA8C3C7124F2}"/>
                  </a:ext>
                </a:extLst>
              </p:cNvPr>
              <p:cNvSpPr>
                <a:spLocks noChangeAspect="1"/>
              </p:cNvSpPr>
              <p:nvPr/>
            </p:nvSpPr>
            <p:spPr bwMode="auto">
              <a:xfrm>
                <a:off x="7358166" y="248202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98" name="Square">
                <a:extLst>
                  <a:ext uri="{FF2B5EF4-FFF2-40B4-BE49-F238E27FC236}">
                    <a16:creationId xmlns:a16="http://schemas.microsoft.com/office/drawing/2014/main" id="{11EC5895-F354-F3AA-47E1-6770E6662A58}"/>
                  </a:ext>
                </a:extLst>
              </p:cNvPr>
              <p:cNvSpPr>
                <a:spLocks noChangeAspect="1"/>
              </p:cNvSpPr>
              <p:nvPr/>
            </p:nvSpPr>
            <p:spPr bwMode="auto">
              <a:xfrm>
                <a:off x="7676218" y="224172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99" name="Square">
                <a:extLst>
                  <a:ext uri="{FF2B5EF4-FFF2-40B4-BE49-F238E27FC236}">
                    <a16:creationId xmlns:a16="http://schemas.microsoft.com/office/drawing/2014/main" id="{D5FE631E-5625-D21A-41EA-6399EF3BBE9A}"/>
                  </a:ext>
                </a:extLst>
              </p:cNvPr>
              <p:cNvSpPr>
                <a:spLocks noChangeAspect="1"/>
              </p:cNvSpPr>
              <p:nvPr/>
            </p:nvSpPr>
            <p:spPr bwMode="auto">
              <a:xfrm>
                <a:off x="8384508" y="261086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00" name="Square">
                <a:extLst>
                  <a:ext uri="{FF2B5EF4-FFF2-40B4-BE49-F238E27FC236}">
                    <a16:creationId xmlns:a16="http://schemas.microsoft.com/office/drawing/2014/main" id="{D991AC59-3DEB-3393-7252-D866B3F7BF9C}"/>
                  </a:ext>
                </a:extLst>
              </p:cNvPr>
              <p:cNvSpPr>
                <a:spLocks noChangeAspect="1"/>
              </p:cNvSpPr>
              <p:nvPr/>
            </p:nvSpPr>
            <p:spPr bwMode="auto">
              <a:xfrm>
                <a:off x="8290735" y="270277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01" name="Square">
                <a:extLst>
                  <a:ext uri="{FF2B5EF4-FFF2-40B4-BE49-F238E27FC236}">
                    <a16:creationId xmlns:a16="http://schemas.microsoft.com/office/drawing/2014/main" id="{6138F91D-8B75-CAEA-1588-8C090238EF52}"/>
                  </a:ext>
                </a:extLst>
              </p:cNvPr>
              <p:cNvSpPr>
                <a:spLocks noChangeAspect="1"/>
              </p:cNvSpPr>
              <p:nvPr/>
            </p:nvSpPr>
            <p:spPr bwMode="auto">
              <a:xfrm>
                <a:off x="9119418" y="3496923"/>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02" name="Square">
                <a:extLst>
                  <a:ext uri="{FF2B5EF4-FFF2-40B4-BE49-F238E27FC236}">
                    <a16:creationId xmlns:a16="http://schemas.microsoft.com/office/drawing/2014/main" id="{5E046FFC-23AA-7465-968E-D43F4BCF9263}"/>
                  </a:ext>
                </a:extLst>
              </p:cNvPr>
              <p:cNvSpPr>
                <a:spLocks noChangeAspect="1"/>
              </p:cNvSpPr>
              <p:nvPr/>
            </p:nvSpPr>
            <p:spPr bwMode="auto">
              <a:xfrm>
                <a:off x="9220258" y="335131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03" name="Square">
                <a:extLst>
                  <a:ext uri="{FF2B5EF4-FFF2-40B4-BE49-F238E27FC236}">
                    <a16:creationId xmlns:a16="http://schemas.microsoft.com/office/drawing/2014/main" id="{8B89AAF0-3ABD-7B46-1F98-82429C1F1298}"/>
                  </a:ext>
                </a:extLst>
              </p:cNvPr>
              <p:cNvSpPr>
                <a:spLocks noChangeAspect="1"/>
              </p:cNvSpPr>
              <p:nvPr/>
            </p:nvSpPr>
            <p:spPr bwMode="auto">
              <a:xfrm>
                <a:off x="9069889" y="31168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04" name="Square">
                <a:extLst>
                  <a:ext uri="{FF2B5EF4-FFF2-40B4-BE49-F238E27FC236}">
                    <a16:creationId xmlns:a16="http://schemas.microsoft.com/office/drawing/2014/main" id="{41D95BC9-88D3-2E5C-A1D3-B48F6B8E5348}"/>
                  </a:ext>
                </a:extLst>
              </p:cNvPr>
              <p:cNvSpPr>
                <a:spLocks noChangeAspect="1"/>
              </p:cNvSpPr>
              <p:nvPr/>
            </p:nvSpPr>
            <p:spPr bwMode="auto">
              <a:xfrm>
                <a:off x="7037387" y="22729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05" name="Square">
                <a:extLst>
                  <a:ext uri="{FF2B5EF4-FFF2-40B4-BE49-F238E27FC236}">
                    <a16:creationId xmlns:a16="http://schemas.microsoft.com/office/drawing/2014/main" id="{A57B613D-3B82-D39F-7596-6F608373C4B8}"/>
                  </a:ext>
                </a:extLst>
              </p:cNvPr>
              <p:cNvSpPr>
                <a:spLocks noChangeAspect="1"/>
              </p:cNvSpPr>
              <p:nvPr/>
            </p:nvSpPr>
            <p:spPr bwMode="auto">
              <a:xfrm>
                <a:off x="8167494" y="30778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grpSp>
        <p:sp>
          <p:nvSpPr>
            <p:cNvPr id="53" name="Square">
              <a:extLst>
                <a:ext uri="{FF2B5EF4-FFF2-40B4-BE49-F238E27FC236}">
                  <a16:creationId xmlns:a16="http://schemas.microsoft.com/office/drawing/2014/main" id="{1C20DC24-85B3-52ED-7AF5-18D6E01583B6}"/>
                </a:ext>
              </a:extLst>
            </p:cNvPr>
            <p:cNvSpPr>
              <a:spLocks noChangeAspect="1"/>
            </p:cNvSpPr>
            <p:nvPr userDrawn="1"/>
          </p:nvSpPr>
          <p:spPr bwMode="auto">
            <a:xfrm>
              <a:off x="10543292" y="4762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grpSp>
    </p:spTree>
    <p:extLst>
      <p:ext uri="{BB962C8B-B14F-4D97-AF65-F5344CB8AC3E}">
        <p14:creationId xmlns:p14="http://schemas.microsoft.com/office/powerpoint/2010/main" val="3423218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oundless Impact">
    <p:bg>
      <p:bgRef idx="1001">
        <a:schemeClr val="bg2"/>
      </p:bgRef>
    </p:bg>
    <p:spTree>
      <p:nvGrpSpPr>
        <p:cNvPr id="1" name=""/>
        <p:cNvGrpSpPr/>
        <p:nvPr/>
      </p:nvGrpSpPr>
      <p:grpSpPr>
        <a:xfrm>
          <a:off x="0" y="0"/>
          <a:ext cx="0" cy="0"/>
          <a:chOff x="0" y="0"/>
          <a:chExt cx="0" cy="0"/>
        </a:xfrm>
      </p:grpSpPr>
      <p:sp>
        <p:nvSpPr>
          <p:cNvPr id="3" name="Rectangle: Rounded Corners 4">
            <a:extLst>
              <a:ext uri="{FF2B5EF4-FFF2-40B4-BE49-F238E27FC236}">
                <a16:creationId xmlns:a16="http://schemas.microsoft.com/office/drawing/2014/main" id="{44A18571-BA59-2444-8AD2-3A332C2E7293}"/>
              </a:ext>
            </a:extLst>
          </p:cNvPr>
          <p:cNvSpPr/>
          <p:nvPr userDrawn="1"/>
        </p:nvSpPr>
        <p:spPr>
          <a:xfrm>
            <a:off x="0" y="1280160"/>
            <a:ext cx="7189470" cy="3488788"/>
          </a:xfrm>
          <a:prstGeom prst="roundRect">
            <a:avLst>
              <a:gd name="adj" fmla="val 0"/>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lIns="548640" tIns="182880" rtlCol="0" anchor="ctr" anchorCtr="0"/>
          <a:lstStyle/>
          <a:p>
            <a:pPr lvl="0">
              <a:defRPr/>
            </a:pPr>
            <a:r>
              <a:rPr lang="en-US" sz="2000" b="1">
                <a:latin typeface="Aptos Light" panose="020B0004020202020204" pitchFamily="34" charset="0"/>
              </a:rPr>
              <a:t>We transform lives through the power of technology. </a:t>
            </a:r>
          </a:p>
          <a:p>
            <a:pPr lvl="0">
              <a:defRPr/>
            </a:pPr>
            <a:endParaRPr lang="en-US" sz="2000" b="1">
              <a:latin typeface="Aptos Light" panose="020B0004020202020204" pitchFamily="34" charset="0"/>
            </a:endParaRPr>
          </a:p>
          <a:p>
            <a:pPr lvl="0">
              <a:defRPr/>
            </a:pPr>
            <a:r>
              <a:rPr lang="en-US" sz="2000" b="1">
                <a:latin typeface="Aptos Light" panose="020B0004020202020204" pitchFamily="34" charset="0"/>
              </a:rPr>
              <a:t>We do it collaboratively, in partnership with our clients and communities. </a:t>
            </a:r>
          </a:p>
          <a:p>
            <a:pPr lvl="0">
              <a:defRPr/>
            </a:pPr>
            <a:endParaRPr lang="en-US" sz="2000" b="1">
              <a:latin typeface="Aptos Light" panose="020B0004020202020204" pitchFamily="34" charset="0"/>
            </a:endParaRPr>
          </a:p>
          <a:p>
            <a:pPr lvl="0">
              <a:defRPr/>
            </a:pPr>
            <a:r>
              <a:rPr lang="en-US" sz="2000" b="1">
                <a:latin typeface="Aptos Light" panose="020B0004020202020204" pitchFamily="34" charset="0"/>
              </a:rPr>
              <a:t>And we do it sustainably, building enduring, boundless impact.</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p:txBody>
      </p:sp>
      <p:grpSp>
        <p:nvGrpSpPr>
          <p:cNvPr id="2" name="Group 1">
            <a:extLst>
              <a:ext uri="{FF2B5EF4-FFF2-40B4-BE49-F238E27FC236}">
                <a16:creationId xmlns:a16="http://schemas.microsoft.com/office/drawing/2014/main" id="{7D8D21BF-8F0E-964C-A7AE-A80D8349B265}"/>
              </a:ext>
            </a:extLst>
          </p:cNvPr>
          <p:cNvGrpSpPr/>
          <p:nvPr userDrawn="1"/>
        </p:nvGrpSpPr>
        <p:grpSpPr>
          <a:xfrm>
            <a:off x="234660" y="4004750"/>
            <a:ext cx="6377233" cy="389951"/>
            <a:chOff x="234660" y="3540516"/>
            <a:chExt cx="6377233" cy="389951"/>
          </a:xfrm>
        </p:grpSpPr>
        <p:sp>
          <p:nvSpPr>
            <p:cNvPr id="4" name="Rectangle: Rounded Corners 2">
              <a:extLst>
                <a:ext uri="{FF2B5EF4-FFF2-40B4-BE49-F238E27FC236}">
                  <a16:creationId xmlns:a16="http://schemas.microsoft.com/office/drawing/2014/main" id="{D1F04FD5-573C-3440-9424-B9A4AAA92C48}"/>
                </a:ext>
              </a:extLst>
            </p:cNvPr>
            <p:cNvSpPr/>
            <p:nvPr userDrawn="1"/>
          </p:nvSpPr>
          <p:spPr>
            <a:xfrm>
              <a:off x="234660" y="3540516"/>
              <a:ext cx="1497281"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rPr>
                <a:t>Customers</a:t>
              </a:r>
              <a:endParaRPr kumimoji="0" lang="en-IN"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p:txBody>
        </p:sp>
        <p:sp>
          <p:nvSpPr>
            <p:cNvPr id="5" name="Rectangle: Rounded Corners 8">
              <a:extLst>
                <a:ext uri="{FF2B5EF4-FFF2-40B4-BE49-F238E27FC236}">
                  <a16:creationId xmlns:a16="http://schemas.microsoft.com/office/drawing/2014/main" id="{1F491FC2-AA9D-3843-9CC8-FA217D2FFE73}"/>
                </a:ext>
              </a:extLst>
            </p:cNvPr>
            <p:cNvSpPr/>
            <p:nvPr userDrawn="1"/>
          </p:nvSpPr>
          <p:spPr>
            <a:xfrm>
              <a:off x="1833890" y="3568702"/>
              <a:ext cx="1497280"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rPr>
                <a:t>Consumers</a:t>
              </a:r>
              <a:endParaRPr kumimoji="0" lang="en-IN"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p:txBody>
        </p:sp>
        <p:sp>
          <p:nvSpPr>
            <p:cNvPr id="6" name="Rectangle: Rounded Corners 9">
              <a:extLst>
                <a:ext uri="{FF2B5EF4-FFF2-40B4-BE49-F238E27FC236}">
                  <a16:creationId xmlns:a16="http://schemas.microsoft.com/office/drawing/2014/main" id="{2581A3A2-45A1-8B45-8F61-741CB0247053}"/>
                </a:ext>
              </a:extLst>
            </p:cNvPr>
            <p:cNvSpPr/>
            <p:nvPr userDrawn="1"/>
          </p:nvSpPr>
          <p:spPr>
            <a:xfrm>
              <a:off x="3370635" y="3568701"/>
              <a:ext cx="1497279"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rPr>
                <a:t>Employees</a:t>
              </a:r>
              <a:endParaRPr kumimoji="0" lang="en-IN"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p:txBody>
        </p:sp>
        <p:sp>
          <p:nvSpPr>
            <p:cNvPr id="7" name="Rectangle: Rounded Corners 11">
              <a:extLst>
                <a:ext uri="{FF2B5EF4-FFF2-40B4-BE49-F238E27FC236}">
                  <a16:creationId xmlns:a16="http://schemas.microsoft.com/office/drawing/2014/main" id="{586D6AF1-EF91-AC40-8335-17C5301FC94D}"/>
                </a:ext>
              </a:extLst>
            </p:cNvPr>
            <p:cNvSpPr/>
            <p:nvPr userDrawn="1"/>
          </p:nvSpPr>
          <p:spPr>
            <a:xfrm>
              <a:off x="4907380" y="3568700"/>
              <a:ext cx="1704513"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rPr>
                <a:t>Communities</a:t>
              </a:r>
              <a:endParaRPr kumimoji="0" lang="en-IN" sz="1400" b="0" i="0" u="none" strike="noStrike" kern="1200" cap="none" spc="0" normalizeH="0" baseline="0" noProof="0">
                <a:ln>
                  <a:noFill/>
                </a:ln>
                <a:solidFill>
                  <a:srgbClr val="FFFFFF"/>
                </a:solidFill>
                <a:effectLst/>
                <a:uLnTx/>
                <a:uFillTx/>
                <a:latin typeface="Aptos Light" panose="020B0004020202020204" pitchFamily="34" charset="0"/>
                <a:ea typeface="+mn-ea"/>
                <a:cs typeface="+mn-cs"/>
              </a:endParaRPr>
            </a:p>
          </p:txBody>
        </p:sp>
        <p:cxnSp>
          <p:nvCxnSpPr>
            <p:cNvPr id="8" name="Straight Connector 7">
              <a:extLst>
                <a:ext uri="{FF2B5EF4-FFF2-40B4-BE49-F238E27FC236}">
                  <a16:creationId xmlns:a16="http://schemas.microsoft.com/office/drawing/2014/main" id="{870061C9-1270-C944-A44A-6A8B31081D98}"/>
                </a:ext>
              </a:extLst>
            </p:cNvPr>
            <p:cNvCxnSpPr/>
            <p:nvPr userDrawn="1"/>
          </p:nvCxnSpPr>
          <p:spPr>
            <a:xfrm>
              <a:off x="1598337"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9" name="Straight Connector 8">
              <a:extLst>
                <a:ext uri="{FF2B5EF4-FFF2-40B4-BE49-F238E27FC236}">
                  <a16:creationId xmlns:a16="http://schemas.microsoft.com/office/drawing/2014/main" id="{FC7B019A-09C6-B04D-AF37-291938490C8E}"/>
                </a:ext>
              </a:extLst>
            </p:cNvPr>
            <p:cNvCxnSpPr/>
            <p:nvPr userDrawn="1"/>
          </p:nvCxnSpPr>
          <p:spPr>
            <a:xfrm>
              <a:off x="3145783"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10" name="Straight Connector 9">
              <a:extLst>
                <a:ext uri="{FF2B5EF4-FFF2-40B4-BE49-F238E27FC236}">
                  <a16:creationId xmlns:a16="http://schemas.microsoft.com/office/drawing/2014/main" id="{69B59662-ADDE-9347-97E1-46BE8F654601}"/>
                </a:ext>
              </a:extLst>
            </p:cNvPr>
            <p:cNvCxnSpPr/>
            <p:nvPr userDrawn="1"/>
          </p:nvCxnSpPr>
          <p:spPr>
            <a:xfrm>
              <a:off x="4693229"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grpSp>
      <p:pic>
        <p:nvPicPr>
          <p:cNvPr id="11" name="Picture 10" descr="Qr code&#10;&#10;Description automatically generated">
            <a:extLst>
              <a:ext uri="{FF2B5EF4-FFF2-40B4-BE49-F238E27FC236}">
                <a16:creationId xmlns:a16="http://schemas.microsoft.com/office/drawing/2014/main" id="{9271F48D-275A-3849-ABCD-3640C100CCDD}"/>
              </a:ext>
            </a:extLst>
          </p:cNvPr>
          <p:cNvPicPr>
            <a:picLocks noChangeAspect="1"/>
          </p:cNvPicPr>
          <p:nvPr userDrawn="1"/>
        </p:nvPicPr>
        <p:blipFill>
          <a:blip r:embed="rId2"/>
          <a:stretch>
            <a:fillRect/>
          </a:stretch>
        </p:blipFill>
        <p:spPr>
          <a:xfrm>
            <a:off x="7849772" y="2789896"/>
            <a:ext cx="3113461" cy="3113461"/>
          </a:xfrm>
          <a:prstGeom prst="rect">
            <a:avLst/>
          </a:prstGeom>
        </p:spPr>
      </p:pic>
      <p:sp>
        <p:nvSpPr>
          <p:cNvPr id="12" name="Title 1">
            <a:extLst>
              <a:ext uri="{FF2B5EF4-FFF2-40B4-BE49-F238E27FC236}">
                <a16:creationId xmlns:a16="http://schemas.microsoft.com/office/drawing/2014/main" id="{13062D16-F0D5-7845-B702-64122E8F9AAF}"/>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a:latin typeface="Aptos Light" panose="020B0004020202020204" pitchFamily="34" charset="0"/>
              </a:rPr>
              <a:t>Together, we build for boundless impact</a:t>
            </a:r>
          </a:p>
        </p:txBody>
      </p:sp>
    </p:spTree>
    <p:extLst>
      <p:ext uri="{BB962C8B-B14F-4D97-AF65-F5344CB8AC3E}">
        <p14:creationId xmlns:p14="http://schemas.microsoft.com/office/powerpoint/2010/main" val="5843684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meline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7620-E0BF-8F22-1ABA-4F56EF9B6DA9}"/>
              </a:ext>
            </a:extLst>
          </p:cNvPr>
          <p:cNvSpPr txBox="1">
            <a:spLocks/>
          </p:cNvSpPr>
          <p:nvPr userDrawn="1"/>
        </p:nvSpPr>
        <p:spPr>
          <a:xfrm>
            <a:off x="365760" y="365760"/>
            <a:ext cx="407044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a:latin typeface="Aptos Light" panose="020B0004020202020204" pitchFamily="34" charset="0"/>
              </a:rPr>
              <a:t>UST’s evolution</a:t>
            </a:r>
          </a:p>
          <a:p>
            <a:r>
              <a:rPr lang="en-US" sz="2400" b="0">
                <a:latin typeface="Aptos Light" panose="020B0004020202020204" pitchFamily="34" charset="0"/>
              </a:rPr>
              <a:t>Digital from day one</a:t>
            </a:r>
          </a:p>
        </p:txBody>
      </p:sp>
      <p:sp>
        <p:nvSpPr>
          <p:cNvPr id="3" name="Rectangle 2">
            <a:extLst>
              <a:ext uri="{FF2B5EF4-FFF2-40B4-BE49-F238E27FC236}">
                <a16:creationId xmlns:a16="http://schemas.microsoft.com/office/drawing/2014/main" id="{55363FAE-37F3-0876-5C85-ACF05B11DAFD}"/>
              </a:ext>
            </a:extLst>
          </p:cNvPr>
          <p:cNvSpPr/>
          <p:nvPr userDrawn="1"/>
        </p:nvSpPr>
        <p:spPr>
          <a:xfrm>
            <a:off x="5857596" y="-4516"/>
            <a:ext cx="6334403" cy="6176830"/>
          </a:xfrm>
          <a:prstGeom prst="rect">
            <a:avLst/>
          </a:prstGeom>
          <a:solidFill>
            <a:srgbClr val="C2BCBE"/>
          </a:solidFill>
          <a:ln>
            <a:noFill/>
          </a:ln>
        </p:spPr>
        <p:style>
          <a:lnRef idx="0">
            <a:schemeClr val="accent1"/>
          </a:lnRef>
          <a:fillRef idx="1">
            <a:schemeClr val="accent1"/>
          </a:fillRef>
          <a:effectRef idx="0">
            <a:srgbClr val="000000"/>
          </a:effectRef>
          <a:fontRef idx="minor">
            <a:schemeClr val="bg1"/>
          </a:fontRef>
        </p:style>
        <p:txBody>
          <a:bodyPr rtlCol="0" anchor="ctr"/>
          <a:lstStyle/>
          <a:p>
            <a:pPr>
              <a:lnSpc>
                <a:spcPct val="100000"/>
              </a:lnSpc>
            </a:pPr>
            <a:endParaRPr lang="en-US" sz="1800">
              <a:latin typeface="+mn-lt"/>
            </a:endParaRPr>
          </a:p>
        </p:txBody>
      </p:sp>
      <p:sp>
        <p:nvSpPr>
          <p:cNvPr id="4" name="Rectangle 3">
            <a:extLst>
              <a:ext uri="{FF2B5EF4-FFF2-40B4-BE49-F238E27FC236}">
                <a16:creationId xmlns:a16="http://schemas.microsoft.com/office/drawing/2014/main" id="{F162DF3A-D6EB-633C-9C29-DF27EC70580D}"/>
              </a:ext>
            </a:extLst>
          </p:cNvPr>
          <p:cNvSpPr/>
          <p:nvPr userDrawn="1"/>
        </p:nvSpPr>
        <p:spPr>
          <a:xfrm>
            <a:off x="2432511" y="1455947"/>
            <a:ext cx="3428589" cy="4716367"/>
          </a:xfrm>
          <a:prstGeom prst="rect">
            <a:avLst/>
          </a:prstGeom>
          <a:solidFill>
            <a:srgbClr val="D7E0E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mn-lt"/>
            </a:endParaRPr>
          </a:p>
        </p:txBody>
      </p:sp>
      <p:sp>
        <p:nvSpPr>
          <p:cNvPr id="5" name="Rectangle 4">
            <a:extLst>
              <a:ext uri="{FF2B5EF4-FFF2-40B4-BE49-F238E27FC236}">
                <a16:creationId xmlns:a16="http://schemas.microsoft.com/office/drawing/2014/main" id="{869F25CF-D456-691B-C6C0-EA5B97E7B2F4}"/>
              </a:ext>
            </a:extLst>
          </p:cNvPr>
          <p:cNvSpPr/>
          <p:nvPr userDrawn="1"/>
        </p:nvSpPr>
        <p:spPr>
          <a:xfrm>
            <a:off x="1" y="2494200"/>
            <a:ext cx="2436483" cy="3678114"/>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mn-lt"/>
            </a:endParaRPr>
          </a:p>
        </p:txBody>
      </p:sp>
      <p:sp>
        <p:nvSpPr>
          <p:cNvPr id="6" name="TextBox 5">
            <a:extLst>
              <a:ext uri="{FF2B5EF4-FFF2-40B4-BE49-F238E27FC236}">
                <a16:creationId xmlns:a16="http://schemas.microsoft.com/office/drawing/2014/main" id="{848AF015-64DB-D590-F478-D4CD1A8062AC}"/>
              </a:ext>
            </a:extLst>
          </p:cNvPr>
          <p:cNvSpPr txBox="1"/>
          <p:nvPr userDrawn="1"/>
        </p:nvSpPr>
        <p:spPr>
          <a:xfrm>
            <a:off x="365760" y="2851596"/>
            <a:ext cx="1310381" cy="301205"/>
          </a:xfrm>
          <a:prstGeom prst="rect">
            <a:avLst/>
          </a:prstGeom>
          <a:noFill/>
        </p:spPr>
        <p:txBody>
          <a:bodyPr wrap="square" lIns="0" tIns="0" rIns="0" bIns="0" rtlCol="0">
            <a:noAutofit/>
          </a:bodyPr>
          <a:lstStyle/>
          <a:p>
            <a:pPr>
              <a:lnSpc>
                <a:spcPct val="100000"/>
              </a:lnSpc>
              <a:spcBef>
                <a:spcPts val="1200"/>
              </a:spcBef>
              <a:buSzPct val="100000"/>
            </a:pPr>
            <a:r>
              <a:rPr lang="en-US" sz="1800" b="1">
                <a:latin typeface="+mn-lt"/>
              </a:rPr>
              <a:t>1999 – 2005</a:t>
            </a:r>
          </a:p>
        </p:txBody>
      </p:sp>
      <p:sp>
        <p:nvSpPr>
          <p:cNvPr id="7" name="TextBox 6">
            <a:extLst>
              <a:ext uri="{FF2B5EF4-FFF2-40B4-BE49-F238E27FC236}">
                <a16:creationId xmlns:a16="http://schemas.microsoft.com/office/drawing/2014/main" id="{538CB415-F53F-20AD-1148-CED8566F80FA}"/>
              </a:ext>
            </a:extLst>
          </p:cNvPr>
          <p:cNvSpPr txBox="1"/>
          <p:nvPr userDrawn="1"/>
        </p:nvSpPr>
        <p:spPr>
          <a:xfrm>
            <a:off x="2691415" y="1754474"/>
            <a:ext cx="1310381" cy="301205"/>
          </a:xfrm>
          <a:prstGeom prst="rect">
            <a:avLst/>
          </a:prstGeom>
          <a:noFill/>
        </p:spPr>
        <p:txBody>
          <a:bodyPr wrap="square" lIns="0" tIns="0" rIns="0" bIns="0" rtlCol="0">
            <a:noAutofit/>
          </a:bodyPr>
          <a:lstStyle>
            <a:defPPr>
              <a:defRPr lang="en-US"/>
            </a:defPPr>
            <a:lvl1pPr>
              <a:lnSpc>
                <a:spcPct val="100000"/>
              </a:lnSpc>
              <a:spcBef>
                <a:spcPts val="1200"/>
              </a:spcBef>
              <a:buSzPct val="100000"/>
              <a:defRPr b="1"/>
            </a:lvl1pPr>
          </a:lstStyle>
          <a:p>
            <a:pPr lvl="0"/>
            <a:r>
              <a:rPr lang="en-US">
                <a:latin typeface="+mn-lt"/>
              </a:rPr>
              <a:t>2006 – 2016 </a:t>
            </a:r>
          </a:p>
        </p:txBody>
      </p:sp>
      <p:sp>
        <p:nvSpPr>
          <p:cNvPr id="8" name="TextBox 7">
            <a:extLst>
              <a:ext uri="{FF2B5EF4-FFF2-40B4-BE49-F238E27FC236}">
                <a16:creationId xmlns:a16="http://schemas.microsoft.com/office/drawing/2014/main" id="{F6B8AE08-9A4D-E1DA-6EA0-4279E8E394A5}"/>
              </a:ext>
            </a:extLst>
          </p:cNvPr>
          <p:cNvSpPr txBox="1"/>
          <p:nvPr userDrawn="1"/>
        </p:nvSpPr>
        <p:spPr>
          <a:xfrm>
            <a:off x="6140158" y="294148"/>
            <a:ext cx="1310381" cy="301205"/>
          </a:xfrm>
          <a:prstGeom prst="rect">
            <a:avLst/>
          </a:prstGeom>
          <a:noFill/>
        </p:spPr>
        <p:txBody>
          <a:bodyPr wrap="square" lIns="0" tIns="0" rIns="0" bIns="0" rtlCol="0">
            <a:noAutofit/>
          </a:bodyPr>
          <a:lstStyle>
            <a:defPPr>
              <a:defRPr lang="en-US"/>
            </a:defPPr>
            <a:lvl1pPr lvl="0">
              <a:lnSpc>
                <a:spcPct val="100000"/>
              </a:lnSpc>
              <a:spcBef>
                <a:spcPts val="1200"/>
              </a:spcBef>
              <a:buSzPct val="100000"/>
              <a:defRPr b="1"/>
            </a:lvl1pPr>
          </a:lstStyle>
          <a:p>
            <a:pPr lvl="0"/>
            <a:r>
              <a:rPr lang="en-US">
                <a:latin typeface="+mn-lt"/>
              </a:rPr>
              <a:t>2017 – 2024</a:t>
            </a:r>
          </a:p>
        </p:txBody>
      </p:sp>
      <p:cxnSp>
        <p:nvCxnSpPr>
          <p:cNvPr id="9" name="Straight Connector 8">
            <a:extLst>
              <a:ext uri="{FF2B5EF4-FFF2-40B4-BE49-F238E27FC236}">
                <a16:creationId xmlns:a16="http://schemas.microsoft.com/office/drawing/2014/main" id="{EB74205A-2DDF-1706-B08E-492DB6259DD6}"/>
              </a:ext>
            </a:extLst>
          </p:cNvPr>
          <p:cNvCxnSpPr>
            <a:cxnSpLocks/>
          </p:cNvCxnSpPr>
          <p:nvPr userDrawn="1"/>
        </p:nvCxnSpPr>
        <p:spPr>
          <a:xfrm flipV="1">
            <a:off x="7159330" y="2551488"/>
            <a:ext cx="0" cy="63546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10" name="Straight Connector 9">
            <a:extLst>
              <a:ext uri="{FF2B5EF4-FFF2-40B4-BE49-F238E27FC236}">
                <a16:creationId xmlns:a16="http://schemas.microsoft.com/office/drawing/2014/main" id="{8AD1E614-C723-CFC1-97E7-C7CC48927AEF}"/>
              </a:ext>
            </a:extLst>
          </p:cNvPr>
          <p:cNvCxnSpPr>
            <a:cxnSpLocks/>
          </p:cNvCxnSpPr>
          <p:nvPr userDrawn="1"/>
        </p:nvCxnSpPr>
        <p:spPr>
          <a:xfrm flipV="1">
            <a:off x="6816123" y="2070728"/>
            <a:ext cx="0" cy="43239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Box 10">
            <a:extLst>
              <a:ext uri="{FF2B5EF4-FFF2-40B4-BE49-F238E27FC236}">
                <a16:creationId xmlns:a16="http://schemas.microsoft.com/office/drawing/2014/main" id="{B26632F4-6D5C-242F-DD55-264593A7A1B2}"/>
              </a:ext>
            </a:extLst>
          </p:cNvPr>
          <p:cNvSpPr txBox="1"/>
          <p:nvPr userDrawn="1"/>
        </p:nvSpPr>
        <p:spPr>
          <a:xfrm>
            <a:off x="3099659" y="3100601"/>
            <a:ext cx="922843"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2009</a:t>
            </a:r>
          </a:p>
          <a:p>
            <a:pPr marL="0" algn="l" defTabSz="914400" rtl="0" eaLnBrk="1" latinLnBrk="0" hangingPunct="1"/>
            <a:r>
              <a:rPr lang="en-US" sz="1000" kern="1200">
                <a:solidFill>
                  <a:schemeClr val="tx1"/>
                </a:solidFill>
                <a:latin typeface="+mn-lt"/>
                <a:ea typeface="+mn-ea"/>
                <a:cs typeface="+mn-cs"/>
              </a:rPr>
              <a:t>Expanded into Latin America</a:t>
            </a:r>
          </a:p>
        </p:txBody>
      </p:sp>
      <p:cxnSp>
        <p:nvCxnSpPr>
          <p:cNvPr id="12" name="Straight Connector 11">
            <a:extLst>
              <a:ext uri="{FF2B5EF4-FFF2-40B4-BE49-F238E27FC236}">
                <a16:creationId xmlns:a16="http://schemas.microsoft.com/office/drawing/2014/main" id="{7607EBDA-987B-309B-8AD1-DD903228C757}"/>
              </a:ext>
            </a:extLst>
          </p:cNvPr>
          <p:cNvCxnSpPr>
            <a:cxnSpLocks/>
          </p:cNvCxnSpPr>
          <p:nvPr userDrawn="1"/>
        </p:nvCxnSpPr>
        <p:spPr>
          <a:xfrm flipV="1">
            <a:off x="3114161" y="3686512"/>
            <a:ext cx="0" cy="56974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13" name="Straight Connector 12">
            <a:extLst>
              <a:ext uri="{FF2B5EF4-FFF2-40B4-BE49-F238E27FC236}">
                <a16:creationId xmlns:a16="http://schemas.microsoft.com/office/drawing/2014/main" id="{73D22368-7983-435C-F7D0-61E70210C702}"/>
              </a:ext>
            </a:extLst>
          </p:cNvPr>
          <p:cNvCxnSpPr>
            <a:cxnSpLocks/>
          </p:cNvCxnSpPr>
          <p:nvPr userDrawn="1"/>
        </p:nvCxnSpPr>
        <p:spPr>
          <a:xfrm flipV="1">
            <a:off x="2754226" y="4407093"/>
            <a:ext cx="0" cy="83503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14" name="Straight Connector 13">
            <a:extLst>
              <a:ext uri="{FF2B5EF4-FFF2-40B4-BE49-F238E27FC236}">
                <a16:creationId xmlns:a16="http://schemas.microsoft.com/office/drawing/2014/main" id="{1FE5DE39-F160-13D6-8AAA-60C063FCEC82}"/>
              </a:ext>
            </a:extLst>
          </p:cNvPr>
          <p:cNvCxnSpPr>
            <a:cxnSpLocks/>
          </p:cNvCxnSpPr>
          <p:nvPr userDrawn="1"/>
        </p:nvCxnSpPr>
        <p:spPr>
          <a:xfrm flipV="1">
            <a:off x="1269913" y="4644000"/>
            <a:ext cx="0" cy="109728"/>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5" name="TextBox 14">
            <a:extLst>
              <a:ext uri="{FF2B5EF4-FFF2-40B4-BE49-F238E27FC236}">
                <a16:creationId xmlns:a16="http://schemas.microsoft.com/office/drawing/2014/main" id="{7133F7AE-31D7-6A42-6A85-A09932497B40}"/>
              </a:ext>
            </a:extLst>
          </p:cNvPr>
          <p:cNvSpPr txBox="1"/>
          <p:nvPr userDrawn="1"/>
        </p:nvSpPr>
        <p:spPr>
          <a:xfrm>
            <a:off x="2692286" y="5307044"/>
            <a:ext cx="1791608"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a:ln>
                  <a:noFill/>
                </a:ln>
                <a:solidFill>
                  <a:srgbClr val="231F20"/>
                </a:solidFill>
                <a:effectLst/>
                <a:uLnTx/>
                <a:uFillTx/>
                <a:latin typeface="+mn-lt"/>
                <a:ea typeface="+mn-ea"/>
                <a:cs typeface="+mn-cs"/>
              </a:rPr>
              <a:t>2006</a:t>
            </a:r>
            <a:endParaRPr kumimoji="0" lang="en-US" sz="1100" b="1" i="0" u="none" strike="noStrike" kern="1200" cap="none" spc="0" normalizeH="0" baseline="0" noProof="0">
              <a:ln>
                <a:noFill/>
              </a:ln>
              <a:solidFill>
                <a:srgbClr val="231F20"/>
              </a:solidFill>
              <a:effectLst/>
              <a:uLnTx/>
              <a:uFillTx/>
              <a:latin typeface="+mn-lt"/>
              <a:ea typeface="+mn-ea"/>
              <a:cs typeface="+mn-cs"/>
            </a:endParaRPr>
          </a:p>
          <a:p>
            <a:pPr marL="0" algn="l" defTabSz="914400" rtl="0" eaLnBrk="1" latinLnBrk="0" hangingPunct="1"/>
            <a:r>
              <a:rPr lang="en-US" sz="1000" kern="1200">
                <a:solidFill>
                  <a:schemeClr val="tx1"/>
                </a:solidFill>
                <a:latin typeface="+mn-lt"/>
                <a:ea typeface="+mn-ea"/>
                <a:cs typeface="+mn-cs"/>
              </a:rPr>
              <a:t>Opened operations in the UK, expanding its EU footprint</a:t>
            </a:r>
          </a:p>
        </p:txBody>
      </p:sp>
      <p:sp>
        <p:nvSpPr>
          <p:cNvPr id="16" name="TextBox 15">
            <a:extLst>
              <a:ext uri="{FF2B5EF4-FFF2-40B4-BE49-F238E27FC236}">
                <a16:creationId xmlns:a16="http://schemas.microsoft.com/office/drawing/2014/main" id="{B155A24E-E8E1-4FC3-3E99-447C3BAAD09B}"/>
              </a:ext>
            </a:extLst>
          </p:cNvPr>
          <p:cNvSpPr txBox="1"/>
          <p:nvPr userDrawn="1"/>
        </p:nvSpPr>
        <p:spPr>
          <a:xfrm>
            <a:off x="3493530" y="4889733"/>
            <a:ext cx="1101839"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2013</a:t>
            </a:r>
          </a:p>
          <a:p>
            <a:pPr marL="0" marR="0" lvl="0" indent="0" algn="l" defTabSz="914400" rtl="0" eaLnBrk="1" fontAlgn="auto" latinLnBrk="0" hangingPunct="1">
              <a:lnSpc>
                <a:spcPct val="100000"/>
              </a:lnSpc>
              <a:spcAft>
                <a:spcPts val="200"/>
              </a:spcAft>
              <a:buClrTx/>
              <a:buSzTx/>
              <a:buFontTx/>
              <a:buNone/>
              <a:tabLst/>
              <a:defRPr/>
            </a:pPr>
            <a:r>
              <a:rPr lang="en-US" sz="1000" kern="1200">
                <a:solidFill>
                  <a:schemeClr val="tx1"/>
                </a:solidFill>
                <a:latin typeface="+mn-lt"/>
                <a:ea typeface="+mn-ea"/>
                <a:cs typeface="+mn-cs"/>
              </a:rPr>
              <a:t>10,000 employees</a:t>
            </a:r>
          </a:p>
        </p:txBody>
      </p:sp>
      <p:sp>
        <p:nvSpPr>
          <p:cNvPr id="17" name="TextBox 16">
            <a:extLst>
              <a:ext uri="{FF2B5EF4-FFF2-40B4-BE49-F238E27FC236}">
                <a16:creationId xmlns:a16="http://schemas.microsoft.com/office/drawing/2014/main" id="{BED451D2-5A01-A88F-5065-7DB88EF3C883}"/>
              </a:ext>
            </a:extLst>
          </p:cNvPr>
          <p:cNvSpPr txBox="1"/>
          <p:nvPr userDrawn="1"/>
        </p:nvSpPr>
        <p:spPr>
          <a:xfrm>
            <a:off x="6743187" y="1505021"/>
            <a:ext cx="102025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2018</a:t>
            </a:r>
          </a:p>
          <a:p>
            <a:r>
              <a:rPr lang="en-US" sz="1000" b="0">
                <a:solidFill>
                  <a:srgbClr val="231F20"/>
                </a:solidFill>
                <a:latin typeface="+mn-lt"/>
              </a:rPr>
              <a:t>Temasek invested $250M</a:t>
            </a:r>
          </a:p>
        </p:txBody>
      </p:sp>
      <p:sp>
        <p:nvSpPr>
          <p:cNvPr id="18" name="TextBox 17">
            <a:extLst>
              <a:ext uri="{FF2B5EF4-FFF2-40B4-BE49-F238E27FC236}">
                <a16:creationId xmlns:a16="http://schemas.microsoft.com/office/drawing/2014/main" id="{992ED23B-CB4F-563F-1ED7-5B8074464828}"/>
              </a:ext>
            </a:extLst>
          </p:cNvPr>
          <p:cNvSpPr txBox="1"/>
          <p:nvPr userDrawn="1"/>
        </p:nvSpPr>
        <p:spPr>
          <a:xfrm>
            <a:off x="7086757" y="3268379"/>
            <a:ext cx="1007381"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2018</a:t>
            </a:r>
          </a:p>
          <a:p>
            <a:r>
              <a:rPr lang="en-US" sz="1000">
                <a:latin typeface="+mn-lt"/>
              </a:rPr>
              <a:t>Reached 20,000 employees</a:t>
            </a:r>
          </a:p>
        </p:txBody>
      </p:sp>
      <p:sp>
        <p:nvSpPr>
          <p:cNvPr id="19" name="TextBox 18">
            <a:extLst>
              <a:ext uri="{FF2B5EF4-FFF2-40B4-BE49-F238E27FC236}">
                <a16:creationId xmlns:a16="http://schemas.microsoft.com/office/drawing/2014/main" id="{408B891A-8C52-9F2D-EA87-94182AEB3A60}"/>
              </a:ext>
            </a:extLst>
          </p:cNvPr>
          <p:cNvSpPr txBox="1"/>
          <p:nvPr userDrawn="1"/>
        </p:nvSpPr>
        <p:spPr>
          <a:xfrm>
            <a:off x="4015037" y="2628019"/>
            <a:ext cx="951631"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2013</a:t>
            </a:r>
          </a:p>
          <a:p>
            <a:pPr marL="0" algn="l" defTabSz="914400" rtl="0" eaLnBrk="1" latinLnBrk="0" hangingPunct="1"/>
            <a:r>
              <a:rPr lang="en-US" sz="1000" kern="1200">
                <a:solidFill>
                  <a:schemeClr val="tx1"/>
                </a:solidFill>
                <a:latin typeface="+mn-lt"/>
                <a:ea typeface="+mn-ea"/>
                <a:cs typeface="+mn-cs"/>
              </a:rPr>
              <a:t>Launched Step IT Up America</a:t>
            </a:r>
          </a:p>
        </p:txBody>
      </p:sp>
      <p:sp>
        <p:nvSpPr>
          <p:cNvPr id="20" name="Freeform 9">
            <a:extLst>
              <a:ext uri="{FF2B5EF4-FFF2-40B4-BE49-F238E27FC236}">
                <a16:creationId xmlns:a16="http://schemas.microsoft.com/office/drawing/2014/main" id="{35739F0F-848D-C638-2C52-A50AAC12B682}"/>
              </a:ext>
            </a:extLst>
          </p:cNvPr>
          <p:cNvSpPr/>
          <p:nvPr userDrawn="1"/>
        </p:nvSpPr>
        <p:spPr>
          <a:xfrm>
            <a:off x="382867" y="557421"/>
            <a:ext cx="11431905" cy="4313979"/>
          </a:xfrm>
          <a:custGeom>
            <a:avLst/>
            <a:gdLst>
              <a:gd name="connsiteX0" fmla="*/ 0 w 6256421"/>
              <a:gd name="connsiteY0" fmla="*/ 3850105 h 3850105"/>
              <a:gd name="connsiteX1" fmla="*/ 613611 w 6256421"/>
              <a:gd name="connsiteY1" fmla="*/ 3272590 h 3850105"/>
              <a:gd name="connsiteX2" fmla="*/ 1732548 w 6256421"/>
              <a:gd name="connsiteY2" fmla="*/ 3164305 h 3850105"/>
              <a:gd name="connsiteX3" fmla="*/ 2598821 w 6256421"/>
              <a:gd name="connsiteY3" fmla="*/ 2334126 h 3850105"/>
              <a:gd name="connsiteX4" fmla="*/ 4535906 w 6256421"/>
              <a:gd name="connsiteY4" fmla="*/ 1876926 h 3850105"/>
              <a:gd name="connsiteX5" fmla="*/ 4860758 w 6256421"/>
              <a:gd name="connsiteY5" fmla="*/ 938463 h 3850105"/>
              <a:gd name="connsiteX6" fmla="*/ 6256421 w 6256421"/>
              <a:gd name="connsiteY6" fmla="*/ 0 h 3850105"/>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083869 w 7430542"/>
              <a:gd name="connsiteY6" fmla="*/ 613187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626523 w 7430542"/>
              <a:gd name="connsiteY6" fmla="*/ 726730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6626523 w 7430542"/>
              <a:gd name="connsiteY7" fmla="*/ 726730 h 4126142"/>
              <a:gd name="connsiteX8" fmla="*/ 7430542 w 7430542"/>
              <a:gd name="connsiteY8"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743540 w 7430542"/>
              <a:gd name="connsiteY7" fmla="*/ 96992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20808 w 7430542"/>
              <a:gd name="connsiteY7" fmla="*/ 1089174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1045020 w 7430542"/>
              <a:gd name="connsiteY1" fmla="*/ 3365772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56298"/>
              <a:gd name="connsiteY0" fmla="*/ 3831986 h 3831986"/>
              <a:gd name="connsiteX1" fmla="*/ 1070776 w 7456298"/>
              <a:gd name="connsiteY1" fmla="*/ 3365772 h 3831986"/>
              <a:gd name="connsiteX2" fmla="*/ 2105921 w 7456298"/>
              <a:gd name="connsiteY2" fmla="*/ 3227540 h 3831986"/>
              <a:gd name="connsiteX3" fmla="*/ 3075739 w 7456298"/>
              <a:gd name="connsiteY3" fmla="*/ 2414386 h 3831986"/>
              <a:gd name="connsiteX4" fmla="*/ 4199252 w 7456298"/>
              <a:gd name="connsiteY4" fmla="*/ 2101891 h 3831986"/>
              <a:gd name="connsiteX5" fmla="*/ 4886514 w 7456298"/>
              <a:gd name="connsiteY5" fmla="*/ 1214500 h 3831986"/>
              <a:gd name="connsiteX6" fmla="*/ 5817988 w 7456298"/>
              <a:gd name="connsiteY6" fmla="*/ 1042218 h 3831986"/>
              <a:gd name="connsiteX7" fmla="*/ 5827248 w 7456298"/>
              <a:gd name="connsiteY7" fmla="*/ 1041472 h 3831986"/>
              <a:gd name="connsiteX8" fmla="*/ 6652279 w 7456298"/>
              <a:gd name="connsiteY8" fmla="*/ 726730 h 3831986"/>
              <a:gd name="connsiteX9" fmla="*/ 7456298 w 7456298"/>
              <a:gd name="connsiteY9" fmla="*/ 0 h 3831986"/>
              <a:gd name="connsiteX0" fmla="*/ 0 w 7932779"/>
              <a:gd name="connsiteY0" fmla="*/ 4157943 h 4157943"/>
              <a:gd name="connsiteX1" fmla="*/ 1070776 w 7932779"/>
              <a:gd name="connsiteY1" fmla="*/ 3691729 h 4157943"/>
              <a:gd name="connsiteX2" fmla="*/ 2105921 w 7932779"/>
              <a:gd name="connsiteY2" fmla="*/ 3553497 h 4157943"/>
              <a:gd name="connsiteX3" fmla="*/ 3075739 w 7932779"/>
              <a:gd name="connsiteY3" fmla="*/ 2740343 h 4157943"/>
              <a:gd name="connsiteX4" fmla="*/ 4199252 w 7932779"/>
              <a:gd name="connsiteY4" fmla="*/ 2427848 h 4157943"/>
              <a:gd name="connsiteX5" fmla="*/ 4886514 w 7932779"/>
              <a:gd name="connsiteY5" fmla="*/ 1540457 h 4157943"/>
              <a:gd name="connsiteX6" fmla="*/ 5817988 w 7932779"/>
              <a:gd name="connsiteY6" fmla="*/ 1368175 h 4157943"/>
              <a:gd name="connsiteX7" fmla="*/ 5827248 w 7932779"/>
              <a:gd name="connsiteY7" fmla="*/ 1367429 h 4157943"/>
              <a:gd name="connsiteX8" fmla="*/ 6652279 w 7932779"/>
              <a:gd name="connsiteY8" fmla="*/ 1052687 h 4157943"/>
              <a:gd name="connsiteX9" fmla="*/ 7932779 w 7932779"/>
              <a:gd name="connsiteY9" fmla="*/ 0 h 4157943"/>
              <a:gd name="connsiteX0" fmla="*/ 0 w 7620753"/>
              <a:gd name="connsiteY0" fmla="*/ 4029524 h 4029524"/>
              <a:gd name="connsiteX1" fmla="*/ 1070776 w 7620753"/>
              <a:gd name="connsiteY1" fmla="*/ 3563310 h 4029524"/>
              <a:gd name="connsiteX2" fmla="*/ 2105921 w 7620753"/>
              <a:gd name="connsiteY2" fmla="*/ 3425078 h 4029524"/>
              <a:gd name="connsiteX3" fmla="*/ 3075739 w 7620753"/>
              <a:gd name="connsiteY3" fmla="*/ 2611924 h 4029524"/>
              <a:gd name="connsiteX4" fmla="*/ 4199252 w 7620753"/>
              <a:gd name="connsiteY4" fmla="*/ 2299429 h 4029524"/>
              <a:gd name="connsiteX5" fmla="*/ 4886514 w 7620753"/>
              <a:gd name="connsiteY5" fmla="*/ 1412038 h 4029524"/>
              <a:gd name="connsiteX6" fmla="*/ 5817988 w 7620753"/>
              <a:gd name="connsiteY6" fmla="*/ 1239756 h 4029524"/>
              <a:gd name="connsiteX7" fmla="*/ 5827248 w 7620753"/>
              <a:gd name="connsiteY7" fmla="*/ 1239010 h 4029524"/>
              <a:gd name="connsiteX8" fmla="*/ 6652279 w 7620753"/>
              <a:gd name="connsiteY8" fmla="*/ 924268 h 4029524"/>
              <a:gd name="connsiteX9" fmla="*/ 7620753 w 7620753"/>
              <a:gd name="connsiteY9" fmla="*/ 0 h 4029524"/>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8943146 w 8943146"/>
              <a:gd name="connsiteY9"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943146 w 8943146"/>
              <a:gd name="connsiteY10"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846859 w 8943146"/>
              <a:gd name="connsiteY9" fmla="*/ 1202808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181173 w 8943146"/>
              <a:gd name="connsiteY10" fmla="*/ 881759 h 5102743"/>
              <a:gd name="connsiteX11" fmla="*/ 8943146 w 8943146"/>
              <a:gd name="connsiteY11" fmla="*/ 0 h 5102743"/>
              <a:gd name="connsiteX0" fmla="*/ 0 w 8690553"/>
              <a:gd name="connsiteY0" fmla="*/ 4800040 h 4800040"/>
              <a:gd name="connsiteX1" fmla="*/ 1070776 w 8690553"/>
              <a:gd name="connsiteY1" fmla="*/ 4333826 h 4800040"/>
              <a:gd name="connsiteX2" fmla="*/ 2105921 w 8690553"/>
              <a:gd name="connsiteY2" fmla="*/ 4195594 h 4800040"/>
              <a:gd name="connsiteX3" fmla="*/ 3075739 w 8690553"/>
              <a:gd name="connsiteY3" fmla="*/ 3382440 h 4800040"/>
              <a:gd name="connsiteX4" fmla="*/ 4199252 w 8690553"/>
              <a:gd name="connsiteY4" fmla="*/ 3069945 h 4800040"/>
              <a:gd name="connsiteX5" fmla="*/ 4886514 w 8690553"/>
              <a:gd name="connsiteY5" fmla="*/ 2182554 h 4800040"/>
              <a:gd name="connsiteX6" fmla="*/ 5817988 w 8690553"/>
              <a:gd name="connsiteY6" fmla="*/ 2010272 h 4800040"/>
              <a:gd name="connsiteX7" fmla="*/ 5827248 w 8690553"/>
              <a:gd name="connsiteY7" fmla="*/ 2009526 h 4800040"/>
              <a:gd name="connsiteX8" fmla="*/ 6652279 w 8690553"/>
              <a:gd name="connsiteY8" fmla="*/ 1694784 h 4800040"/>
              <a:gd name="connsiteX9" fmla="*/ 7601696 w 8690553"/>
              <a:gd name="connsiteY9" fmla="*/ 1111080 h 4800040"/>
              <a:gd name="connsiteX10" fmla="*/ 8181173 w 8690553"/>
              <a:gd name="connsiteY10" fmla="*/ 579056 h 4800040"/>
              <a:gd name="connsiteX11" fmla="*/ 8690553 w 8690553"/>
              <a:gd name="connsiteY11" fmla="*/ 0 h 480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690553" h="4800040">
                <a:moveTo>
                  <a:pt x="0" y="4800040"/>
                </a:moveTo>
                <a:lnTo>
                  <a:pt x="1070776" y="4333826"/>
                </a:lnTo>
                <a:lnTo>
                  <a:pt x="2105921" y="4195594"/>
                </a:lnTo>
                <a:lnTo>
                  <a:pt x="3075739" y="3382440"/>
                </a:lnTo>
                <a:lnTo>
                  <a:pt x="4199252" y="3069945"/>
                </a:lnTo>
                <a:lnTo>
                  <a:pt x="4886514" y="2182554"/>
                </a:lnTo>
                <a:lnTo>
                  <a:pt x="5817988" y="2010272"/>
                </a:lnTo>
                <a:lnTo>
                  <a:pt x="5827248" y="2009526"/>
                </a:lnTo>
                <a:lnTo>
                  <a:pt x="6652279" y="1694784"/>
                </a:lnTo>
                <a:cubicBezTo>
                  <a:pt x="6969070" y="1485420"/>
                  <a:pt x="7219885" y="1443994"/>
                  <a:pt x="7601696" y="1111080"/>
                </a:cubicBezTo>
                <a:lnTo>
                  <a:pt x="8181173" y="579056"/>
                </a:lnTo>
                <a:lnTo>
                  <a:pt x="8690553" y="0"/>
                </a:lnTo>
              </a:path>
            </a:pathLst>
          </a:cu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456938" rtl="0" eaLnBrk="1" latinLnBrk="0" hangingPunct="1">
              <a:defRPr sz="1800" kern="1200">
                <a:solidFill>
                  <a:schemeClr val="tx1"/>
                </a:solidFill>
                <a:latin typeface="+mn-lt"/>
                <a:ea typeface="+mn-ea"/>
                <a:cs typeface="+mn-cs"/>
              </a:defRPr>
            </a:lvl1pPr>
            <a:lvl2pPr marL="456938" algn="l" defTabSz="456938" rtl="0" eaLnBrk="1" latinLnBrk="0" hangingPunct="1">
              <a:defRPr sz="1800" kern="1200">
                <a:solidFill>
                  <a:schemeClr val="tx1"/>
                </a:solidFill>
                <a:latin typeface="+mn-lt"/>
                <a:ea typeface="+mn-ea"/>
                <a:cs typeface="+mn-cs"/>
              </a:defRPr>
            </a:lvl2pPr>
            <a:lvl3pPr marL="913877" algn="l" defTabSz="456938" rtl="0" eaLnBrk="1" latinLnBrk="0" hangingPunct="1">
              <a:defRPr sz="1800" kern="1200">
                <a:solidFill>
                  <a:schemeClr val="tx1"/>
                </a:solidFill>
                <a:latin typeface="+mn-lt"/>
                <a:ea typeface="+mn-ea"/>
                <a:cs typeface="+mn-cs"/>
              </a:defRPr>
            </a:lvl3pPr>
            <a:lvl4pPr marL="1370814" algn="l" defTabSz="456938" rtl="0" eaLnBrk="1" latinLnBrk="0" hangingPunct="1">
              <a:defRPr sz="1800" kern="1200">
                <a:solidFill>
                  <a:schemeClr val="tx1"/>
                </a:solidFill>
                <a:latin typeface="+mn-lt"/>
                <a:ea typeface="+mn-ea"/>
                <a:cs typeface="+mn-cs"/>
              </a:defRPr>
            </a:lvl4pPr>
            <a:lvl5pPr marL="1827752" algn="l" defTabSz="456938" rtl="0" eaLnBrk="1" latinLnBrk="0" hangingPunct="1">
              <a:defRPr sz="1800" kern="1200">
                <a:solidFill>
                  <a:schemeClr val="tx1"/>
                </a:solidFill>
                <a:latin typeface="+mn-lt"/>
                <a:ea typeface="+mn-ea"/>
                <a:cs typeface="+mn-cs"/>
              </a:defRPr>
            </a:lvl5pPr>
            <a:lvl6pPr marL="2284689" algn="l" defTabSz="456938" rtl="0" eaLnBrk="1" latinLnBrk="0" hangingPunct="1">
              <a:defRPr sz="1800" kern="1200">
                <a:solidFill>
                  <a:schemeClr val="tx1"/>
                </a:solidFill>
                <a:latin typeface="+mn-lt"/>
                <a:ea typeface="+mn-ea"/>
                <a:cs typeface="+mn-cs"/>
              </a:defRPr>
            </a:lvl6pPr>
            <a:lvl7pPr marL="2741627" algn="l" defTabSz="456938" rtl="0" eaLnBrk="1" latinLnBrk="0" hangingPunct="1">
              <a:defRPr sz="1800" kern="1200">
                <a:solidFill>
                  <a:schemeClr val="tx1"/>
                </a:solidFill>
                <a:latin typeface="+mn-lt"/>
                <a:ea typeface="+mn-ea"/>
                <a:cs typeface="+mn-cs"/>
              </a:defRPr>
            </a:lvl7pPr>
            <a:lvl8pPr marL="3198563" algn="l" defTabSz="456938" rtl="0" eaLnBrk="1" latinLnBrk="0" hangingPunct="1">
              <a:defRPr sz="1800" kern="1200">
                <a:solidFill>
                  <a:schemeClr val="tx1"/>
                </a:solidFill>
                <a:latin typeface="+mn-lt"/>
                <a:ea typeface="+mn-ea"/>
                <a:cs typeface="+mn-cs"/>
              </a:defRPr>
            </a:lvl8pPr>
            <a:lvl9pPr marL="3655499" algn="l" defTabSz="456938" rtl="0" eaLnBrk="1" latinLnBrk="0" hangingPunct="1">
              <a:defRPr sz="1800" kern="1200">
                <a:solidFill>
                  <a:schemeClr val="tx1"/>
                </a:solidFill>
                <a:latin typeface="+mn-lt"/>
                <a:ea typeface="+mn-ea"/>
                <a:cs typeface="+mn-cs"/>
              </a:defRPr>
            </a:lvl9pPr>
          </a:lstStyle>
          <a:p>
            <a:pPr marL="0" marR="0" lvl="0" indent="0" algn="ctr" defTabSz="456938" rtl="0" eaLnBrk="1" fontAlgn="auto" latinLnBrk="0" hangingPunct="1">
              <a:lnSpc>
                <a:spcPct val="100000"/>
              </a:lnSpc>
              <a:spcAft>
                <a:spcPts val="200"/>
              </a:spcAft>
              <a:buClrTx/>
              <a:buSzTx/>
              <a:buFontTx/>
              <a:buNone/>
              <a:tabLst/>
              <a:defRPr/>
            </a:pPr>
            <a:endParaRPr kumimoji="0" lang="en-US" sz="1400" b="0" i="0" u="none" strike="noStrike" kern="1200" cap="none" spc="0" normalizeH="0" baseline="0" noProof="0">
              <a:ln>
                <a:noFill/>
              </a:ln>
              <a:solidFill>
                <a:srgbClr val="525252"/>
              </a:solidFill>
              <a:effectLst/>
              <a:uLnTx/>
              <a:uFillTx/>
              <a:latin typeface="+mn-lt"/>
              <a:ea typeface="+mn-ea"/>
              <a:cs typeface="+mn-cs"/>
            </a:endParaRPr>
          </a:p>
        </p:txBody>
      </p:sp>
      <p:sp>
        <p:nvSpPr>
          <p:cNvPr id="21" name="TextBox 20">
            <a:extLst>
              <a:ext uri="{FF2B5EF4-FFF2-40B4-BE49-F238E27FC236}">
                <a16:creationId xmlns:a16="http://schemas.microsoft.com/office/drawing/2014/main" id="{6F10BADF-2BD5-5943-7C90-63BF4B316946}"/>
              </a:ext>
            </a:extLst>
          </p:cNvPr>
          <p:cNvSpPr txBox="1"/>
          <p:nvPr userDrawn="1"/>
        </p:nvSpPr>
        <p:spPr>
          <a:xfrm>
            <a:off x="9539144" y="537668"/>
            <a:ext cx="1432188" cy="6565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2021</a:t>
            </a:r>
          </a:p>
          <a:p>
            <a:pPr lvl="0">
              <a:spcAft>
                <a:spcPts val="200"/>
              </a:spcAft>
              <a:defRPr/>
            </a:pPr>
            <a:r>
              <a:rPr lang="en-US" sz="1000">
                <a:latin typeface="+mn-lt"/>
              </a:rPr>
              <a:t>Certified “Top Employer of the year” in US, UK and Spain</a:t>
            </a:r>
            <a:endParaRPr kumimoji="0" lang="en-US" sz="900" b="1" i="0" u="none" strike="noStrike" kern="1200" cap="none" spc="0" normalizeH="0" baseline="0" noProof="0">
              <a:ln>
                <a:noFill/>
              </a:ln>
              <a:effectLst/>
              <a:uLnTx/>
              <a:uFillTx/>
              <a:latin typeface="+mn-lt"/>
              <a:ea typeface="+mn-ea"/>
              <a:cs typeface="+mn-cs"/>
            </a:endParaRPr>
          </a:p>
        </p:txBody>
      </p:sp>
      <p:sp>
        <p:nvSpPr>
          <p:cNvPr id="22" name="Rectangle 21">
            <a:extLst>
              <a:ext uri="{FF2B5EF4-FFF2-40B4-BE49-F238E27FC236}">
                <a16:creationId xmlns:a16="http://schemas.microsoft.com/office/drawing/2014/main" id="{76990FEA-0B28-96F6-7091-EDB9BC5468A6}"/>
              </a:ext>
            </a:extLst>
          </p:cNvPr>
          <p:cNvSpPr/>
          <p:nvPr userDrawn="1"/>
        </p:nvSpPr>
        <p:spPr>
          <a:xfrm>
            <a:off x="1204267" y="4497460"/>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23" name="Rectangle 22">
            <a:extLst>
              <a:ext uri="{FF2B5EF4-FFF2-40B4-BE49-F238E27FC236}">
                <a16:creationId xmlns:a16="http://schemas.microsoft.com/office/drawing/2014/main" id="{61E76959-258E-B08B-5209-20F1FAFD5F45}"/>
              </a:ext>
            </a:extLst>
          </p:cNvPr>
          <p:cNvSpPr/>
          <p:nvPr userDrawn="1"/>
        </p:nvSpPr>
        <p:spPr>
          <a:xfrm>
            <a:off x="2681653" y="4294608"/>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24" name="Rectangle 23">
            <a:extLst>
              <a:ext uri="{FF2B5EF4-FFF2-40B4-BE49-F238E27FC236}">
                <a16:creationId xmlns:a16="http://schemas.microsoft.com/office/drawing/2014/main" id="{0976AA7A-AABF-C3D7-0522-BA723DCFF597}"/>
              </a:ext>
            </a:extLst>
          </p:cNvPr>
          <p:cNvSpPr/>
          <p:nvPr userDrawn="1"/>
        </p:nvSpPr>
        <p:spPr>
          <a:xfrm>
            <a:off x="3041588" y="4254909"/>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25" name="Rectangle 24">
            <a:extLst>
              <a:ext uri="{FF2B5EF4-FFF2-40B4-BE49-F238E27FC236}">
                <a16:creationId xmlns:a16="http://schemas.microsoft.com/office/drawing/2014/main" id="{E0A9151A-FD4A-31FD-D99C-B0BF1404B9B3}"/>
              </a:ext>
            </a:extLst>
          </p:cNvPr>
          <p:cNvSpPr/>
          <p:nvPr userDrawn="1"/>
        </p:nvSpPr>
        <p:spPr>
          <a:xfrm>
            <a:off x="6743187" y="2468685"/>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26" name="Rectangle 25">
            <a:extLst>
              <a:ext uri="{FF2B5EF4-FFF2-40B4-BE49-F238E27FC236}">
                <a16:creationId xmlns:a16="http://schemas.microsoft.com/office/drawing/2014/main" id="{972433DC-339D-55D4-5A79-6AEEE2F17E7C}"/>
              </a:ext>
            </a:extLst>
          </p:cNvPr>
          <p:cNvSpPr/>
          <p:nvPr userDrawn="1"/>
        </p:nvSpPr>
        <p:spPr>
          <a:xfrm>
            <a:off x="7086757" y="2406344"/>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27" name="TextBox 26">
            <a:extLst>
              <a:ext uri="{FF2B5EF4-FFF2-40B4-BE49-F238E27FC236}">
                <a16:creationId xmlns:a16="http://schemas.microsoft.com/office/drawing/2014/main" id="{54BE903B-ACDE-E386-8696-C47A285B5947}"/>
              </a:ext>
            </a:extLst>
          </p:cNvPr>
          <p:cNvSpPr txBox="1"/>
          <p:nvPr userDrawn="1"/>
        </p:nvSpPr>
        <p:spPr>
          <a:xfrm>
            <a:off x="1225533" y="4809691"/>
            <a:ext cx="1058332"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a:ln>
                  <a:noFill/>
                </a:ln>
                <a:solidFill>
                  <a:srgbClr val="231F20"/>
                </a:solidFill>
                <a:effectLst/>
                <a:uLnTx/>
                <a:uFillTx/>
                <a:latin typeface="+mn-lt"/>
                <a:ea typeface="+mn-ea"/>
                <a:cs typeface="+mn-cs"/>
              </a:rPr>
              <a:t>2002</a:t>
            </a:r>
          </a:p>
          <a:p>
            <a:r>
              <a:rPr lang="en-US" sz="1000">
                <a:latin typeface="+mn-lt"/>
              </a:rPr>
              <a:t>Launched UST’s Colors Program</a:t>
            </a:r>
          </a:p>
        </p:txBody>
      </p:sp>
      <p:grpSp>
        <p:nvGrpSpPr>
          <p:cNvPr id="28" name="Group 27">
            <a:extLst>
              <a:ext uri="{FF2B5EF4-FFF2-40B4-BE49-F238E27FC236}">
                <a16:creationId xmlns:a16="http://schemas.microsoft.com/office/drawing/2014/main" id="{6C99D5D3-4663-06BE-5567-58B2E571D4D7}"/>
              </a:ext>
            </a:extLst>
          </p:cNvPr>
          <p:cNvGrpSpPr/>
          <p:nvPr userDrawn="1"/>
        </p:nvGrpSpPr>
        <p:grpSpPr>
          <a:xfrm>
            <a:off x="10202275" y="4864524"/>
            <a:ext cx="1801302" cy="1141537"/>
            <a:chOff x="10086044" y="4843757"/>
            <a:chExt cx="1801302" cy="1141537"/>
          </a:xfrm>
        </p:grpSpPr>
        <p:sp>
          <p:nvSpPr>
            <p:cNvPr id="29" name="Rectangle 28">
              <a:extLst>
                <a:ext uri="{FF2B5EF4-FFF2-40B4-BE49-F238E27FC236}">
                  <a16:creationId xmlns:a16="http://schemas.microsoft.com/office/drawing/2014/main" id="{BB5C17E4-3A21-29CC-603D-4BACC517434B}"/>
                </a:ext>
              </a:extLst>
            </p:cNvPr>
            <p:cNvSpPr/>
            <p:nvPr userDrawn="1"/>
          </p:nvSpPr>
          <p:spPr>
            <a:xfrm>
              <a:off x="10086044" y="4843757"/>
              <a:ext cx="1801302" cy="1141537"/>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800">
                <a:latin typeface="+mn-lt"/>
              </a:endParaRPr>
            </a:p>
          </p:txBody>
        </p:sp>
        <p:grpSp>
          <p:nvGrpSpPr>
            <p:cNvPr id="30" name="Group 29">
              <a:extLst>
                <a:ext uri="{FF2B5EF4-FFF2-40B4-BE49-F238E27FC236}">
                  <a16:creationId xmlns:a16="http://schemas.microsoft.com/office/drawing/2014/main" id="{31BB73F9-9174-912D-E880-CFEEA519CDE3}"/>
                </a:ext>
              </a:extLst>
            </p:cNvPr>
            <p:cNvGrpSpPr/>
            <p:nvPr userDrawn="1"/>
          </p:nvGrpSpPr>
          <p:grpSpPr>
            <a:xfrm>
              <a:off x="10299557" y="5015198"/>
              <a:ext cx="1376943" cy="190821"/>
              <a:chOff x="10377348" y="4992493"/>
              <a:chExt cx="1376943" cy="190821"/>
            </a:xfrm>
          </p:grpSpPr>
          <p:sp>
            <p:nvSpPr>
              <p:cNvPr id="40" name="TextBox 39">
                <a:extLst>
                  <a:ext uri="{FF2B5EF4-FFF2-40B4-BE49-F238E27FC236}">
                    <a16:creationId xmlns:a16="http://schemas.microsoft.com/office/drawing/2014/main" id="{043EA049-020E-966E-290B-67BDD4710BC0}"/>
                  </a:ext>
                </a:extLst>
              </p:cNvPr>
              <p:cNvSpPr txBox="1"/>
              <p:nvPr/>
            </p:nvSpPr>
            <p:spPr>
              <a:xfrm>
                <a:off x="10540817" y="4992493"/>
                <a:ext cx="121347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Corporate milestones</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41" name="Rectangle 40">
                <a:extLst>
                  <a:ext uri="{FF2B5EF4-FFF2-40B4-BE49-F238E27FC236}">
                    <a16:creationId xmlns:a16="http://schemas.microsoft.com/office/drawing/2014/main" id="{6AAC0D76-719E-1D7A-19D8-6D883C9B3A2B}"/>
                  </a:ext>
                </a:extLst>
              </p:cNvPr>
              <p:cNvSpPr/>
              <p:nvPr/>
            </p:nvSpPr>
            <p:spPr>
              <a:xfrm>
                <a:off x="10377348" y="5037611"/>
                <a:ext cx="100584" cy="100584"/>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31" name="Group 30">
              <a:extLst>
                <a:ext uri="{FF2B5EF4-FFF2-40B4-BE49-F238E27FC236}">
                  <a16:creationId xmlns:a16="http://schemas.microsoft.com/office/drawing/2014/main" id="{1BD2D279-36FD-9999-AEEE-5EFAD8B1A26E}"/>
                </a:ext>
              </a:extLst>
            </p:cNvPr>
            <p:cNvGrpSpPr/>
            <p:nvPr userDrawn="1"/>
          </p:nvGrpSpPr>
          <p:grpSpPr>
            <a:xfrm>
              <a:off x="10299557" y="5223595"/>
              <a:ext cx="655591" cy="190821"/>
              <a:chOff x="10377348" y="5265668"/>
              <a:chExt cx="655591" cy="190821"/>
            </a:xfrm>
          </p:grpSpPr>
          <p:sp>
            <p:nvSpPr>
              <p:cNvPr id="38" name="TextBox 37">
                <a:extLst>
                  <a:ext uri="{FF2B5EF4-FFF2-40B4-BE49-F238E27FC236}">
                    <a16:creationId xmlns:a16="http://schemas.microsoft.com/office/drawing/2014/main" id="{CCFFF15E-A30B-1E40-B325-1C7D6CBD13CE}"/>
                  </a:ext>
                </a:extLst>
              </p:cNvPr>
              <p:cNvSpPr txBox="1"/>
              <p:nvPr/>
            </p:nvSpPr>
            <p:spPr>
              <a:xfrm>
                <a:off x="10540817" y="5265668"/>
                <a:ext cx="492122"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Offerings</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39" name="Rectangle 38">
                <a:extLst>
                  <a:ext uri="{FF2B5EF4-FFF2-40B4-BE49-F238E27FC236}">
                    <a16:creationId xmlns:a16="http://schemas.microsoft.com/office/drawing/2014/main" id="{82831879-8453-75F0-48D0-2B6DD475DE62}"/>
                  </a:ext>
                </a:extLst>
              </p:cNvPr>
              <p:cNvSpPr/>
              <p:nvPr/>
            </p:nvSpPr>
            <p:spPr>
              <a:xfrm>
                <a:off x="10377348" y="5310786"/>
                <a:ext cx="100584" cy="100584"/>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32" name="Group 31">
              <a:extLst>
                <a:ext uri="{FF2B5EF4-FFF2-40B4-BE49-F238E27FC236}">
                  <a16:creationId xmlns:a16="http://schemas.microsoft.com/office/drawing/2014/main" id="{E0C74C2F-B5F2-3369-D6BA-17373B473B8F}"/>
                </a:ext>
              </a:extLst>
            </p:cNvPr>
            <p:cNvGrpSpPr/>
            <p:nvPr userDrawn="1"/>
          </p:nvGrpSpPr>
          <p:grpSpPr>
            <a:xfrm>
              <a:off x="10299557" y="5431992"/>
              <a:ext cx="758184" cy="190821"/>
              <a:chOff x="10377348" y="5538843"/>
              <a:chExt cx="758184" cy="190821"/>
            </a:xfrm>
          </p:grpSpPr>
          <p:sp>
            <p:nvSpPr>
              <p:cNvPr id="36" name="TextBox 35">
                <a:extLst>
                  <a:ext uri="{FF2B5EF4-FFF2-40B4-BE49-F238E27FC236}">
                    <a16:creationId xmlns:a16="http://schemas.microsoft.com/office/drawing/2014/main" id="{67F0BA1D-5A8B-5007-03CA-A7DFF702DF09}"/>
                  </a:ext>
                </a:extLst>
              </p:cNvPr>
              <p:cNvSpPr txBox="1"/>
              <p:nvPr/>
            </p:nvSpPr>
            <p:spPr>
              <a:xfrm>
                <a:off x="10540817" y="5538843"/>
                <a:ext cx="594715"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Employees</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37" name="Rectangle 36">
                <a:extLst>
                  <a:ext uri="{FF2B5EF4-FFF2-40B4-BE49-F238E27FC236}">
                    <a16:creationId xmlns:a16="http://schemas.microsoft.com/office/drawing/2014/main" id="{D937BC4C-4C1A-BF7B-46D9-2021C012061E}"/>
                  </a:ext>
                </a:extLst>
              </p:cNvPr>
              <p:cNvSpPr/>
              <p:nvPr/>
            </p:nvSpPr>
            <p:spPr>
              <a:xfrm>
                <a:off x="10377348" y="5583961"/>
                <a:ext cx="100584" cy="100584"/>
              </a:xfrm>
              <a:prstGeom prst="rect">
                <a:avLst/>
              </a:prstGeom>
              <a:solidFill>
                <a:schemeClr val="accent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33" name="Group 32">
              <a:extLst>
                <a:ext uri="{FF2B5EF4-FFF2-40B4-BE49-F238E27FC236}">
                  <a16:creationId xmlns:a16="http://schemas.microsoft.com/office/drawing/2014/main" id="{B1E41CCD-ADFB-6617-A0E9-965E4685E0E3}"/>
                </a:ext>
              </a:extLst>
            </p:cNvPr>
            <p:cNvGrpSpPr/>
            <p:nvPr userDrawn="1"/>
          </p:nvGrpSpPr>
          <p:grpSpPr>
            <a:xfrm>
              <a:off x="10299557" y="5640390"/>
              <a:ext cx="1035503" cy="190821"/>
              <a:chOff x="10377348" y="5819712"/>
              <a:chExt cx="1035503" cy="190821"/>
            </a:xfrm>
          </p:grpSpPr>
          <p:sp>
            <p:nvSpPr>
              <p:cNvPr id="34" name="TextBox 33">
                <a:extLst>
                  <a:ext uri="{FF2B5EF4-FFF2-40B4-BE49-F238E27FC236}">
                    <a16:creationId xmlns:a16="http://schemas.microsoft.com/office/drawing/2014/main" id="{E009F6C0-A2B8-CD96-C719-249EA423267E}"/>
                  </a:ext>
                </a:extLst>
              </p:cNvPr>
              <p:cNvSpPr txBox="1"/>
              <p:nvPr/>
            </p:nvSpPr>
            <p:spPr>
              <a:xfrm>
                <a:off x="10540817" y="5819712"/>
                <a:ext cx="87203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Annual Revenue</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35" name="Rectangle 34">
                <a:extLst>
                  <a:ext uri="{FF2B5EF4-FFF2-40B4-BE49-F238E27FC236}">
                    <a16:creationId xmlns:a16="http://schemas.microsoft.com/office/drawing/2014/main" id="{8A8C7A58-8294-935F-FA17-7280528C5154}"/>
                  </a:ext>
                </a:extLst>
              </p:cNvPr>
              <p:cNvSpPr/>
              <p:nvPr/>
            </p:nvSpPr>
            <p:spPr>
              <a:xfrm>
                <a:off x="10377348" y="5864830"/>
                <a:ext cx="100584" cy="100584"/>
              </a:xfrm>
              <a:prstGeom prst="rect">
                <a:avLst/>
              </a:prstGeom>
              <a:solidFill>
                <a:schemeClr val="accent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sp>
        <p:nvSpPr>
          <p:cNvPr id="42" name="TextBox 41">
            <a:extLst>
              <a:ext uri="{FF2B5EF4-FFF2-40B4-BE49-F238E27FC236}">
                <a16:creationId xmlns:a16="http://schemas.microsoft.com/office/drawing/2014/main" id="{A75DC1A7-FD30-71BF-6EAE-F9E1AD421A5E}"/>
              </a:ext>
            </a:extLst>
          </p:cNvPr>
          <p:cNvSpPr txBox="1"/>
          <p:nvPr userDrawn="1"/>
        </p:nvSpPr>
        <p:spPr>
          <a:xfrm>
            <a:off x="6153376" y="5307044"/>
            <a:ext cx="1069498" cy="6565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2017</a:t>
            </a:r>
          </a:p>
          <a:p>
            <a:pPr>
              <a:spcAft>
                <a:spcPts val="200"/>
              </a:spcAft>
              <a:defRPr/>
            </a:pPr>
            <a:r>
              <a:rPr lang="en-US" sz="1000">
                <a:latin typeface="+mn-lt"/>
              </a:rPr>
              <a:t>Launched CyberProof and UST SmartOps</a:t>
            </a:r>
          </a:p>
        </p:txBody>
      </p:sp>
      <p:sp>
        <p:nvSpPr>
          <p:cNvPr id="43" name="TextBox 42">
            <a:extLst>
              <a:ext uri="{FF2B5EF4-FFF2-40B4-BE49-F238E27FC236}">
                <a16:creationId xmlns:a16="http://schemas.microsoft.com/office/drawing/2014/main" id="{A23B5DD2-CF42-E120-0DA5-229905FE7B1B}"/>
              </a:ext>
            </a:extLst>
          </p:cNvPr>
          <p:cNvSpPr txBox="1"/>
          <p:nvPr userDrawn="1"/>
        </p:nvSpPr>
        <p:spPr>
          <a:xfrm>
            <a:off x="8405414" y="1290666"/>
            <a:ext cx="97244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2020</a:t>
            </a:r>
          </a:p>
          <a:p>
            <a:pPr marL="0" marR="0" lvl="0" indent="0" defTabSz="914400" rtl="0" eaLnBrk="1" fontAlgn="auto" latinLnBrk="0" hangingPunct="1">
              <a:lnSpc>
                <a:spcPct val="100000"/>
              </a:lnSpc>
              <a:spcAft>
                <a:spcPts val="200"/>
              </a:spcAft>
              <a:buClrTx/>
              <a:buSzTx/>
              <a:buFontTx/>
              <a:buNone/>
              <a:tabLst/>
              <a:defRPr/>
            </a:pPr>
            <a:r>
              <a:rPr kumimoji="0" lang="en-US" sz="1000" i="0" u="none" strike="noStrike" kern="1200" cap="none" spc="0" normalizeH="0" baseline="0" noProof="0">
                <a:ln>
                  <a:noFill/>
                </a:ln>
                <a:effectLst/>
                <a:uLnTx/>
                <a:uFillTx/>
                <a:latin typeface="+mn-lt"/>
                <a:ea typeface="+mn-ea"/>
                <a:cs typeface="+mn-cs"/>
              </a:rPr>
              <a:t>Glassdoor Best Places to Work</a:t>
            </a:r>
            <a:endParaRPr kumimoji="0" lang="en-US" sz="900" i="0" u="none" strike="noStrike" kern="1200" cap="none" spc="0" normalizeH="0" baseline="0" noProof="0">
              <a:ln>
                <a:noFill/>
              </a:ln>
              <a:effectLst/>
              <a:uLnTx/>
              <a:uFillTx/>
              <a:latin typeface="+mn-lt"/>
              <a:ea typeface="+mn-ea"/>
              <a:cs typeface="+mn-cs"/>
            </a:endParaRPr>
          </a:p>
        </p:txBody>
      </p:sp>
      <p:sp>
        <p:nvSpPr>
          <p:cNvPr id="44" name="TextBox 43">
            <a:extLst>
              <a:ext uri="{FF2B5EF4-FFF2-40B4-BE49-F238E27FC236}">
                <a16:creationId xmlns:a16="http://schemas.microsoft.com/office/drawing/2014/main" id="{DD272A72-AFA3-184D-20F2-ED036D018E3E}"/>
              </a:ext>
            </a:extLst>
          </p:cNvPr>
          <p:cNvSpPr txBox="1"/>
          <p:nvPr userDrawn="1"/>
        </p:nvSpPr>
        <p:spPr>
          <a:xfrm>
            <a:off x="7681931" y="648966"/>
            <a:ext cx="1070482" cy="50270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2019</a:t>
            </a:r>
          </a:p>
          <a:p>
            <a:r>
              <a:rPr lang="en-US" sz="1000">
                <a:latin typeface="+mn-lt"/>
              </a:rPr>
              <a:t>Launched UST HealthProof</a:t>
            </a:r>
          </a:p>
        </p:txBody>
      </p:sp>
      <p:cxnSp>
        <p:nvCxnSpPr>
          <p:cNvPr id="45" name="Straight Connector 44">
            <a:extLst>
              <a:ext uri="{FF2B5EF4-FFF2-40B4-BE49-F238E27FC236}">
                <a16:creationId xmlns:a16="http://schemas.microsoft.com/office/drawing/2014/main" id="{EA93D87F-BF4B-D338-C73F-016998A4E572}"/>
              </a:ext>
            </a:extLst>
          </p:cNvPr>
          <p:cNvCxnSpPr>
            <a:cxnSpLocks/>
            <a:endCxn id="80" idx="0"/>
          </p:cNvCxnSpPr>
          <p:nvPr userDrawn="1"/>
        </p:nvCxnSpPr>
        <p:spPr>
          <a:xfrm>
            <a:off x="8477987" y="1857798"/>
            <a:ext cx="0" cy="29812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46" name="TextBox 45">
            <a:extLst>
              <a:ext uri="{FF2B5EF4-FFF2-40B4-BE49-F238E27FC236}">
                <a16:creationId xmlns:a16="http://schemas.microsoft.com/office/drawing/2014/main" id="{1752093B-AE01-6684-6090-045B628E5BED}"/>
              </a:ext>
            </a:extLst>
          </p:cNvPr>
          <p:cNvSpPr txBox="1"/>
          <p:nvPr userDrawn="1"/>
        </p:nvSpPr>
        <p:spPr>
          <a:xfrm>
            <a:off x="8802541" y="5064632"/>
            <a:ext cx="1297184"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2020</a:t>
            </a:r>
          </a:p>
          <a:p>
            <a:pPr marL="0" algn="l" defTabSz="914400" rtl="0" eaLnBrk="1" latinLnBrk="0" hangingPunct="1"/>
            <a:r>
              <a:rPr lang="en-US" sz="1000" b="0" kern="1200">
                <a:solidFill>
                  <a:srgbClr val="231F20"/>
                </a:solidFill>
                <a:latin typeface="+mn-lt"/>
                <a:ea typeface="+mn-ea"/>
                <a:cs typeface="+mn-cs"/>
              </a:rPr>
              <a:t>Temasek follow on investment of $120M</a:t>
            </a:r>
          </a:p>
        </p:txBody>
      </p:sp>
      <p:cxnSp>
        <p:nvCxnSpPr>
          <p:cNvPr id="47" name="Straight Connector 46">
            <a:extLst>
              <a:ext uri="{FF2B5EF4-FFF2-40B4-BE49-F238E27FC236}">
                <a16:creationId xmlns:a16="http://schemas.microsoft.com/office/drawing/2014/main" id="{C7E52A0C-9F81-69FD-9360-E7571180E54E}"/>
              </a:ext>
            </a:extLst>
          </p:cNvPr>
          <p:cNvCxnSpPr>
            <a:cxnSpLocks/>
          </p:cNvCxnSpPr>
          <p:nvPr userDrawn="1"/>
        </p:nvCxnSpPr>
        <p:spPr>
          <a:xfrm flipV="1">
            <a:off x="8141216" y="2334434"/>
            <a:ext cx="0" cy="300533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48" name="Rectangle 47">
            <a:extLst>
              <a:ext uri="{FF2B5EF4-FFF2-40B4-BE49-F238E27FC236}">
                <a16:creationId xmlns:a16="http://schemas.microsoft.com/office/drawing/2014/main" id="{B15BA047-1689-4E01-6731-1FF89F9A2532}"/>
              </a:ext>
            </a:extLst>
          </p:cNvPr>
          <p:cNvSpPr/>
          <p:nvPr userDrawn="1"/>
        </p:nvSpPr>
        <p:spPr>
          <a:xfrm>
            <a:off x="8068643" y="2263522"/>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49" name="TextBox 48">
            <a:extLst>
              <a:ext uri="{FF2B5EF4-FFF2-40B4-BE49-F238E27FC236}">
                <a16:creationId xmlns:a16="http://schemas.microsoft.com/office/drawing/2014/main" id="{DBF9CA13-ED27-EA33-3551-2505E17A922C}"/>
              </a:ext>
            </a:extLst>
          </p:cNvPr>
          <p:cNvSpPr txBox="1"/>
          <p:nvPr userDrawn="1"/>
        </p:nvSpPr>
        <p:spPr>
          <a:xfrm>
            <a:off x="8068643" y="5450476"/>
            <a:ext cx="1164814"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2020</a:t>
            </a:r>
          </a:p>
          <a:p>
            <a:r>
              <a:rPr lang="en-US" sz="1000">
                <a:latin typeface="+mn-lt"/>
              </a:rPr>
              <a:t>Acquired </a:t>
            </a:r>
          </a:p>
          <a:p>
            <a:r>
              <a:rPr lang="en-US" sz="1000">
                <a:latin typeface="+mn-lt"/>
              </a:rPr>
              <a:t>Advalent healthcare</a:t>
            </a:r>
          </a:p>
        </p:txBody>
      </p:sp>
      <p:sp>
        <p:nvSpPr>
          <p:cNvPr id="50" name="TextBox 49">
            <a:extLst>
              <a:ext uri="{FF2B5EF4-FFF2-40B4-BE49-F238E27FC236}">
                <a16:creationId xmlns:a16="http://schemas.microsoft.com/office/drawing/2014/main" id="{B8A5E825-3C35-1ED7-DD55-8D2568156911}"/>
              </a:ext>
            </a:extLst>
          </p:cNvPr>
          <p:cNvSpPr txBox="1"/>
          <p:nvPr userDrawn="1"/>
        </p:nvSpPr>
        <p:spPr>
          <a:xfrm>
            <a:off x="9911051" y="4200740"/>
            <a:ext cx="1242511"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2022</a:t>
            </a:r>
          </a:p>
          <a:p>
            <a:pPr lvl="0">
              <a:spcAft>
                <a:spcPts val="200"/>
              </a:spcAft>
              <a:defRPr/>
            </a:pPr>
            <a:r>
              <a:rPr lang="en-US" sz="1000" b="0">
                <a:solidFill>
                  <a:srgbClr val="231F20"/>
                </a:solidFill>
                <a:latin typeface="+mn-lt"/>
                <a:cs typeface="Arial"/>
              </a:rPr>
              <a:t>30,000+ employees</a:t>
            </a:r>
            <a:endParaRPr kumimoji="0" lang="en-US" sz="900" b="0" i="0" u="none" strike="noStrike" kern="1200" cap="none" spc="0" normalizeH="0" baseline="0" noProof="0">
              <a:ln>
                <a:noFill/>
              </a:ln>
              <a:solidFill>
                <a:srgbClr val="231F20"/>
              </a:solidFill>
              <a:effectLst/>
              <a:uLnTx/>
              <a:uFillTx/>
              <a:latin typeface="+mn-lt"/>
            </a:endParaRPr>
          </a:p>
        </p:txBody>
      </p:sp>
      <p:cxnSp>
        <p:nvCxnSpPr>
          <p:cNvPr id="51" name="Straight Connector 50">
            <a:extLst>
              <a:ext uri="{FF2B5EF4-FFF2-40B4-BE49-F238E27FC236}">
                <a16:creationId xmlns:a16="http://schemas.microsoft.com/office/drawing/2014/main" id="{135A4D86-948F-9F7E-ADED-81036C9CEA9A}"/>
              </a:ext>
            </a:extLst>
          </p:cNvPr>
          <p:cNvCxnSpPr>
            <a:cxnSpLocks/>
          </p:cNvCxnSpPr>
          <p:nvPr userDrawn="1"/>
        </p:nvCxnSpPr>
        <p:spPr>
          <a:xfrm flipV="1">
            <a:off x="386958" y="4942445"/>
            <a:ext cx="0" cy="259152"/>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52" name="TextBox 51">
            <a:extLst>
              <a:ext uri="{FF2B5EF4-FFF2-40B4-BE49-F238E27FC236}">
                <a16:creationId xmlns:a16="http://schemas.microsoft.com/office/drawing/2014/main" id="{7540C531-695B-0FC4-833C-6C3920B1DBCA}"/>
              </a:ext>
            </a:extLst>
          </p:cNvPr>
          <p:cNvSpPr txBox="1"/>
          <p:nvPr userDrawn="1"/>
        </p:nvSpPr>
        <p:spPr>
          <a:xfrm>
            <a:off x="645312" y="3660228"/>
            <a:ext cx="929571"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a:ln>
                  <a:noFill/>
                </a:ln>
                <a:solidFill>
                  <a:srgbClr val="231F20"/>
                </a:solidFill>
                <a:effectLst/>
                <a:uLnTx/>
                <a:uFillTx/>
                <a:latin typeface="+mn-lt"/>
                <a:ea typeface="+mn-ea"/>
                <a:cs typeface="+mn-cs"/>
              </a:rPr>
              <a:t>1999</a:t>
            </a:r>
          </a:p>
          <a:p>
            <a:r>
              <a:rPr lang="en-US" sz="1000" b="0">
                <a:solidFill>
                  <a:srgbClr val="231F20"/>
                </a:solidFill>
                <a:latin typeface="+mn-lt"/>
              </a:rPr>
              <a:t>Born digital with 14 employees</a:t>
            </a:r>
          </a:p>
        </p:txBody>
      </p:sp>
      <p:sp>
        <p:nvSpPr>
          <p:cNvPr id="53" name="Rectangle 52">
            <a:extLst>
              <a:ext uri="{FF2B5EF4-FFF2-40B4-BE49-F238E27FC236}">
                <a16:creationId xmlns:a16="http://schemas.microsoft.com/office/drawing/2014/main" id="{07AF3D00-547D-A992-D1D6-45381BF4353B}"/>
              </a:ext>
            </a:extLst>
          </p:cNvPr>
          <p:cNvSpPr/>
          <p:nvPr userDrawn="1"/>
        </p:nvSpPr>
        <p:spPr>
          <a:xfrm>
            <a:off x="314385" y="4817161"/>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54" name="TextBox 53">
            <a:extLst>
              <a:ext uri="{FF2B5EF4-FFF2-40B4-BE49-F238E27FC236}">
                <a16:creationId xmlns:a16="http://schemas.microsoft.com/office/drawing/2014/main" id="{CA0824AE-9F5E-CC76-7281-E876F49CF182}"/>
              </a:ext>
            </a:extLst>
          </p:cNvPr>
          <p:cNvSpPr txBox="1"/>
          <p:nvPr userDrawn="1"/>
        </p:nvSpPr>
        <p:spPr>
          <a:xfrm>
            <a:off x="4964057" y="1888451"/>
            <a:ext cx="77371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2016</a:t>
            </a:r>
          </a:p>
          <a:p>
            <a:r>
              <a:rPr lang="en-US" sz="1000">
                <a:latin typeface="+mn-lt"/>
              </a:rPr>
              <a:t>Acquired BlueConch</a:t>
            </a:r>
          </a:p>
        </p:txBody>
      </p:sp>
      <p:cxnSp>
        <p:nvCxnSpPr>
          <p:cNvPr id="55" name="Straight Connector 54">
            <a:extLst>
              <a:ext uri="{FF2B5EF4-FFF2-40B4-BE49-F238E27FC236}">
                <a16:creationId xmlns:a16="http://schemas.microsoft.com/office/drawing/2014/main" id="{B9751941-3676-6228-C79D-0609275ABD99}"/>
              </a:ext>
            </a:extLst>
          </p:cNvPr>
          <p:cNvCxnSpPr>
            <a:cxnSpLocks/>
          </p:cNvCxnSpPr>
          <p:nvPr userDrawn="1"/>
        </p:nvCxnSpPr>
        <p:spPr>
          <a:xfrm flipV="1">
            <a:off x="5033622" y="2481568"/>
            <a:ext cx="0" cy="93934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56" name="Rectangle 55">
            <a:extLst>
              <a:ext uri="{FF2B5EF4-FFF2-40B4-BE49-F238E27FC236}">
                <a16:creationId xmlns:a16="http://schemas.microsoft.com/office/drawing/2014/main" id="{8E332CCA-2974-852F-0312-D53639F35555}"/>
              </a:ext>
            </a:extLst>
          </p:cNvPr>
          <p:cNvSpPr/>
          <p:nvPr userDrawn="1"/>
        </p:nvSpPr>
        <p:spPr>
          <a:xfrm>
            <a:off x="4964057" y="3382877"/>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57" name="TextBox 56">
            <a:extLst>
              <a:ext uri="{FF2B5EF4-FFF2-40B4-BE49-F238E27FC236}">
                <a16:creationId xmlns:a16="http://schemas.microsoft.com/office/drawing/2014/main" id="{506ED213-D898-C0DD-E48C-AADE55734E26}"/>
              </a:ext>
            </a:extLst>
          </p:cNvPr>
          <p:cNvSpPr txBox="1"/>
          <p:nvPr userDrawn="1"/>
        </p:nvSpPr>
        <p:spPr>
          <a:xfrm>
            <a:off x="4359273" y="3999766"/>
            <a:ext cx="1161552"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2014</a:t>
            </a:r>
          </a:p>
          <a:p>
            <a:r>
              <a:rPr lang="en-US" sz="1000">
                <a:latin typeface="+mn-lt"/>
              </a:rPr>
              <a:t>Acquired Moonraft</a:t>
            </a:r>
          </a:p>
        </p:txBody>
      </p:sp>
      <p:cxnSp>
        <p:nvCxnSpPr>
          <p:cNvPr id="58" name="Straight Connector 57">
            <a:extLst>
              <a:ext uri="{FF2B5EF4-FFF2-40B4-BE49-F238E27FC236}">
                <a16:creationId xmlns:a16="http://schemas.microsoft.com/office/drawing/2014/main" id="{FCCCF105-C9C3-31F7-1364-D604B7D8408B}"/>
              </a:ext>
            </a:extLst>
          </p:cNvPr>
          <p:cNvCxnSpPr>
            <a:cxnSpLocks/>
          </p:cNvCxnSpPr>
          <p:nvPr userDrawn="1"/>
        </p:nvCxnSpPr>
        <p:spPr>
          <a:xfrm flipV="1">
            <a:off x="4431846" y="3607399"/>
            <a:ext cx="0" cy="33876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59" name="Rectangle 58">
            <a:extLst>
              <a:ext uri="{FF2B5EF4-FFF2-40B4-BE49-F238E27FC236}">
                <a16:creationId xmlns:a16="http://schemas.microsoft.com/office/drawing/2014/main" id="{068745C7-BD13-ECB6-7B9D-393CB8D4B593}"/>
              </a:ext>
            </a:extLst>
          </p:cNvPr>
          <p:cNvSpPr/>
          <p:nvPr userDrawn="1"/>
        </p:nvSpPr>
        <p:spPr>
          <a:xfrm>
            <a:off x="4359273" y="3508398"/>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60" name="TextBox 59">
            <a:extLst>
              <a:ext uri="{FF2B5EF4-FFF2-40B4-BE49-F238E27FC236}">
                <a16:creationId xmlns:a16="http://schemas.microsoft.com/office/drawing/2014/main" id="{3A878223-05C9-2FF9-BF67-727B5E9A61BD}"/>
              </a:ext>
            </a:extLst>
          </p:cNvPr>
          <p:cNvSpPr txBox="1"/>
          <p:nvPr userDrawn="1"/>
        </p:nvSpPr>
        <p:spPr>
          <a:xfrm>
            <a:off x="10258645" y="3224331"/>
            <a:ext cx="985941" cy="875817"/>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2023</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31F20"/>
                </a:solidFill>
                <a:effectLst/>
                <a:uLnTx/>
                <a:uFillTx/>
                <a:latin typeface="+mn-lt"/>
                <a:ea typeface="+mn-ea"/>
                <a:cs typeface="+mn-cs"/>
              </a:rPr>
              <a:t>Acquired</a:t>
            </a:r>
          </a:p>
          <a:p>
            <a:pPr marL="118872" indent="-118872">
              <a:lnSpc>
                <a:spcPct val="110000"/>
              </a:lnSpc>
              <a:spcBef>
                <a:spcPts val="0"/>
              </a:spcBef>
              <a:spcAft>
                <a:spcPts val="0"/>
              </a:spcAft>
              <a:buFont typeface="Arial" panose="020B0604020202020204" pitchFamily="34" charset="0"/>
              <a:buChar char="•"/>
            </a:pPr>
            <a:r>
              <a:rPr lang="en-US" sz="1000" b="0">
                <a:solidFill>
                  <a:srgbClr val="231F20"/>
                </a:solidFill>
                <a:latin typeface="+mn-lt"/>
              </a:rPr>
              <a:t>Prodigy Labs</a:t>
            </a:r>
          </a:p>
          <a:p>
            <a:pPr marL="118872" indent="-118872">
              <a:lnSpc>
                <a:spcPct val="110000"/>
              </a:lnSpc>
              <a:spcBef>
                <a:spcPts val="0"/>
              </a:spcBef>
              <a:spcAft>
                <a:spcPts val="0"/>
              </a:spcAft>
              <a:buFont typeface="Arial" panose="020B0604020202020204" pitchFamily="34" charset="0"/>
              <a:buChar char="•"/>
            </a:pPr>
            <a:r>
              <a:rPr lang="en-US" sz="1000" b="0">
                <a:solidFill>
                  <a:srgbClr val="231F20"/>
                </a:solidFill>
                <a:latin typeface="+mn-lt"/>
              </a:rPr>
              <a:t>Advantasure</a:t>
            </a:r>
          </a:p>
          <a:p>
            <a:pPr marL="118872" indent="-118872">
              <a:lnSpc>
                <a:spcPct val="110000"/>
              </a:lnSpc>
              <a:spcBef>
                <a:spcPts val="0"/>
              </a:spcBef>
              <a:spcAft>
                <a:spcPts val="600"/>
              </a:spcAft>
              <a:buFont typeface="Arial" panose="020B0604020202020204" pitchFamily="34" charset="0"/>
              <a:buChar char="•"/>
            </a:pPr>
            <a:r>
              <a:rPr lang="en-US" sz="1000" b="0">
                <a:solidFill>
                  <a:srgbClr val="231F20"/>
                </a:solidFill>
                <a:latin typeface="+mn-lt"/>
              </a:rPr>
              <a:t>MobileComm</a:t>
            </a:r>
          </a:p>
        </p:txBody>
      </p:sp>
      <p:cxnSp>
        <p:nvCxnSpPr>
          <p:cNvPr id="61" name="Straight Connector 60">
            <a:extLst>
              <a:ext uri="{FF2B5EF4-FFF2-40B4-BE49-F238E27FC236}">
                <a16:creationId xmlns:a16="http://schemas.microsoft.com/office/drawing/2014/main" id="{429FD5FA-62DA-4B8F-AFC6-D9DFF2B35EF1}"/>
              </a:ext>
            </a:extLst>
          </p:cNvPr>
          <p:cNvCxnSpPr>
            <a:cxnSpLocks/>
          </p:cNvCxnSpPr>
          <p:nvPr userDrawn="1"/>
        </p:nvCxnSpPr>
        <p:spPr>
          <a:xfrm flipV="1">
            <a:off x="10331217" y="1590631"/>
            <a:ext cx="0" cy="150997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62" name="Rectangle 61">
            <a:extLst>
              <a:ext uri="{FF2B5EF4-FFF2-40B4-BE49-F238E27FC236}">
                <a16:creationId xmlns:a16="http://schemas.microsoft.com/office/drawing/2014/main" id="{43ADF280-CBA0-B30A-9F89-D7B94B9BB1F2}"/>
              </a:ext>
            </a:extLst>
          </p:cNvPr>
          <p:cNvSpPr/>
          <p:nvPr userDrawn="1"/>
        </p:nvSpPr>
        <p:spPr>
          <a:xfrm>
            <a:off x="10258644" y="1491630"/>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63" name="TextBox 62">
            <a:extLst>
              <a:ext uri="{FF2B5EF4-FFF2-40B4-BE49-F238E27FC236}">
                <a16:creationId xmlns:a16="http://schemas.microsoft.com/office/drawing/2014/main" id="{6036B0A9-DCB1-57D3-592D-AD11E280A50E}"/>
              </a:ext>
            </a:extLst>
          </p:cNvPr>
          <p:cNvSpPr txBox="1"/>
          <p:nvPr userDrawn="1"/>
        </p:nvSpPr>
        <p:spPr>
          <a:xfrm>
            <a:off x="346451" y="5285922"/>
            <a:ext cx="1620834" cy="720710"/>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1999</a:t>
            </a:r>
          </a:p>
          <a:p>
            <a:pPr>
              <a:spcBef>
                <a:spcPts val="0"/>
              </a:spcBef>
              <a:spcAft>
                <a:spcPts val="0"/>
              </a:spcAft>
            </a:pPr>
            <a:r>
              <a:rPr lang="en-US" sz="1000" b="0">
                <a:solidFill>
                  <a:srgbClr val="231F20"/>
                </a:solidFill>
                <a:latin typeface="+mn-lt"/>
              </a:rPr>
              <a:t>Founded in Aliso Viejo, CA and Trivandrum, India</a:t>
            </a:r>
          </a:p>
          <a:p>
            <a:pPr>
              <a:spcBef>
                <a:spcPts val="300"/>
              </a:spcBef>
              <a:spcAft>
                <a:spcPts val="0"/>
              </a:spcAft>
            </a:pPr>
            <a:r>
              <a:rPr lang="en-US" sz="1000" b="0">
                <a:solidFill>
                  <a:srgbClr val="231F20"/>
                </a:solidFill>
                <a:latin typeface="+mn-lt"/>
              </a:rPr>
              <a:t>Majority-owned by family </a:t>
            </a:r>
          </a:p>
        </p:txBody>
      </p:sp>
      <p:cxnSp>
        <p:nvCxnSpPr>
          <p:cNvPr id="64" name="Straight Connector 63">
            <a:extLst>
              <a:ext uri="{FF2B5EF4-FFF2-40B4-BE49-F238E27FC236}">
                <a16:creationId xmlns:a16="http://schemas.microsoft.com/office/drawing/2014/main" id="{15ED71A7-5CE9-F959-2C5A-7636676ED42F}"/>
              </a:ext>
            </a:extLst>
          </p:cNvPr>
          <p:cNvCxnSpPr>
            <a:cxnSpLocks/>
          </p:cNvCxnSpPr>
          <p:nvPr userDrawn="1"/>
        </p:nvCxnSpPr>
        <p:spPr>
          <a:xfrm flipV="1">
            <a:off x="682617" y="4238413"/>
            <a:ext cx="0" cy="457200"/>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66" name="TextBox 65">
            <a:extLst>
              <a:ext uri="{FF2B5EF4-FFF2-40B4-BE49-F238E27FC236}">
                <a16:creationId xmlns:a16="http://schemas.microsoft.com/office/drawing/2014/main" id="{FDE5F236-C813-FCE8-5426-7D1F8A179BC9}"/>
              </a:ext>
            </a:extLst>
          </p:cNvPr>
          <p:cNvSpPr txBox="1"/>
          <p:nvPr userDrawn="1"/>
        </p:nvSpPr>
        <p:spPr>
          <a:xfrm>
            <a:off x="6451103" y="4241355"/>
            <a:ext cx="917101" cy="52835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2017</a:t>
            </a:r>
          </a:p>
          <a:p>
            <a:pPr>
              <a:spcAft>
                <a:spcPts val="200"/>
              </a:spcAft>
              <a:defRPr/>
            </a:pPr>
            <a:r>
              <a:rPr lang="en-US" sz="1000">
                <a:latin typeface="+mn-lt"/>
              </a:rPr>
              <a:t>Acquired </a:t>
            </a:r>
          </a:p>
          <a:p>
            <a:pPr>
              <a:spcAft>
                <a:spcPts val="200"/>
              </a:spcAft>
              <a:defRPr/>
            </a:pPr>
            <a:r>
              <a:rPr lang="en-US" sz="1000">
                <a:latin typeface="+mn-lt"/>
              </a:rPr>
              <a:t>Round Feather </a:t>
            </a:r>
          </a:p>
        </p:txBody>
      </p:sp>
      <p:cxnSp>
        <p:nvCxnSpPr>
          <p:cNvPr id="67" name="Straight Connector 66">
            <a:extLst>
              <a:ext uri="{FF2B5EF4-FFF2-40B4-BE49-F238E27FC236}">
                <a16:creationId xmlns:a16="http://schemas.microsoft.com/office/drawing/2014/main" id="{80B35D4F-7367-5EF6-E6C2-E413316AA3CF}"/>
              </a:ext>
            </a:extLst>
          </p:cNvPr>
          <p:cNvCxnSpPr>
            <a:cxnSpLocks/>
          </p:cNvCxnSpPr>
          <p:nvPr userDrawn="1"/>
        </p:nvCxnSpPr>
        <p:spPr>
          <a:xfrm flipV="1">
            <a:off x="9266150" y="2107067"/>
            <a:ext cx="0" cy="2292986"/>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68" name="TextBox 67">
            <a:extLst>
              <a:ext uri="{FF2B5EF4-FFF2-40B4-BE49-F238E27FC236}">
                <a16:creationId xmlns:a16="http://schemas.microsoft.com/office/drawing/2014/main" id="{A544AEF0-66FF-FCEF-AB14-8DB967410F26}"/>
              </a:ext>
            </a:extLst>
          </p:cNvPr>
          <p:cNvSpPr txBox="1"/>
          <p:nvPr userDrawn="1"/>
        </p:nvSpPr>
        <p:spPr>
          <a:xfrm>
            <a:off x="9193577" y="4475798"/>
            <a:ext cx="1001145"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2020</a:t>
            </a:r>
          </a:p>
          <a:p>
            <a:pPr marL="0" algn="l" defTabSz="914400" rtl="0" eaLnBrk="1" latinLnBrk="0" hangingPunct="1"/>
            <a:r>
              <a:rPr lang="en-US" sz="1000" b="0" kern="1200">
                <a:solidFill>
                  <a:srgbClr val="231F20"/>
                </a:solidFill>
                <a:latin typeface="+mn-lt"/>
                <a:ea typeface="+mn-ea"/>
                <a:cs typeface="+mn-cs"/>
              </a:rPr>
              <a:t>Revenue of $1B</a:t>
            </a:r>
          </a:p>
        </p:txBody>
      </p:sp>
      <p:sp>
        <p:nvSpPr>
          <p:cNvPr id="69" name="Rectangle 68">
            <a:extLst>
              <a:ext uri="{FF2B5EF4-FFF2-40B4-BE49-F238E27FC236}">
                <a16:creationId xmlns:a16="http://schemas.microsoft.com/office/drawing/2014/main" id="{70B0280A-70C5-6ED3-592F-6BBEC5EA5378}"/>
              </a:ext>
            </a:extLst>
          </p:cNvPr>
          <p:cNvSpPr/>
          <p:nvPr userDrawn="1"/>
        </p:nvSpPr>
        <p:spPr>
          <a:xfrm>
            <a:off x="610044" y="4698614"/>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70" name="Straight Connector 69">
            <a:extLst>
              <a:ext uri="{FF2B5EF4-FFF2-40B4-BE49-F238E27FC236}">
                <a16:creationId xmlns:a16="http://schemas.microsoft.com/office/drawing/2014/main" id="{1895E2D0-C2F0-A1E7-35F9-BA11524CB3FA}"/>
              </a:ext>
            </a:extLst>
          </p:cNvPr>
          <p:cNvCxnSpPr>
            <a:cxnSpLocks/>
          </p:cNvCxnSpPr>
          <p:nvPr userDrawn="1"/>
        </p:nvCxnSpPr>
        <p:spPr>
          <a:xfrm flipV="1">
            <a:off x="3556271" y="4135861"/>
            <a:ext cx="0" cy="64008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71" name="Rectangle 70">
            <a:extLst>
              <a:ext uri="{FF2B5EF4-FFF2-40B4-BE49-F238E27FC236}">
                <a16:creationId xmlns:a16="http://schemas.microsoft.com/office/drawing/2014/main" id="{10FB591C-91CF-DD99-4201-251554BA473E}"/>
              </a:ext>
            </a:extLst>
          </p:cNvPr>
          <p:cNvSpPr/>
          <p:nvPr userDrawn="1"/>
        </p:nvSpPr>
        <p:spPr>
          <a:xfrm>
            <a:off x="3493530" y="3995529"/>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72" name="Straight Connector 71">
            <a:extLst>
              <a:ext uri="{FF2B5EF4-FFF2-40B4-BE49-F238E27FC236}">
                <a16:creationId xmlns:a16="http://schemas.microsoft.com/office/drawing/2014/main" id="{9975BF37-D6E6-C6EA-FF89-29748E975164}"/>
              </a:ext>
            </a:extLst>
          </p:cNvPr>
          <p:cNvCxnSpPr>
            <a:cxnSpLocks/>
          </p:cNvCxnSpPr>
          <p:nvPr userDrawn="1"/>
        </p:nvCxnSpPr>
        <p:spPr>
          <a:xfrm flipH="1" flipV="1">
            <a:off x="4018144" y="3159559"/>
            <a:ext cx="1746" cy="5795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73" name="Rectangle 72">
            <a:extLst>
              <a:ext uri="{FF2B5EF4-FFF2-40B4-BE49-F238E27FC236}">
                <a16:creationId xmlns:a16="http://schemas.microsoft.com/office/drawing/2014/main" id="{58CA81BD-8533-81B0-EE20-45193416DBCF}"/>
              </a:ext>
            </a:extLst>
          </p:cNvPr>
          <p:cNvSpPr/>
          <p:nvPr userDrawn="1"/>
        </p:nvSpPr>
        <p:spPr>
          <a:xfrm>
            <a:off x="3947317" y="3733816"/>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r>
              <a:rPr lang="en-US" sz="2000">
                <a:latin typeface="+mn-lt"/>
              </a:rPr>
              <a:t> </a:t>
            </a:r>
            <a:endParaRPr lang="en-UA" sz="2000">
              <a:latin typeface="+mn-lt"/>
            </a:endParaRPr>
          </a:p>
        </p:txBody>
      </p:sp>
      <p:cxnSp>
        <p:nvCxnSpPr>
          <p:cNvPr id="74" name="Straight Connector 73">
            <a:extLst>
              <a:ext uri="{FF2B5EF4-FFF2-40B4-BE49-F238E27FC236}">
                <a16:creationId xmlns:a16="http://schemas.microsoft.com/office/drawing/2014/main" id="{AD530D35-94EC-F886-E58C-11D55DA445F6}"/>
              </a:ext>
            </a:extLst>
          </p:cNvPr>
          <p:cNvCxnSpPr>
            <a:cxnSpLocks/>
          </p:cNvCxnSpPr>
          <p:nvPr userDrawn="1"/>
        </p:nvCxnSpPr>
        <p:spPr>
          <a:xfrm flipV="1">
            <a:off x="6225949" y="3100601"/>
            <a:ext cx="0" cy="209368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75" name="Rectangle 74">
            <a:extLst>
              <a:ext uri="{FF2B5EF4-FFF2-40B4-BE49-F238E27FC236}">
                <a16:creationId xmlns:a16="http://schemas.microsoft.com/office/drawing/2014/main" id="{D0D5BEA2-9BB4-D01B-20CF-1B8929538A15}"/>
              </a:ext>
            </a:extLst>
          </p:cNvPr>
          <p:cNvSpPr/>
          <p:nvPr userDrawn="1"/>
        </p:nvSpPr>
        <p:spPr>
          <a:xfrm>
            <a:off x="6153376" y="2955457"/>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76" name="Straight Connector 75">
            <a:extLst>
              <a:ext uri="{FF2B5EF4-FFF2-40B4-BE49-F238E27FC236}">
                <a16:creationId xmlns:a16="http://schemas.microsoft.com/office/drawing/2014/main" id="{EFFCC117-146B-5DCF-A2F9-A2509500EE06}"/>
              </a:ext>
            </a:extLst>
          </p:cNvPr>
          <p:cNvCxnSpPr>
            <a:cxnSpLocks/>
          </p:cNvCxnSpPr>
          <p:nvPr userDrawn="1"/>
        </p:nvCxnSpPr>
        <p:spPr>
          <a:xfrm flipV="1">
            <a:off x="6519386" y="2819647"/>
            <a:ext cx="4290" cy="13451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77" name="Rectangle 76">
            <a:extLst>
              <a:ext uri="{FF2B5EF4-FFF2-40B4-BE49-F238E27FC236}">
                <a16:creationId xmlns:a16="http://schemas.microsoft.com/office/drawing/2014/main" id="{83FDEB83-7401-B50B-09BB-D307F9BEC965}"/>
              </a:ext>
            </a:extLst>
          </p:cNvPr>
          <p:cNvSpPr/>
          <p:nvPr userDrawn="1"/>
        </p:nvSpPr>
        <p:spPr>
          <a:xfrm>
            <a:off x="6451103" y="2674503"/>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78" name="Straight Connector 77">
            <a:extLst>
              <a:ext uri="{FF2B5EF4-FFF2-40B4-BE49-F238E27FC236}">
                <a16:creationId xmlns:a16="http://schemas.microsoft.com/office/drawing/2014/main" id="{B403B19E-5347-E3E4-6393-EF6550A6306F}"/>
              </a:ext>
            </a:extLst>
          </p:cNvPr>
          <p:cNvCxnSpPr>
            <a:cxnSpLocks/>
          </p:cNvCxnSpPr>
          <p:nvPr userDrawn="1"/>
        </p:nvCxnSpPr>
        <p:spPr>
          <a:xfrm flipV="1">
            <a:off x="7754504" y="1202681"/>
            <a:ext cx="0" cy="112777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79" name="Rectangle 78">
            <a:extLst>
              <a:ext uri="{FF2B5EF4-FFF2-40B4-BE49-F238E27FC236}">
                <a16:creationId xmlns:a16="http://schemas.microsoft.com/office/drawing/2014/main" id="{F1839482-92ED-8ABD-BA1B-21E3F5C93E22}"/>
              </a:ext>
            </a:extLst>
          </p:cNvPr>
          <p:cNvSpPr/>
          <p:nvPr userDrawn="1"/>
        </p:nvSpPr>
        <p:spPr>
          <a:xfrm>
            <a:off x="7681931" y="2301070"/>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80" name="Rectangle 79">
            <a:extLst>
              <a:ext uri="{FF2B5EF4-FFF2-40B4-BE49-F238E27FC236}">
                <a16:creationId xmlns:a16="http://schemas.microsoft.com/office/drawing/2014/main" id="{E3A5915D-0D97-8063-D729-2EDD7443BA24}"/>
              </a:ext>
            </a:extLst>
          </p:cNvPr>
          <p:cNvSpPr/>
          <p:nvPr userDrawn="1"/>
        </p:nvSpPr>
        <p:spPr>
          <a:xfrm>
            <a:off x="8405414" y="2155926"/>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81" name="Straight Connector 80">
            <a:extLst>
              <a:ext uri="{FF2B5EF4-FFF2-40B4-BE49-F238E27FC236}">
                <a16:creationId xmlns:a16="http://schemas.microsoft.com/office/drawing/2014/main" id="{5A931C29-587F-90F3-B7B4-24EDB1EBBBA0}"/>
              </a:ext>
            </a:extLst>
          </p:cNvPr>
          <p:cNvCxnSpPr>
            <a:cxnSpLocks/>
          </p:cNvCxnSpPr>
          <p:nvPr userDrawn="1"/>
        </p:nvCxnSpPr>
        <p:spPr>
          <a:xfrm flipV="1">
            <a:off x="8864481" y="2214950"/>
            <a:ext cx="0" cy="274735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82" name="Rectangle 81">
            <a:extLst>
              <a:ext uri="{FF2B5EF4-FFF2-40B4-BE49-F238E27FC236}">
                <a16:creationId xmlns:a16="http://schemas.microsoft.com/office/drawing/2014/main" id="{D03012A3-0D3A-C529-5209-A431488A66AE}"/>
              </a:ext>
            </a:extLst>
          </p:cNvPr>
          <p:cNvSpPr/>
          <p:nvPr userDrawn="1"/>
        </p:nvSpPr>
        <p:spPr>
          <a:xfrm>
            <a:off x="8802541" y="2069806"/>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83" name="Rectangle 82">
            <a:extLst>
              <a:ext uri="{FF2B5EF4-FFF2-40B4-BE49-F238E27FC236}">
                <a16:creationId xmlns:a16="http://schemas.microsoft.com/office/drawing/2014/main" id="{6D434289-72D7-B6B2-0716-9D6DEE022F68}"/>
              </a:ext>
            </a:extLst>
          </p:cNvPr>
          <p:cNvSpPr/>
          <p:nvPr userDrawn="1"/>
        </p:nvSpPr>
        <p:spPr>
          <a:xfrm>
            <a:off x="9193577" y="1956776"/>
            <a:ext cx="145146" cy="145144"/>
          </a:xfrm>
          <a:prstGeom prst="rect">
            <a:avLst/>
          </a:prstGeom>
          <a:solidFill>
            <a:srgbClr val="01B27C"/>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85" name="Straight Connector 84">
            <a:extLst>
              <a:ext uri="{FF2B5EF4-FFF2-40B4-BE49-F238E27FC236}">
                <a16:creationId xmlns:a16="http://schemas.microsoft.com/office/drawing/2014/main" id="{BF27F8AB-3370-DFE0-40B7-794658B6A06F}"/>
              </a:ext>
            </a:extLst>
          </p:cNvPr>
          <p:cNvCxnSpPr>
            <a:cxnSpLocks/>
          </p:cNvCxnSpPr>
          <p:nvPr userDrawn="1"/>
        </p:nvCxnSpPr>
        <p:spPr>
          <a:xfrm flipV="1">
            <a:off x="9611718" y="1280160"/>
            <a:ext cx="0" cy="53316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87" name="Rectangle 86">
            <a:extLst>
              <a:ext uri="{FF2B5EF4-FFF2-40B4-BE49-F238E27FC236}">
                <a16:creationId xmlns:a16="http://schemas.microsoft.com/office/drawing/2014/main" id="{7768FB77-2E31-DBA3-B82B-B7673033A9E8}"/>
              </a:ext>
            </a:extLst>
          </p:cNvPr>
          <p:cNvSpPr/>
          <p:nvPr userDrawn="1"/>
        </p:nvSpPr>
        <p:spPr>
          <a:xfrm>
            <a:off x="9539145" y="1813328"/>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70" name="Straight Connector 169">
            <a:extLst>
              <a:ext uri="{FF2B5EF4-FFF2-40B4-BE49-F238E27FC236}">
                <a16:creationId xmlns:a16="http://schemas.microsoft.com/office/drawing/2014/main" id="{A4BF9D8F-F31C-F669-8B2E-4C106488F3D0}"/>
              </a:ext>
            </a:extLst>
          </p:cNvPr>
          <p:cNvCxnSpPr>
            <a:cxnSpLocks/>
          </p:cNvCxnSpPr>
          <p:nvPr userDrawn="1"/>
        </p:nvCxnSpPr>
        <p:spPr>
          <a:xfrm>
            <a:off x="9983624" y="1823124"/>
            <a:ext cx="0" cy="224497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71" name="Rectangle 170">
            <a:extLst>
              <a:ext uri="{FF2B5EF4-FFF2-40B4-BE49-F238E27FC236}">
                <a16:creationId xmlns:a16="http://schemas.microsoft.com/office/drawing/2014/main" id="{6440112E-DFFE-DFE1-DD88-1335910F3612}"/>
              </a:ext>
            </a:extLst>
          </p:cNvPr>
          <p:cNvSpPr/>
          <p:nvPr userDrawn="1"/>
        </p:nvSpPr>
        <p:spPr>
          <a:xfrm>
            <a:off x="9911051" y="1677980"/>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72" name="TextBox 171">
            <a:extLst>
              <a:ext uri="{FF2B5EF4-FFF2-40B4-BE49-F238E27FC236}">
                <a16:creationId xmlns:a16="http://schemas.microsoft.com/office/drawing/2014/main" id="{2DC08667-E8D9-FDC5-FE7B-DE8B68B1B56B}"/>
              </a:ext>
            </a:extLst>
          </p:cNvPr>
          <p:cNvSpPr txBox="1"/>
          <p:nvPr userDrawn="1"/>
        </p:nvSpPr>
        <p:spPr>
          <a:xfrm>
            <a:off x="10605754" y="1795019"/>
            <a:ext cx="1441949" cy="1252843"/>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a:ln>
                  <a:noFill/>
                </a:ln>
                <a:solidFill>
                  <a:srgbClr val="231F20"/>
                </a:solidFill>
                <a:effectLst/>
                <a:uLnTx/>
                <a:uFillTx/>
                <a:latin typeface="+mn-lt"/>
                <a:ea typeface="+mn-ea"/>
                <a:cs typeface="+mn-cs"/>
              </a:rPr>
              <a:t>2024</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231F20"/>
                </a:solidFill>
                <a:effectLst/>
                <a:uLnTx/>
                <a:uFillTx/>
                <a:latin typeface="+mn-lt"/>
                <a:ea typeface="+mn-ea"/>
                <a:cs typeface="+mn-cs"/>
              </a:rPr>
              <a:t>Acquired</a:t>
            </a:r>
          </a:p>
          <a:p>
            <a:pPr marL="118872" indent="-118872">
              <a:lnSpc>
                <a:spcPct val="110000"/>
              </a:lnSpc>
              <a:spcBef>
                <a:spcPts val="0"/>
              </a:spcBef>
              <a:spcAft>
                <a:spcPts val="100"/>
              </a:spcAft>
              <a:buFont typeface="Arial" panose="020B0604020202020204" pitchFamily="34" charset="0"/>
              <a:buChar char="•"/>
            </a:pPr>
            <a:r>
              <a:rPr lang="en-US" sz="1000" b="1">
                <a:solidFill>
                  <a:srgbClr val="231F20"/>
                </a:solidFill>
                <a:latin typeface="+mn-lt"/>
              </a:rPr>
              <a:t>Leonardo</a:t>
            </a:r>
          </a:p>
          <a:p>
            <a:pPr marL="118872" indent="-118872">
              <a:lnSpc>
                <a:spcPct val="110000"/>
              </a:lnSpc>
              <a:spcBef>
                <a:spcPts val="0"/>
              </a:spcBef>
              <a:spcAft>
                <a:spcPts val="100"/>
              </a:spcAft>
              <a:buFont typeface="Arial" panose="020B0604020202020204" pitchFamily="34" charset="0"/>
              <a:buChar char="•"/>
            </a:pPr>
            <a:r>
              <a:rPr lang="en-US" sz="1000" b="1" err="1">
                <a:solidFill>
                  <a:srgbClr val="231F20"/>
                </a:solidFill>
                <a:latin typeface="+mn-lt"/>
              </a:rPr>
              <a:t>Strativity</a:t>
            </a:r>
            <a:r>
              <a:rPr lang="en-US" sz="1000" b="1">
                <a:solidFill>
                  <a:srgbClr val="231F20"/>
                </a:solidFill>
                <a:latin typeface="+mn-lt"/>
              </a:rPr>
              <a:t> Group</a:t>
            </a:r>
          </a:p>
          <a:p>
            <a:pPr marL="118872" indent="-118872">
              <a:lnSpc>
                <a:spcPct val="110000"/>
              </a:lnSpc>
              <a:spcBef>
                <a:spcPts val="0"/>
              </a:spcBef>
              <a:spcAft>
                <a:spcPts val="100"/>
              </a:spcAft>
              <a:buFont typeface="Arial" panose="020B0604020202020204" pitchFamily="34" charset="0"/>
              <a:buChar char="•"/>
            </a:pPr>
            <a:r>
              <a:rPr lang="en-US" sz="1000" b="1">
                <a:solidFill>
                  <a:srgbClr val="231F20"/>
                </a:solidFill>
                <a:latin typeface="+mn-lt"/>
              </a:rPr>
              <a:t>Endeavor Consulting Group</a:t>
            </a:r>
          </a:p>
          <a:p>
            <a:pPr marL="118872" indent="-118872">
              <a:lnSpc>
                <a:spcPct val="110000"/>
              </a:lnSpc>
              <a:spcBef>
                <a:spcPts val="0"/>
              </a:spcBef>
              <a:spcAft>
                <a:spcPts val="100"/>
              </a:spcAft>
              <a:buFont typeface="Arial" panose="020B0604020202020204" pitchFamily="34" charset="0"/>
              <a:buChar char="•"/>
            </a:pPr>
            <a:r>
              <a:rPr lang="en-US" sz="1000" b="1" err="1">
                <a:solidFill>
                  <a:srgbClr val="231F20"/>
                </a:solidFill>
                <a:latin typeface="+mn-lt"/>
              </a:rPr>
              <a:t>Interpres</a:t>
            </a:r>
            <a:r>
              <a:rPr lang="en-US" sz="1000" b="1">
                <a:solidFill>
                  <a:srgbClr val="231F20"/>
                </a:solidFill>
                <a:latin typeface="+mn-lt"/>
              </a:rPr>
              <a:t> Security</a:t>
            </a:r>
          </a:p>
        </p:txBody>
      </p:sp>
      <p:cxnSp>
        <p:nvCxnSpPr>
          <p:cNvPr id="173" name="Straight Connector 172">
            <a:extLst>
              <a:ext uri="{FF2B5EF4-FFF2-40B4-BE49-F238E27FC236}">
                <a16:creationId xmlns:a16="http://schemas.microsoft.com/office/drawing/2014/main" id="{414EC1A0-F089-B516-09CA-D46D25DDFDD7}"/>
              </a:ext>
            </a:extLst>
          </p:cNvPr>
          <p:cNvCxnSpPr>
            <a:cxnSpLocks/>
          </p:cNvCxnSpPr>
          <p:nvPr userDrawn="1"/>
        </p:nvCxnSpPr>
        <p:spPr>
          <a:xfrm flipV="1">
            <a:off x="10697377" y="1389644"/>
            <a:ext cx="0" cy="32037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74" name="Rectangle 173">
            <a:extLst>
              <a:ext uri="{FF2B5EF4-FFF2-40B4-BE49-F238E27FC236}">
                <a16:creationId xmlns:a16="http://schemas.microsoft.com/office/drawing/2014/main" id="{B6D4E4F2-EB60-0DC6-CFD5-C4D492774095}"/>
              </a:ext>
            </a:extLst>
          </p:cNvPr>
          <p:cNvSpPr/>
          <p:nvPr userDrawn="1"/>
        </p:nvSpPr>
        <p:spPr>
          <a:xfrm>
            <a:off x="10624804" y="1290643"/>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Tree>
    <p:extLst>
      <p:ext uri="{BB962C8B-B14F-4D97-AF65-F5344CB8AC3E}">
        <p14:creationId xmlns:p14="http://schemas.microsoft.com/office/powerpoint/2010/main" val="976440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1">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latin typeface="Aptos Light" panose="020B0004020202020204" pitchFamily="34" charset="0"/>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2063470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2">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latin typeface="Aptos Light" panose="020B0004020202020204" pitchFamily="34" charset="0"/>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15831848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3">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30990084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2624104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9" name="UST" descr="UST">
            <a:extLst>
              <a:ext uri="{FF2B5EF4-FFF2-40B4-BE49-F238E27FC236}">
                <a16:creationId xmlns:a16="http://schemas.microsoft.com/office/drawing/2014/main" id="{6F560B5D-F430-7088-D59F-7B7BA25ED293}"/>
              </a:ext>
            </a:extLst>
          </p:cNvPr>
          <p:cNvSpPr>
            <a:spLocks noChangeAspect="1" noEditPoints="1"/>
          </p:cNvSpPr>
          <p:nvPr userDrawn="1"/>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cxnSp>
        <p:nvCxnSpPr>
          <p:cNvPr id="11" name="Straight Connector 10">
            <a:extLst>
              <a:ext uri="{FF2B5EF4-FFF2-40B4-BE49-F238E27FC236}">
                <a16:creationId xmlns:a16="http://schemas.microsoft.com/office/drawing/2014/main" id="{7DE9729B-D502-0D7F-154E-21A46B3FCB08}"/>
              </a:ext>
            </a:extLst>
          </p:cNvPr>
          <p:cNvCxnSpPr>
            <a:cxnSpLocks/>
          </p:cNvCxnSpPr>
          <p:nvPr userDrawn="1"/>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19256754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5">
    <p:bg>
      <p:bgRef idx="1001">
        <a:schemeClr val="bg1"/>
      </p:bgRef>
    </p:bg>
    <p:spTree>
      <p:nvGrpSpPr>
        <p:cNvPr id="1" name=""/>
        <p:cNvGrpSpPr/>
        <p:nvPr/>
      </p:nvGrpSpPr>
      <p:grpSpPr>
        <a:xfrm>
          <a:off x="0" y="0"/>
          <a:ext cx="0" cy="0"/>
          <a:chOff x="0" y="0"/>
          <a:chExt cx="0" cy="0"/>
        </a:xfrm>
      </p:grpSpPr>
      <p:pic>
        <p:nvPicPr>
          <p:cNvPr id="4" name="Picture Placeholder 9" descr="A picture containing sky, water, outdoor&#10;&#10;Description automatically generated">
            <a:extLst>
              <a:ext uri="{FF2B5EF4-FFF2-40B4-BE49-F238E27FC236}">
                <a16:creationId xmlns:a16="http://schemas.microsoft.com/office/drawing/2014/main" id="{EDFC6823-FF63-4F4F-9127-CAA6E3928ED0}"/>
              </a:ext>
            </a:extLst>
          </p:cNvPr>
          <p:cNvPicPr>
            <a:picLocks noChangeAspect="1"/>
          </p:cNvPicPr>
          <p:nvPr userDrawn="1"/>
        </p:nvPicPr>
        <p:blipFill rotWithShape="1">
          <a:blip r:embed="rId2"/>
          <a:srcRect l="74" r="3839" b="3765"/>
          <a:stretch/>
        </p:blipFill>
        <p:spPr>
          <a:xfrm>
            <a:off x="0" y="0"/>
            <a:ext cx="12192000" cy="6856413"/>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Aptos Light" panose="020B0004020202020204" pitchFamily="34" charset="0"/>
            </a:endParaRPr>
          </a:p>
        </p:txBody>
      </p:sp>
    </p:spTree>
    <p:extLst>
      <p:ext uri="{BB962C8B-B14F-4D97-AF65-F5344CB8AC3E}">
        <p14:creationId xmlns:p14="http://schemas.microsoft.com/office/powerpoint/2010/main" val="3729372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5">
    <p:bg>
      <p:bgRef idx="1001">
        <a:schemeClr val="bg1"/>
      </p:bgRef>
    </p:bg>
    <p:spTree>
      <p:nvGrpSpPr>
        <p:cNvPr id="1" name=""/>
        <p:cNvGrpSpPr/>
        <p:nvPr/>
      </p:nvGrpSpPr>
      <p:grpSpPr>
        <a:xfrm>
          <a:off x="0" y="0"/>
          <a:ext cx="0" cy="0"/>
          <a:chOff x="0" y="0"/>
          <a:chExt cx="0" cy="0"/>
        </a:xfrm>
      </p:grpSpPr>
      <p:pic>
        <p:nvPicPr>
          <p:cNvPr id="14" name="Picture 13" descr="A person and person looking at a tablet&#10;&#10;Description automatically generated">
            <a:extLst>
              <a:ext uri="{FF2B5EF4-FFF2-40B4-BE49-F238E27FC236}">
                <a16:creationId xmlns:a16="http://schemas.microsoft.com/office/drawing/2014/main" id="{286D4F5F-2143-7413-017A-1D4DC62ACD6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041" r="2041"/>
          <a:stretch/>
        </p:blipFill>
        <p:spPr>
          <a:xfrm>
            <a:off x="0" y="0"/>
            <a:ext cx="12192000" cy="6858000"/>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Aptos Light" panose="020B0004020202020204" pitchFamily="34" charset="0"/>
            </a:endParaRPr>
          </a:p>
        </p:txBody>
      </p:sp>
    </p:spTree>
    <p:extLst>
      <p:ext uri="{BB962C8B-B14F-4D97-AF65-F5344CB8AC3E}">
        <p14:creationId xmlns:p14="http://schemas.microsoft.com/office/powerpoint/2010/main" val="36388134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7">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Presentation title </a:t>
            </a:r>
            <a:br>
              <a:rPr lang="en-US"/>
            </a:br>
            <a:r>
              <a:rPr lang="en-US"/>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4" name="UST" descr="UST">
            <a:extLst>
              <a:ext uri="{FF2B5EF4-FFF2-40B4-BE49-F238E27FC236}">
                <a16:creationId xmlns:a16="http://schemas.microsoft.com/office/drawing/2014/main" id="{D64FE565-A979-A6FD-86C3-B897AC101905}"/>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Tree>
    <p:extLst>
      <p:ext uri="{BB962C8B-B14F-4D97-AF65-F5344CB8AC3E}">
        <p14:creationId xmlns:p14="http://schemas.microsoft.com/office/powerpoint/2010/main" val="25781470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8">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8"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Presentation title </a:t>
            </a:r>
            <a:br>
              <a:rPr lang="en-US"/>
            </a:br>
            <a:r>
              <a:rPr lang="en-US"/>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31013924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Presentation title </a:t>
            </a:r>
            <a:br>
              <a:rPr lang="en-US"/>
            </a:br>
            <a:r>
              <a:rPr lang="en-US"/>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6732316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a:t>[Click icon to insert photo]</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Presentation title </a:t>
            </a:r>
            <a:br>
              <a:rPr lang="en-US"/>
            </a:br>
            <a:r>
              <a:rPr lang="en-US"/>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2" name="UST" descr="UST">
            <a:extLst>
              <a:ext uri="{FF2B5EF4-FFF2-40B4-BE49-F238E27FC236}">
                <a16:creationId xmlns:a16="http://schemas.microsoft.com/office/drawing/2014/main" id="{61ECC60D-8478-8819-B2C5-E76BC9CEC548}"/>
              </a:ext>
            </a:extLst>
          </p:cNvPr>
          <p:cNvSpPr>
            <a:spLocks noChangeAspect="1" noEditPoints="1"/>
          </p:cNvSpPr>
          <p:nvPr userDrawn="1"/>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cxnSp>
        <p:nvCxnSpPr>
          <p:cNvPr id="4" name="Straight Connector 3">
            <a:extLst>
              <a:ext uri="{FF2B5EF4-FFF2-40B4-BE49-F238E27FC236}">
                <a16:creationId xmlns:a16="http://schemas.microsoft.com/office/drawing/2014/main" id="{5CA66234-B48E-5445-1A41-1E32BEFDE005}"/>
              </a:ext>
            </a:extLst>
          </p:cNvPr>
          <p:cNvCxnSpPr>
            <a:cxnSpLocks/>
          </p:cNvCxnSpPr>
          <p:nvPr userDrawn="1"/>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19474020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with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atin typeface="Aptos Light" panose="020B0004020202020204" pitchFamily="34" charset="0"/>
              </a:defRPr>
            </a:lvl1pPr>
          </a:lstStyle>
          <a:p>
            <a:r>
              <a:rPr lang="en-US"/>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atin typeface="Aptos Light" panose="020B0004020202020204" pitchFamily="34" charset="0"/>
              </a:defRPr>
            </a:lvl1pPr>
            <a:lvl2pPr marL="182880" indent="0">
              <a:buNone/>
              <a:defRPr>
                <a:latin typeface="Aptos Light" panose="020B0004020202020204" pitchFamily="34" charset="0"/>
              </a:defRPr>
            </a:lvl2pPr>
            <a:lvl3pPr marL="365760" indent="0">
              <a:buNone/>
              <a:defRPr/>
            </a:lvl3pPr>
            <a:lvl4pPr marL="548640" indent="0">
              <a:buNone/>
              <a:defRPr/>
            </a:lvl4pPr>
            <a:lvl5pPr marL="731520" indent="0">
              <a:buNone/>
              <a:defRPr/>
            </a:lvl5pPr>
          </a:lstStyle>
          <a:p>
            <a:r>
              <a:rPr lang="en-US"/>
              <a:t>Agenda items are Aptos Light 18pt	00</a:t>
            </a:r>
          </a:p>
          <a:p>
            <a:pPr marL="468630" lvl="1" indent="-285750">
              <a:buFont typeface="Wingdings" pitchFamily="2" charset="2"/>
              <a:buChar char="§"/>
            </a:pPr>
            <a:r>
              <a:rPr lang="en-US"/>
              <a:t>Additional text levels are possible</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p:txBody>
      </p:sp>
    </p:spTree>
    <p:extLst>
      <p:ext uri="{BB962C8B-B14F-4D97-AF65-F5344CB8AC3E}">
        <p14:creationId xmlns:p14="http://schemas.microsoft.com/office/powerpoint/2010/main" val="291974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with Photo 2">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6989128" y="3192779"/>
            <a:ext cx="4389385" cy="2845003"/>
          </a:xfrm>
        </p:spPr>
        <p:txBody>
          <a:bodyPr>
            <a:noAutofit/>
          </a:bodyPr>
          <a:lstStyle>
            <a:lvl1pPr marL="0" marR="0" indent="0" algn="l" defTabSz="914400" rtl="0" eaLnBrk="1" fontAlgn="auto" latinLnBrk="0" hangingPunct="1">
              <a:lnSpc>
                <a:spcPct val="100000"/>
              </a:lnSpc>
              <a:spcBef>
                <a:spcPts val="0"/>
              </a:spcBef>
              <a:spcAft>
                <a:spcPts val="600"/>
              </a:spcAft>
              <a:buClrTx/>
              <a:buSzTx/>
              <a:buFontTx/>
              <a:buNone/>
              <a:tabLst>
                <a:tab pos="5254625" algn="r"/>
              </a:tabLst>
              <a:defRPr sz="1600"/>
            </a:lvl1pPr>
            <a:lvl2pPr marL="182880" indent="0">
              <a:spcBef>
                <a:spcPts val="0"/>
              </a:spcBef>
              <a:spcAft>
                <a:spcPts val="600"/>
              </a:spcAft>
              <a:buNone/>
              <a:defRPr sz="1600"/>
            </a:lvl2pPr>
            <a:lvl3pPr marL="365760" indent="0">
              <a:buNone/>
              <a:defRPr/>
            </a:lvl3pPr>
            <a:lvl4pPr marL="548640" indent="0">
              <a:buNone/>
              <a:defRPr/>
            </a:lvl4pPr>
            <a:lvl5pPr marL="731520" indent="0">
              <a:buNone/>
              <a:defRPr/>
            </a:lvl5pPr>
          </a:lstStyle>
          <a:p>
            <a:r>
              <a:rPr lang="en-US"/>
              <a:t>Agenda items are Aptos Regular 16pt	00</a:t>
            </a:r>
          </a:p>
          <a:p>
            <a:pPr marL="468630" lvl="1" indent="-285750">
              <a:buFont typeface="Wingdings" pitchFamily="2" charset="2"/>
              <a:buChar char="§"/>
            </a:pPr>
            <a:r>
              <a:rPr lang="en-US"/>
              <a:t>Additional text levels are possible</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p:txBody>
      </p:sp>
      <p:sp>
        <p:nvSpPr>
          <p:cNvPr id="7" name="Rectangle 6">
            <a:extLst>
              <a:ext uri="{FF2B5EF4-FFF2-40B4-BE49-F238E27FC236}">
                <a16:creationId xmlns:a16="http://schemas.microsoft.com/office/drawing/2014/main" id="{E0F7C84E-F8B1-08E4-D431-775DCC945E9A}"/>
              </a:ext>
            </a:extLst>
          </p:cNvPr>
          <p:cNvSpPr/>
          <p:nvPr userDrawn="1"/>
        </p:nvSpPr>
        <p:spPr>
          <a:xfrm>
            <a:off x="3166025" y="0"/>
            <a:ext cx="2943227" cy="288000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4099605" y="571500"/>
            <a:ext cx="2243640" cy="708660"/>
          </a:xfrm>
        </p:spPr>
        <p:txBody>
          <a:bodyPr/>
          <a:lstStyle>
            <a:lvl1pPr>
              <a:defRPr>
                <a:solidFill>
                  <a:schemeClr val="bg1"/>
                </a:solidFill>
              </a:defRPr>
            </a:lvl1pPr>
          </a:lstStyle>
          <a:p>
            <a:r>
              <a:rPr lang="en-US"/>
              <a:t>Agenda</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813486" y="1521683"/>
            <a:ext cx="4653864" cy="4650517"/>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76640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954608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p15:clr>
            <a:srgbClr val="FBAE40"/>
          </p15:clr>
        </p15:guide>
        <p15:guide id="2" pos="2700">
          <p15:clr>
            <a:srgbClr val="FBAE40"/>
          </p15:clr>
        </p15:guide>
        <p15:guide id="3" orient="horz" pos="1266">
          <p15:clr>
            <a:srgbClr val="FBAE40"/>
          </p15:clr>
        </p15:guide>
        <p15:guide id="5" orient="horz" pos="4148">
          <p15:clr>
            <a:srgbClr val="FBAE40"/>
          </p15:clr>
        </p15:guide>
        <p15:guide id="6" pos="4978">
          <p15:clr>
            <a:srgbClr val="FBAE40"/>
          </p15:clr>
        </p15:guide>
        <p15:guide id="7" pos="5172">
          <p15:clr>
            <a:srgbClr val="FBAE40"/>
          </p15:clr>
        </p15:guide>
        <p15:guide id="8" orient="horz" pos="368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370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517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1544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0313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UST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3350858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Content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3270726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ntent with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9E2B331-B0E6-E050-A108-F924CD8C4B87}"/>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6" name="UST" descr="UST">
            <a:extLst>
              <a:ext uri="{FF2B5EF4-FFF2-40B4-BE49-F238E27FC236}">
                <a16:creationId xmlns:a16="http://schemas.microsoft.com/office/drawing/2014/main" id="{3C93D23E-A1DF-EFB2-42B6-96C86220A70A}"/>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7" name="Legal">
            <a:extLst>
              <a:ext uri="{FF2B5EF4-FFF2-40B4-BE49-F238E27FC236}">
                <a16:creationId xmlns:a16="http://schemas.microsoft.com/office/drawing/2014/main" id="{C8DBD0B0-9097-66F4-868E-CF3AB262634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9" name="Slide Number Placeholder 10">
            <a:extLst>
              <a:ext uri="{FF2B5EF4-FFF2-40B4-BE49-F238E27FC236}">
                <a16:creationId xmlns:a16="http://schemas.microsoft.com/office/drawing/2014/main" id="{127CF079-132F-6A7B-6737-92012CC215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10" name="Title 1">
            <a:extLst>
              <a:ext uri="{FF2B5EF4-FFF2-40B4-BE49-F238E27FC236}">
                <a16:creationId xmlns:a16="http://schemas.microsoft.com/office/drawing/2014/main" id="{A303E940-850F-F35A-2EB3-A69A4A65DED6}"/>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11" name="Content Placeholder 2">
            <a:extLst>
              <a:ext uri="{FF2B5EF4-FFF2-40B4-BE49-F238E27FC236}">
                <a16:creationId xmlns:a16="http://schemas.microsoft.com/office/drawing/2014/main" id="{A8F32DE4-21DF-8C35-6786-FC0077EB0C2E}"/>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2" name="Content Placeholder 3">
            <a:extLst>
              <a:ext uri="{FF2B5EF4-FFF2-40B4-BE49-F238E27FC236}">
                <a16:creationId xmlns:a16="http://schemas.microsoft.com/office/drawing/2014/main" id="{9104AAB7-09CC-AC46-AAA1-6359190CE56F}"/>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1" name="Content Placeholder 4">
            <a:extLst>
              <a:ext uri="{FF2B5EF4-FFF2-40B4-BE49-F238E27FC236}">
                <a16:creationId xmlns:a16="http://schemas.microsoft.com/office/drawing/2014/main" id="{7E660BF6-5580-6C7C-63DD-F580A1C6F030}"/>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2" name="Picture Placeholder 2">
            <a:extLst>
              <a:ext uri="{FF2B5EF4-FFF2-40B4-BE49-F238E27FC236}">
                <a16:creationId xmlns:a16="http://schemas.microsoft.com/office/drawing/2014/main" id="{275DE1D8-3A75-4AF8-864B-E9A17456323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3" name="Content Placeholder 2">
            <a:extLst>
              <a:ext uri="{FF2B5EF4-FFF2-40B4-BE49-F238E27FC236}">
                <a16:creationId xmlns:a16="http://schemas.microsoft.com/office/drawing/2014/main" id="{78D4F353-515C-D10D-865A-0B81D22765D4}"/>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EBA80BE-FB86-FD65-42AA-AFCE7927641C}"/>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5" name="Text Placeholder 23">
            <a:extLst>
              <a:ext uri="{FF2B5EF4-FFF2-40B4-BE49-F238E27FC236}">
                <a16:creationId xmlns:a16="http://schemas.microsoft.com/office/drawing/2014/main" id="{65DFFE06-2B90-9CEB-01FC-1C3EDBEC1D2D}"/>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6" name="Text Placeholder 23">
            <a:extLst>
              <a:ext uri="{FF2B5EF4-FFF2-40B4-BE49-F238E27FC236}">
                <a16:creationId xmlns:a16="http://schemas.microsoft.com/office/drawing/2014/main" id="{3D082826-A380-803B-BDE0-1DB4DD8A7ADD}"/>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7" name="Text Placeholder 23">
            <a:extLst>
              <a:ext uri="{FF2B5EF4-FFF2-40B4-BE49-F238E27FC236}">
                <a16:creationId xmlns:a16="http://schemas.microsoft.com/office/drawing/2014/main" id="{833472CF-7769-325B-0CDF-237DE48BE389}"/>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8" name="Text Placeholder 23">
            <a:extLst>
              <a:ext uri="{FF2B5EF4-FFF2-40B4-BE49-F238E27FC236}">
                <a16:creationId xmlns:a16="http://schemas.microsoft.com/office/drawing/2014/main" id="{CA8963E8-E40E-350A-4136-1112AA09C81D}"/>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29" name="Text Placeholder 23">
            <a:extLst>
              <a:ext uri="{FF2B5EF4-FFF2-40B4-BE49-F238E27FC236}">
                <a16:creationId xmlns:a16="http://schemas.microsoft.com/office/drawing/2014/main" id="{EC2ADDDD-8562-6080-49C8-696E0783384D}"/>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4177683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ntent with Image B">
    <p:bg>
      <p:bgPr>
        <a:solidFill>
          <a:srgbClr val="231F20"/>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364444E-2019-6E8F-EC4B-36BBA47EFD9F}"/>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16" name="Content Placeholder 2">
            <a:extLst>
              <a:ext uri="{FF2B5EF4-FFF2-40B4-BE49-F238E27FC236}">
                <a16:creationId xmlns:a16="http://schemas.microsoft.com/office/drawing/2014/main" id="{E834DAF2-E59B-DEE3-8AB0-681CE3FE5468}"/>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7" name="Content Placeholder 3">
            <a:extLst>
              <a:ext uri="{FF2B5EF4-FFF2-40B4-BE49-F238E27FC236}">
                <a16:creationId xmlns:a16="http://schemas.microsoft.com/office/drawing/2014/main" id="{CE2375FB-50B0-C27A-E37B-B38DC599CFBD}"/>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2D6C54A3-D374-164A-EFEF-939FB477BB9A}"/>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9" name="Picture Placeholder 2">
            <a:extLst>
              <a:ext uri="{FF2B5EF4-FFF2-40B4-BE49-F238E27FC236}">
                <a16:creationId xmlns:a16="http://schemas.microsoft.com/office/drawing/2014/main" id="{1CAFDF3D-2C2C-15D2-0865-6E1D992C742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0" name="Content Placeholder 2">
            <a:extLst>
              <a:ext uri="{FF2B5EF4-FFF2-40B4-BE49-F238E27FC236}">
                <a16:creationId xmlns:a16="http://schemas.microsoft.com/office/drawing/2014/main" id="{525F9F6F-4A18-C646-8389-A2D672AEB57A}"/>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1" name="Text Placeholder 23">
            <a:extLst>
              <a:ext uri="{FF2B5EF4-FFF2-40B4-BE49-F238E27FC236}">
                <a16:creationId xmlns:a16="http://schemas.microsoft.com/office/drawing/2014/main" id="{47D3A49B-64C9-C8A4-155B-D6BBB5A92E29}"/>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2" name="Text Placeholder 23">
            <a:extLst>
              <a:ext uri="{FF2B5EF4-FFF2-40B4-BE49-F238E27FC236}">
                <a16:creationId xmlns:a16="http://schemas.microsoft.com/office/drawing/2014/main" id="{C7F796D1-81D5-8404-761F-A1F696005BDC}"/>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3" name="Text Placeholder 23">
            <a:extLst>
              <a:ext uri="{FF2B5EF4-FFF2-40B4-BE49-F238E27FC236}">
                <a16:creationId xmlns:a16="http://schemas.microsoft.com/office/drawing/2014/main" id="{28B42F5C-7089-715B-234A-4E1B545B3CF9}"/>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4" name="Text Placeholder 23">
            <a:extLst>
              <a:ext uri="{FF2B5EF4-FFF2-40B4-BE49-F238E27FC236}">
                <a16:creationId xmlns:a16="http://schemas.microsoft.com/office/drawing/2014/main" id="{552FC7C8-6258-AFF8-721E-9A94776BFC18}"/>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5" name="Text Placeholder 23">
            <a:extLst>
              <a:ext uri="{FF2B5EF4-FFF2-40B4-BE49-F238E27FC236}">
                <a16:creationId xmlns:a16="http://schemas.microsoft.com/office/drawing/2014/main" id="{6D993AD9-3F72-1911-3277-3F30779F2CF2}"/>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26" name="Text Placeholder 23">
            <a:extLst>
              <a:ext uri="{FF2B5EF4-FFF2-40B4-BE49-F238E27FC236}">
                <a16:creationId xmlns:a16="http://schemas.microsoft.com/office/drawing/2014/main" id="{DCCC69E2-0BD4-9DE4-8019-E3BAEBE2C9AB}"/>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2837334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Content Option 2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3719902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hree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8800"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5" name="Picture Placeholder 2">
            <a:extLst>
              <a:ext uri="{FF2B5EF4-FFF2-40B4-BE49-F238E27FC236}">
                <a16:creationId xmlns:a16="http://schemas.microsoft.com/office/drawing/2014/main" id="{0F45E6E8-6D06-3395-045E-8392F442DB9E}"/>
              </a:ext>
            </a:extLst>
          </p:cNvPr>
          <p:cNvSpPr>
            <a:spLocks noGrp="1"/>
          </p:cNvSpPr>
          <p:nvPr>
            <p:ph type="pic" sz="quarter" idx="30" hasCustomPrompt="1"/>
          </p:nvPr>
        </p:nvSpPr>
        <p:spPr>
          <a:xfrm>
            <a:off x="42894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6" name="Picture Placeholder 2">
            <a:extLst>
              <a:ext uri="{FF2B5EF4-FFF2-40B4-BE49-F238E27FC236}">
                <a16:creationId xmlns:a16="http://schemas.microsoft.com/office/drawing/2014/main" id="{E36BBA27-0A93-6974-7E10-583A48ADE5A2}"/>
              </a:ext>
            </a:extLst>
          </p:cNvPr>
          <p:cNvSpPr>
            <a:spLocks noGrp="1"/>
          </p:cNvSpPr>
          <p:nvPr>
            <p:ph type="pic" sz="quarter" idx="31" hasCustomPrompt="1"/>
          </p:nvPr>
        </p:nvSpPr>
        <p:spPr>
          <a:xfrm>
            <a:off x="8210042"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7" name="Text Placeholder 23">
            <a:extLst>
              <a:ext uri="{FF2B5EF4-FFF2-40B4-BE49-F238E27FC236}">
                <a16:creationId xmlns:a16="http://schemas.microsoft.com/office/drawing/2014/main" id="{2F6FB681-7F9F-4615-8967-07D2F362DD11}"/>
              </a:ext>
            </a:extLst>
          </p:cNvPr>
          <p:cNvSpPr>
            <a:spLocks noGrp="1"/>
          </p:cNvSpPr>
          <p:nvPr>
            <p:ph type="body" sz="quarter" idx="24" hasCustomPrompt="1"/>
          </p:nvPr>
        </p:nvSpPr>
        <p:spPr>
          <a:xfrm>
            <a:off x="869125"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9" name="Text Placeholder 23">
            <a:extLst>
              <a:ext uri="{FF2B5EF4-FFF2-40B4-BE49-F238E27FC236}">
                <a16:creationId xmlns:a16="http://schemas.microsoft.com/office/drawing/2014/main" id="{A897311A-B495-09CE-DB8C-5F39F9C47A3D}"/>
              </a:ext>
            </a:extLst>
          </p:cNvPr>
          <p:cNvSpPr>
            <a:spLocks noGrp="1"/>
          </p:cNvSpPr>
          <p:nvPr>
            <p:ph type="body" sz="quarter" idx="25" hasCustomPrompt="1"/>
          </p:nvPr>
        </p:nvSpPr>
        <p:spPr>
          <a:xfrm>
            <a:off x="4792853"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0" name="Text Placeholder 23">
            <a:extLst>
              <a:ext uri="{FF2B5EF4-FFF2-40B4-BE49-F238E27FC236}">
                <a16:creationId xmlns:a16="http://schemas.microsoft.com/office/drawing/2014/main" id="{A0828D6F-D6E7-4E92-915F-5E89C830B0C5}"/>
              </a:ext>
            </a:extLst>
          </p:cNvPr>
          <p:cNvSpPr>
            <a:spLocks noGrp="1"/>
          </p:cNvSpPr>
          <p:nvPr>
            <p:ph type="body" sz="quarter" idx="26" hasCustomPrompt="1"/>
          </p:nvPr>
        </p:nvSpPr>
        <p:spPr>
          <a:xfrm>
            <a:off x="8715629"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1" name="Picture Placeholder 16">
            <a:extLst>
              <a:ext uri="{FF2B5EF4-FFF2-40B4-BE49-F238E27FC236}">
                <a16:creationId xmlns:a16="http://schemas.microsoft.com/office/drawing/2014/main" id="{61B78E16-3C78-9C64-0825-69BE6AF14C55}"/>
              </a:ext>
            </a:extLst>
          </p:cNvPr>
          <p:cNvSpPr>
            <a:spLocks noGrp="1"/>
          </p:cNvSpPr>
          <p:nvPr>
            <p:ph type="pic" sz="quarter" idx="39" hasCustomPrompt="1"/>
          </p:nvPr>
        </p:nvSpPr>
        <p:spPr>
          <a:xfrm>
            <a:off x="365125" y="1828800"/>
            <a:ext cx="447007" cy="495222"/>
          </a:xfrm>
        </p:spPr>
        <p:txBody>
          <a:bodyPr anchor="ctr">
            <a:normAutofit/>
          </a:bodyPr>
          <a:lstStyle>
            <a:lvl1pPr marL="0" indent="0">
              <a:buNone/>
              <a:defRPr sz="1400"/>
            </a:lvl1pPr>
          </a:lstStyle>
          <a:p>
            <a:r>
              <a:rPr lang="en-US"/>
              <a:t>Icon</a:t>
            </a:r>
          </a:p>
        </p:txBody>
      </p:sp>
      <p:sp>
        <p:nvSpPr>
          <p:cNvPr id="12" name="Picture Placeholder 16">
            <a:extLst>
              <a:ext uri="{FF2B5EF4-FFF2-40B4-BE49-F238E27FC236}">
                <a16:creationId xmlns:a16="http://schemas.microsoft.com/office/drawing/2014/main" id="{138225F8-7446-6E20-77BC-4AC7A5AE445C}"/>
              </a:ext>
            </a:extLst>
          </p:cNvPr>
          <p:cNvSpPr>
            <a:spLocks noGrp="1"/>
          </p:cNvSpPr>
          <p:nvPr>
            <p:ph type="pic" sz="quarter" idx="41" hasCustomPrompt="1"/>
          </p:nvPr>
        </p:nvSpPr>
        <p:spPr>
          <a:xfrm>
            <a:off x="4288536" y="1828800"/>
            <a:ext cx="447007" cy="495222"/>
          </a:xfrm>
        </p:spPr>
        <p:txBody>
          <a:bodyPr anchor="ctr">
            <a:normAutofit/>
          </a:bodyPr>
          <a:lstStyle>
            <a:lvl1pPr marL="0" indent="0">
              <a:buNone/>
              <a:defRPr sz="1400"/>
            </a:lvl1pPr>
          </a:lstStyle>
          <a:p>
            <a:r>
              <a:rPr lang="en-US"/>
              <a:t>Icon</a:t>
            </a:r>
          </a:p>
        </p:txBody>
      </p:sp>
      <p:sp>
        <p:nvSpPr>
          <p:cNvPr id="13" name="Picture Placeholder 16">
            <a:extLst>
              <a:ext uri="{FF2B5EF4-FFF2-40B4-BE49-F238E27FC236}">
                <a16:creationId xmlns:a16="http://schemas.microsoft.com/office/drawing/2014/main" id="{AC7B56ED-862A-7ECA-8543-61DB81F8AC58}"/>
              </a:ext>
            </a:extLst>
          </p:cNvPr>
          <p:cNvSpPr>
            <a:spLocks noGrp="1"/>
          </p:cNvSpPr>
          <p:nvPr>
            <p:ph type="pic" sz="quarter" idx="43" hasCustomPrompt="1"/>
          </p:nvPr>
        </p:nvSpPr>
        <p:spPr>
          <a:xfrm>
            <a:off x="8211312" y="1828800"/>
            <a:ext cx="447007" cy="495222"/>
          </a:xfrm>
        </p:spPr>
        <p:txBody>
          <a:bodyPr anchor="ctr">
            <a:normAutofit/>
          </a:bodyPr>
          <a:lstStyle>
            <a:lvl1pPr marL="0" indent="0">
              <a:buNone/>
              <a:defRPr sz="1400"/>
            </a:lvl1pPr>
          </a:lstStyle>
          <a:p>
            <a:r>
              <a:rPr lang="en-US"/>
              <a:t>Icon</a:t>
            </a:r>
          </a:p>
        </p:txBody>
      </p:sp>
    </p:spTree>
    <p:extLst>
      <p:ext uri="{BB962C8B-B14F-4D97-AF65-F5344CB8AC3E}">
        <p14:creationId xmlns:p14="http://schemas.microsoft.com/office/powerpoint/2010/main" val="442616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ix Content Option 1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365125"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04</a:t>
            </a:r>
          </a:p>
        </p:txBody>
      </p:sp>
      <p:sp>
        <p:nvSpPr>
          <p:cNvPr id="13" name="Text Placeholder 23">
            <a:extLst>
              <a:ext uri="{FF2B5EF4-FFF2-40B4-BE49-F238E27FC236}">
                <a16:creationId xmlns:a16="http://schemas.microsoft.com/office/drawing/2014/main" id="{58E3DD6C-FD82-3AFF-16F7-B3FA316CC523}"/>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05</a:t>
            </a:r>
          </a:p>
        </p:txBody>
      </p:sp>
      <p:sp>
        <p:nvSpPr>
          <p:cNvPr id="15" name="Text Placeholder 23">
            <a:extLst>
              <a:ext uri="{FF2B5EF4-FFF2-40B4-BE49-F238E27FC236}">
                <a16:creationId xmlns:a16="http://schemas.microsoft.com/office/drawing/2014/main" id="{23649147-3EEE-430F-99EE-0A0DBFC8A465}"/>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06</a:t>
            </a:r>
          </a:p>
        </p:txBody>
      </p:sp>
    </p:spTree>
    <p:extLst>
      <p:ext uri="{BB962C8B-B14F-4D97-AF65-F5344CB8AC3E}">
        <p14:creationId xmlns:p14="http://schemas.microsoft.com/office/powerpoint/2010/main" val="2186601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x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7" name="Picture Placeholder 16">
            <a:extLst>
              <a:ext uri="{FF2B5EF4-FFF2-40B4-BE49-F238E27FC236}">
                <a16:creationId xmlns:a16="http://schemas.microsoft.com/office/drawing/2014/main" id="{380A1048-C1FC-4ADD-FB84-F02090974481}"/>
              </a:ext>
            </a:extLst>
          </p:cNvPr>
          <p:cNvSpPr>
            <a:spLocks noGrp="1"/>
          </p:cNvSpPr>
          <p:nvPr>
            <p:ph type="pic" sz="quarter" idx="39" hasCustomPrompt="1"/>
          </p:nvPr>
        </p:nvSpPr>
        <p:spPr>
          <a:xfrm>
            <a:off x="365125" y="2365974"/>
            <a:ext cx="447007" cy="300179"/>
          </a:xfrm>
        </p:spPr>
        <p:txBody>
          <a:bodyPr anchor="ctr">
            <a:normAutofit/>
          </a:bodyPr>
          <a:lstStyle>
            <a:lvl1pPr marL="0" indent="0">
              <a:buNone/>
              <a:defRPr sz="1400"/>
            </a:lvl1pPr>
          </a:lstStyle>
          <a:p>
            <a:r>
              <a:rPr lang="en-US"/>
              <a:t>Icon</a:t>
            </a:r>
          </a:p>
        </p:txBody>
      </p:sp>
      <p:sp>
        <p:nvSpPr>
          <p:cNvPr id="18" name="Picture Placeholder 16">
            <a:extLst>
              <a:ext uri="{FF2B5EF4-FFF2-40B4-BE49-F238E27FC236}">
                <a16:creationId xmlns:a16="http://schemas.microsoft.com/office/drawing/2014/main" id="{54FA2183-1620-5C55-1993-4DE9F5DD39F6}"/>
              </a:ext>
            </a:extLst>
          </p:cNvPr>
          <p:cNvSpPr>
            <a:spLocks noGrp="1"/>
          </p:cNvSpPr>
          <p:nvPr>
            <p:ph type="pic" sz="quarter" idx="40" hasCustomPrompt="1"/>
          </p:nvPr>
        </p:nvSpPr>
        <p:spPr>
          <a:xfrm>
            <a:off x="365125" y="4389562"/>
            <a:ext cx="447007" cy="300179"/>
          </a:xfrm>
        </p:spPr>
        <p:txBody>
          <a:bodyPr anchor="ctr">
            <a:normAutofit/>
          </a:bodyPr>
          <a:lstStyle>
            <a:lvl1pPr marL="0" indent="0">
              <a:buNone/>
              <a:defRPr sz="1400"/>
            </a:lvl1pPr>
          </a:lstStyle>
          <a:p>
            <a:r>
              <a:rPr lang="en-US"/>
              <a:t>Icon</a:t>
            </a:r>
          </a:p>
        </p:txBody>
      </p:sp>
      <p:sp>
        <p:nvSpPr>
          <p:cNvPr id="19" name="Picture Placeholder 16">
            <a:extLst>
              <a:ext uri="{FF2B5EF4-FFF2-40B4-BE49-F238E27FC236}">
                <a16:creationId xmlns:a16="http://schemas.microsoft.com/office/drawing/2014/main" id="{ED2716BA-A975-D6E8-C17D-6D0650AED894}"/>
              </a:ext>
            </a:extLst>
          </p:cNvPr>
          <p:cNvSpPr>
            <a:spLocks noGrp="1"/>
          </p:cNvSpPr>
          <p:nvPr>
            <p:ph type="pic" sz="quarter" idx="41" hasCustomPrompt="1"/>
          </p:nvPr>
        </p:nvSpPr>
        <p:spPr>
          <a:xfrm>
            <a:off x="4288536" y="2365974"/>
            <a:ext cx="447007" cy="300179"/>
          </a:xfrm>
        </p:spPr>
        <p:txBody>
          <a:bodyPr anchor="ctr">
            <a:normAutofit/>
          </a:bodyPr>
          <a:lstStyle>
            <a:lvl1pPr marL="0" indent="0">
              <a:buNone/>
              <a:defRPr sz="1400"/>
            </a:lvl1pPr>
          </a:lstStyle>
          <a:p>
            <a:r>
              <a:rPr lang="en-US"/>
              <a:t>Icon</a:t>
            </a:r>
          </a:p>
        </p:txBody>
      </p:sp>
      <p:sp>
        <p:nvSpPr>
          <p:cNvPr id="20" name="Picture Placeholder 16">
            <a:extLst>
              <a:ext uri="{FF2B5EF4-FFF2-40B4-BE49-F238E27FC236}">
                <a16:creationId xmlns:a16="http://schemas.microsoft.com/office/drawing/2014/main" id="{B9F899F6-421E-4F71-9874-8C28C96AA6ED}"/>
              </a:ext>
            </a:extLst>
          </p:cNvPr>
          <p:cNvSpPr>
            <a:spLocks noGrp="1"/>
          </p:cNvSpPr>
          <p:nvPr>
            <p:ph type="pic" sz="quarter" idx="42" hasCustomPrompt="1"/>
          </p:nvPr>
        </p:nvSpPr>
        <p:spPr>
          <a:xfrm>
            <a:off x="4288536" y="4389562"/>
            <a:ext cx="447007" cy="300179"/>
          </a:xfrm>
        </p:spPr>
        <p:txBody>
          <a:bodyPr anchor="ctr">
            <a:normAutofit/>
          </a:bodyPr>
          <a:lstStyle>
            <a:lvl1pPr marL="0" indent="0">
              <a:buNone/>
              <a:defRPr sz="1400"/>
            </a:lvl1pPr>
          </a:lstStyle>
          <a:p>
            <a:r>
              <a:rPr lang="en-US"/>
              <a:t>Icon</a:t>
            </a:r>
          </a:p>
        </p:txBody>
      </p:sp>
      <p:sp>
        <p:nvSpPr>
          <p:cNvPr id="21" name="Picture Placeholder 16">
            <a:extLst>
              <a:ext uri="{FF2B5EF4-FFF2-40B4-BE49-F238E27FC236}">
                <a16:creationId xmlns:a16="http://schemas.microsoft.com/office/drawing/2014/main" id="{707BCBC9-213C-83B4-6A2F-C2F7553D0449}"/>
              </a:ext>
            </a:extLst>
          </p:cNvPr>
          <p:cNvSpPr>
            <a:spLocks noGrp="1"/>
          </p:cNvSpPr>
          <p:nvPr>
            <p:ph type="pic" sz="quarter" idx="43" hasCustomPrompt="1"/>
          </p:nvPr>
        </p:nvSpPr>
        <p:spPr>
          <a:xfrm>
            <a:off x="8211312" y="2365974"/>
            <a:ext cx="447007" cy="300179"/>
          </a:xfrm>
        </p:spPr>
        <p:txBody>
          <a:bodyPr anchor="ctr">
            <a:normAutofit/>
          </a:bodyPr>
          <a:lstStyle>
            <a:lvl1pPr marL="0" indent="0">
              <a:buNone/>
              <a:defRPr sz="1400"/>
            </a:lvl1pPr>
          </a:lstStyle>
          <a:p>
            <a:r>
              <a:rPr lang="en-US"/>
              <a:t>Icon</a:t>
            </a:r>
          </a:p>
        </p:txBody>
      </p:sp>
      <p:sp>
        <p:nvSpPr>
          <p:cNvPr id="22" name="Picture Placeholder 16">
            <a:extLst>
              <a:ext uri="{FF2B5EF4-FFF2-40B4-BE49-F238E27FC236}">
                <a16:creationId xmlns:a16="http://schemas.microsoft.com/office/drawing/2014/main" id="{D2DC9F7C-F193-02E0-9379-7A470BFE41A6}"/>
              </a:ext>
            </a:extLst>
          </p:cNvPr>
          <p:cNvSpPr>
            <a:spLocks noGrp="1"/>
          </p:cNvSpPr>
          <p:nvPr>
            <p:ph type="pic" sz="quarter" idx="44" hasCustomPrompt="1"/>
          </p:nvPr>
        </p:nvSpPr>
        <p:spPr>
          <a:xfrm>
            <a:off x="8211312" y="4389562"/>
            <a:ext cx="447007" cy="300179"/>
          </a:xfrm>
        </p:spPr>
        <p:txBody>
          <a:bodyPr anchor="ctr">
            <a:normAutofit/>
          </a:bodyPr>
          <a:lstStyle>
            <a:lvl1pPr marL="0" indent="0">
              <a:buNone/>
              <a:defRPr sz="1400"/>
            </a:lvl1pPr>
          </a:lstStyle>
          <a:p>
            <a:r>
              <a:rPr lang="en-US"/>
              <a:t>Icon</a:t>
            </a:r>
          </a:p>
        </p:txBody>
      </p:sp>
    </p:spTree>
    <p:extLst>
      <p:ext uri="{BB962C8B-B14F-4D97-AF65-F5344CB8AC3E}">
        <p14:creationId xmlns:p14="http://schemas.microsoft.com/office/powerpoint/2010/main" val="3325565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x Content Option 2 with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2152592"/>
            <a:ext cx="3611563" cy="2667433"/>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3610928" cy="1666322"/>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4288219"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791584"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4287584"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8210043"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713408"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8209408"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17" name="Content Placeholder 2">
            <a:extLst>
              <a:ext uri="{FF2B5EF4-FFF2-40B4-BE49-F238E27FC236}">
                <a16:creationId xmlns:a16="http://schemas.microsoft.com/office/drawing/2014/main" id="{639B018B-5E8C-8C9B-56EB-C4889C580F2A}"/>
              </a:ext>
            </a:extLst>
          </p:cNvPr>
          <p:cNvSpPr>
            <a:spLocks noGrp="1"/>
          </p:cNvSpPr>
          <p:nvPr>
            <p:ph sz="half" idx="23" hasCustomPrompt="1"/>
          </p:nvPr>
        </p:nvSpPr>
        <p:spPr>
          <a:xfrm>
            <a:off x="365760" y="5141343"/>
            <a:ext cx="3610928" cy="939417"/>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16" name="Content Placeholder 3">
            <a:extLst>
              <a:ext uri="{FF2B5EF4-FFF2-40B4-BE49-F238E27FC236}">
                <a16:creationId xmlns:a16="http://schemas.microsoft.com/office/drawing/2014/main" id="{1B33AFAD-A4EB-49F1-FA0B-3BC36381E2E2}"/>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A2DBAEA1-ED53-B3D6-FEB4-AB47BC097A03}"/>
              </a:ext>
            </a:extLst>
          </p:cNvPr>
          <p:cNvSpPr>
            <a:spLocks noGrp="1"/>
          </p:cNvSpPr>
          <p:nvPr>
            <p:ph sz="quarter" idx="13" hasCustomPrompt="1"/>
          </p:nvPr>
        </p:nvSpPr>
        <p:spPr>
          <a:xfrm>
            <a:off x="8211312"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6 lines.</a:t>
            </a:r>
          </a:p>
        </p:txBody>
      </p:sp>
      <p:sp>
        <p:nvSpPr>
          <p:cNvPr id="19" name="Text Placeholder 23">
            <a:extLst>
              <a:ext uri="{FF2B5EF4-FFF2-40B4-BE49-F238E27FC236}">
                <a16:creationId xmlns:a16="http://schemas.microsoft.com/office/drawing/2014/main" id="{D33A3B40-4ABF-956B-C824-61918CF79C67}"/>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0" name="Text Placeholder 23">
            <a:extLst>
              <a:ext uri="{FF2B5EF4-FFF2-40B4-BE49-F238E27FC236}">
                <a16:creationId xmlns:a16="http://schemas.microsoft.com/office/drawing/2014/main" id="{49690F7B-7ED1-10C6-2EDA-D075B5A17090}"/>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21" name="Text Placeholder 23">
            <a:extLst>
              <a:ext uri="{FF2B5EF4-FFF2-40B4-BE49-F238E27FC236}">
                <a16:creationId xmlns:a16="http://schemas.microsoft.com/office/drawing/2014/main" id="{110E2AA8-1F77-469B-EAA2-3860BF5BF66D}"/>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
        <p:nvSpPr>
          <p:cNvPr id="22" name="Text Placeholder 23">
            <a:extLst>
              <a:ext uri="{FF2B5EF4-FFF2-40B4-BE49-F238E27FC236}">
                <a16:creationId xmlns:a16="http://schemas.microsoft.com/office/drawing/2014/main" id="{3C03FAAB-5B93-B783-559B-A4C916B89129}"/>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04</a:t>
            </a:r>
          </a:p>
        </p:txBody>
      </p:sp>
      <p:sp>
        <p:nvSpPr>
          <p:cNvPr id="23" name="Content Placeholder 3">
            <a:extLst>
              <a:ext uri="{FF2B5EF4-FFF2-40B4-BE49-F238E27FC236}">
                <a16:creationId xmlns:a16="http://schemas.microsoft.com/office/drawing/2014/main" id="{30DACC41-1F51-6B32-34CA-D3158A3C2CF3}"/>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5" name="Content Placeholder 4">
            <a:extLst>
              <a:ext uri="{FF2B5EF4-FFF2-40B4-BE49-F238E27FC236}">
                <a16:creationId xmlns:a16="http://schemas.microsoft.com/office/drawing/2014/main" id="{038201DA-1344-64B9-43BE-6A4CE8AAD2DF}"/>
              </a:ext>
            </a:extLst>
          </p:cNvPr>
          <p:cNvSpPr>
            <a:spLocks noGrp="1"/>
          </p:cNvSpPr>
          <p:nvPr>
            <p:ph sz="quarter" idx="32" hasCustomPrompt="1"/>
          </p:nvPr>
        </p:nvSpPr>
        <p:spPr>
          <a:xfrm>
            <a:off x="8211312"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6 lines.</a:t>
            </a:r>
          </a:p>
        </p:txBody>
      </p:sp>
      <p:sp>
        <p:nvSpPr>
          <p:cNvPr id="31" name="Text Placeholder 23">
            <a:extLst>
              <a:ext uri="{FF2B5EF4-FFF2-40B4-BE49-F238E27FC236}">
                <a16:creationId xmlns:a16="http://schemas.microsoft.com/office/drawing/2014/main" id="{70406086-1ED9-4995-A7E9-28C1B8E27D1C}"/>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32" name="Text Placeholder 23">
            <a:extLst>
              <a:ext uri="{FF2B5EF4-FFF2-40B4-BE49-F238E27FC236}">
                <a16:creationId xmlns:a16="http://schemas.microsoft.com/office/drawing/2014/main" id="{11B0B266-8EA5-E731-EE20-E22F64B00323}"/>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here</a:t>
            </a:r>
          </a:p>
        </p:txBody>
      </p:sp>
      <p:sp>
        <p:nvSpPr>
          <p:cNvPr id="33" name="Text Placeholder 23">
            <a:extLst>
              <a:ext uri="{FF2B5EF4-FFF2-40B4-BE49-F238E27FC236}">
                <a16:creationId xmlns:a16="http://schemas.microsoft.com/office/drawing/2014/main" id="{BE6D882F-17DC-A6AF-28B7-C461192641AB}"/>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05</a:t>
            </a:r>
          </a:p>
        </p:txBody>
      </p:sp>
      <p:sp>
        <p:nvSpPr>
          <p:cNvPr id="34" name="Text Placeholder 23">
            <a:extLst>
              <a:ext uri="{FF2B5EF4-FFF2-40B4-BE49-F238E27FC236}">
                <a16:creationId xmlns:a16="http://schemas.microsoft.com/office/drawing/2014/main" id="{F0B400B6-1A75-254F-AE04-7E7351E53046}"/>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06</a:t>
            </a:r>
          </a:p>
        </p:txBody>
      </p:sp>
    </p:spTree>
    <p:extLst>
      <p:ext uri="{BB962C8B-B14F-4D97-AF65-F5344CB8AC3E}">
        <p14:creationId xmlns:p14="http://schemas.microsoft.com/office/powerpoint/2010/main" val="3805566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ix Content Option 3 with Image">
    <p:spTree>
      <p:nvGrpSpPr>
        <p:cNvPr id="1" name=""/>
        <p:cNvGrpSpPr/>
        <p:nvPr/>
      </p:nvGrpSpPr>
      <p:grpSpPr>
        <a:xfrm>
          <a:off x="0" y="0"/>
          <a:ext cx="0" cy="0"/>
          <a:chOff x="0" y="0"/>
          <a:chExt cx="0" cy="0"/>
        </a:xfrm>
      </p:grpSpPr>
      <p:sp>
        <p:nvSpPr>
          <p:cNvPr id="6" name="UST" descr="UST">
            <a:extLst>
              <a:ext uri="{FF2B5EF4-FFF2-40B4-BE49-F238E27FC236}">
                <a16:creationId xmlns:a16="http://schemas.microsoft.com/office/drawing/2014/main" id="{63BDAF2E-DD6E-72F0-91D7-FCD33F705716}"/>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0"/>
            <a:ext cx="3004008" cy="3711295"/>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516582" cy="914400"/>
          </a:xfrm>
        </p:spPr>
        <p:txBody>
          <a:bodyPr/>
          <a:lstStyle>
            <a:lvl1pPr>
              <a:defRPr>
                <a:latin typeface="Aptos Light" panose="020B0004020202020204" pitchFamily="34" charset="0"/>
              </a:defRPr>
            </a:lvl1pPr>
          </a:lstStyle>
          <a:p>
            <a:r>
              <a:rPr lang="en-US"/>
              <a:t>[Slide title]</a:t>
            </a:r>
          </a:p>
        </p:txBody>
      </p:sp>
      <p:sp>
        <p:nvSpPr>
          <p:cNvPr id="17" name="Rectangle">
            <a:extLst>
              <a:ext uri="{FF2B5EF4-FFF2-40B4-BE49-F238E27FC236}">
                <a16:creationId xmlns:a16="http://schemas.microsoft.com/office/drawing/2014/main" id="{1186DDA3-3539-99BA-DCB8-06CE419870BB}"/>
              </a:ext>
            </a:extLst>
          </p:cNvPr>
          <p:cNvSpPr/>
          <p:nvPr userDrawn="1"/>
        </p:nvSpPr>
        <p:spPr>
          <a:xfrm>
            <a:off x="365125"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8" name="Rectangle">
            <a:extLst>
              <a:ext uri="{FF2B5EF4-FFF2-40B4-BE49-F238E27FC236}">
                <a16:creationId xmlns:a16="http://schemas.microsoft.com/office/drawing/2014/main" id="{98555F8E-33CE-98B8-F44B-3536FA5F524C}"/>
              </a:ext>
            </a:extLst>
          </p:cNvPr>
          <p:cNvSpPr/>
          <p:nvPr userDrawn="1"/>
        </p:nvSpPr>
        <p:spPr>
          <a:xfrm>
            <a:off x="3306292"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9" name="Rectangle">
            <a:extLst>
              <a:ext uri="{FF2B5EF4-FFF2-40B4-BE49-F238E27FC236}">
                <a16:creationId xmlns:a16="http://schemas.microsoft.com/office/drawing/2014/main" id="{186A83F0-B6B6-9B4A-724E-BA028AC2207C}"/>
              </a:ext>
            </a:extLst>
          </p:cNvPr>
          <p:cNvSpPr/>
          <p:nvPr userDrawn="1"/>
        </p:nvSpPr>
        <p:spPr>
          <a:xfrm>
            <a:off x="6247142" y="3971925"/>
            <a:ext cx="5944858" cy="2111375"/>
          </a:xfrm>
          <a:prstGeom prst="rect">
            <a:avLst/>
          </a:prstGeom>
          <a:solidFill>
            <a:schemeClr val="accent4"/>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20" name="Content Placeholder 2">
            <a:extLst>
              <a:ext uri="{FF2B5EF4-FFF2-40B4-BE49-F238E27FC236}">
                <a16:creationId xmlns:a16="http://schemas.microsoft.com/office/drawing/2014/main" id="{A361D126-CF07-E843-3D67-CA426A50B0FD}"/>
              </a:ext>
            </a:extLst>
          </p:cNvPr>
          <p:cNvSpPr>
            <a:spLocks noGrp="1"/>
          </p:cNvSpPr>
          <p:nvPr>
            <p:ph sz="half" idx="27" hasCustomPrompt="1"/>
          </p:nvPr>
        </p:nvSpPr>
        <p:spPr>
          <a:xfrm>
            <a:off x="512725"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1" name="Content Placeholder 3">
            <a:extLst>
              <a:ext uri="{FF2B5EF4-FFF2-40B4-BE49-F238E27FC236}">
                <a16:creationId xmlns:a16="http://schemas.microsoft.com/office/drawing/2014/main" id="{325EAC39-63F9-4400-D866-0C2C49BA3393}"/>
              </a:ext>
            </a:extLst>
          </p:cNvPr>
          <p:cNvSpPr>
            <a:spLocks noGrp="1"/>
          </p:cNvSpPr>
          <p:nvPr>
            <p:ph sz="half" idx="28" hasCustomPrompt="1"/>
          </p:nvPr>
        </p:nvSpPr>
        <p:spPr>
          <a:xfrm>
            <a:off x="3453892"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2" name="Content Placeholder 4">
            <a:extLst>
              <a:ext uri="{FF2B5EF4-FFF2-40B4-BE49-F238E27FC236}">
                <a16:creationId xmlns:a16="http://schemas.microsoft.com/office/drawing/2014/main" id="{506EC894-FC99-C66D-B08B-ECB0ACE8D739}"/>
              </a:ext>
            </a:extLst>
          </p:cNvPr>
          <p:cNvSpPr>
            <a:spLocks noGrp="1"/>
          </p:cNvSpPr>
          <p:nvPr>
            <p:ph sz="quarter" idx="29" hasCustomPrompt="1"/>
          </p:nvPr>
        </p:nvSpPr>
        <p:spPr>
          <a:xfrm>
            <a:off x="6394742" y="4536818"/>
            <a:ext cx="5428450" cy="1424513"/>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3" name="Text Placeholder 23">
            <a:extLst>
              <a:ext uri="{FF2B5EF4-FFF2-40B4-BE49-F238E27FC236}">
                <a16:creationId xmlns:a16="http://schemas.microsoft.com/office/drawing/2014/main" id="{47FF4D12-95F4-BAA1-DAAF-103AEB1C9998}"/>
              </a:ext>
            </a:extLst>
          </p:cNvPr>
          <p:cNvSpPr>
            <a:spLocks noGrp="1"/>
          </p:cNvSpPr>
          <p:nvPr>
            <p:ph type="body" sz="quarter" idx="30" hasCustomPrompt="1"/>
          </p:nvPr>
        </p:nvSpPr>
        <p:spPr>
          <a:xfrm>
            <a:off x="512725"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5" name="Text Placeholder 23">
            <a:extLst>
              <a:ext uri="{FF2B5EF4-FFF2-40B4-BE49-F238E27FC236}">
                <a16:creationId xmlns:a16="http://schemas.microsoft.com/office/drawing/2014/main" id="{D2062F39-7727-4616-0E65-483A0B938020}"/>
              </a:ext>
            </a:extLst>
          </p:cNvPr>
          <p:cNvSpPr>
            <a:spLocks noGrp="1"/>
          </p:cNvSpPr>
          <p:nvPr>
            <p:ph type="body" sz="quarter" idx="31" hasCustomPrompt="1"/>
          </p:nvPr>
        </p:nvSpPr>
        <p:spPr>
          <a:xfrm>
            <a:off x="3453892"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8" name="Text Placeholder 23">
            <a:extLst>
              <a:ext uri="{FF2B5EF4-FFF2-40B4-BE49-F238E27FC236}">
                <a16:creationId xmlns:a16="http://schemas.microsoft.com/office/drawing/2014/main" id="{79BC8676-BC4E-0AF1-4392-AC7DADEDD491}"/>
              </a:ext>
            </a:extLst>
          </p:cNvPr>
          <p:cNvSpPr>
            <a:spLocks noGrp="1"/>
          </p:cNvSpPr>
          <p:nvPr>
            <p:ph type="body" sz="quarter" idx="32" hasCustomPrompt="1"/>
          </p:nvPr>
        </p:nvSpPr>
        <p:spPr>
          <a:xfrm>
            <a:off x="6394742" y="4118012"/>
            <a:ext cx="5428450" cy="272719"/>
          </a:xfrm>
        </p:spPr>
        <p:txBody>
          <a:bodyPr>
            <a:noAutofit/>
          </a:bodyPr>
          <a:lstStyle>
            <a:lvl1pPr marL="0" indent="0">
              <a:buFontTx/>
              <a:buNone/>
              <a:defRPr sz="1600" b="1">
                <a:solidFill>
                  <a:schemeClr val="bg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Tree>
    <p:extLst>
      <p:ext uri="{BB962C8B-B14F-4D97-AF65-F5344CB8AC3E}">
        <p14:creationId xmlns:p14="http://schemas.microsoft.com/office/powerpoint/2010/main" val="169232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userDrawn="1"/>
        </p:nvCxnSpPr>
        <p:spPr>
          <a:xfrm>
            <a:off x="5960745" y="1039247"/>
            <a:ext cx="0" cy="356450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778422"/>
            <a:ext cx="5184775" cy="2651063"/>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778422"/>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US"/>
              <a:t>Heading</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778422"/>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4724400"/>
            <a:ext cx="4819015" cy="1116682"/>
          </a:xfrm>
        </p:spPr>
        <p:txBody>
          <a:bodyPr>
            <a:noAutofit/>
          </a:bodyPr>
          <a:lstStyle>
            <a:lvl1pPr marL="0" indent="0">
              <a:buFontTx/>
              <a:buNone/>
              <a:defRPr sz="20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3191085"/>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3191085"/>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Heading</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673101"/>
          </a:xfrm>
          <a:solidFill>
            <a:schemeClr val="bg1"/>
          </a:solidFill>
        </p:spPr>
        <p:txBody>
          <a:bodyPr>
            <a:noAutofit/>
          </a:bodyPr>
          <a:lstStyle>
            <a:lvl1pPr marL="0" indent="0">
              <a:buFontTx/>
              <a:buNone/>
              <a:defRPr sz="1200" b="1" baseline="0">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Heading</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5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60374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603749"/>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Heading</a:t>
            </a:r>
          </a:p>
        </p:txBody>
      </p:sp>
    </p:spTree>
    <p:extLst>
      <p:ext uri="{BB962C8B-B14F-4D97-AF65-F5344CB8AC3E}">
        <p14:creationId xmlns:p14="http://schemas.microsoft.com/office/powerpoint/2010/main" val="2208245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3165153"/>
            <a:ext cx="5944858" cy="3108647"/>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247142" y="799261"/>
            <a:ext cx="5575415"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247142" y="365760"/>
            <a:ext cx="5575415"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3863136"/>
            <a:ext cx="5280850"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635"/>
            <a:ext cx="5280850"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Insert chart</a:t>
            </a:r>
          </a:p>
        </p:txBody>
      </p:sp>
    </p:spTree>
    <p:extLst>
      <p:ext uri="{BB962C8B-B14F-4D97-AF65-F5344CB8AC3E}">
        <p14:creationId xmlns:p14="http://schemas.microsoft.com/office/powerpoint/2010/main" val="3286001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stimonials 6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0" name="TextBox 19">
            <a:extLst>
              <a:ext uri="{FF2B5EF4-FFF2-40B4-BE49-F238E27FC236}">
                <a16:creationId xmlns:a16="http://schemas.microsoft.com/office/drawing/2014/main" id="{E2A18ECA-096F-12EA-E765-E85D73EDE84A}"/>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a:solidFill>
                  <a:schemeClr val="bg1"/>
                </a:solidFill>
                <a:latin typeface="Arial" panose="020B0604020202020204" pitchFamily="34" charset="0"/>
                <a:cs typeface="Arial" panose="020B0604020202020204" pitchFamily="34" charset="0"/>
              </a:rPr>
              <a:t>“</a:t>
            </a:r>
          </a:p>
        </p:txBody>
      </p:sp>
      <p:sp>
        <p:nvSpPr>
          <p:cNvPr id="22" name="Rectangle">
            <a:extLst>
              <a:ext uri="{FF2B5EF4-FFF2-40B4-BE49-F238E27FC236}">
                <a16:creationId xmlns:a16="http://schemas.microsoft.com/office/drawing/2014/main" id="{880FD6A8-86F5-4854-EAFA-350C3EB8E2F9}"/>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A334AA0B-A7C6-92A2-58EE-1C6C680A68FB}"/>
              </a:ext>
            </a:extLst>
          </p:cNvPr>
          <p:cNvSpPr>
            <a:spLocks noGrp="1"/>
          </p:cNvSpPr>
          <p:nvPr>
            <p:ph type="body" sz="quarter" idx="44"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4" name="Rectangle">
            <a:extLst>
              <a:ext uri="{FF2B5EF4-FFF2-40B4-BE49-F238E27FC236}">
                <a16:creationId xmlns:a16="http://schemas.microsoft.com/office/drawing/2014/main" id="{6D9FF039-83F1-DFBE-CBB0-54F01E2B52EA}"/>
              </a:ext>
            </a:extLst>
          </p:cNvPr>
          <p:cNvSpPr/>
          <p:nvPr userDrawn="1"/>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5" name="Text Placeholder 23">
            <a:extLst>
              <a:ext uri="{FF2B5EF4-FFF2-40B4-BE49-F238E27FC236}">
                <a16:creationId xmlns:a16="http://schemas.microsoft.com/office/drawing/2014/main" id="{5DD83270-DCC7-E784-B281-A24D08A3AAFD}"/>
              </a:ext>
            </a:extLst>
          </p:cNvPr>
          <p:cNvSpPr>
            <a:spLocks noGrp="1"/>
          </p:cNvSpPr>
          <p:nvPr>
            <p:ph type="body" sz="quarter" idx="45"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6" name="Rectangle">
            <a:extLst>
              <a:ext uri="{FF2B5EF4-FFF2-40B4-BE49-F238E27FC236}">
                <a16:creationId xmlns:a16="http://schemas.microsoft.com/office/drawing/2014/main" id="{A351233C-7AC9-22AB-7DC5-7F8FA8BCC2D2}"/>
              </a:ext>
            </a:extLst>
          </p:cNvPr>
          <p:cNvSpPr/>
          <p:nvPr userDrawn="1"/>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0" name="Text Placeholder 23">
            <a:extLst>
              <a:ext uri="{FF2B5EF4-FFF2-40B4-BE49-F238E27FC236}">
                <a16:creationId xmlns:a16="http://schemas.microsoft.com/office/drawing/2014/main" id="{C6866CBA-3FF4-D479-8AD8-CC7FF31C2A14}"/>
              </a:ext>
            </a:extLst>
          </p:cNvPr>
          <p:cNvSpPr>
            <a:spLocks noGrp="1"/>
          </p:cNvSpPr>
          <p:nvPr>
            <p:ph type="body" sz="quarter" idx="46"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3" name="Rectangle">
            <a:extLst>
              <a:ext uri="{FF2B5EF4-FFF2-40B4-BE49-F238E27FC236}">
                <a16:creationId xmlns:a16="http://schemas.microsoft.com/office/drawing/2014/main" id="{83B3C0B8-EEA2-E9A7-0F6E-73475AEC8777}"/>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4" name="Text Placeholder 23">
            <a:extLst>
              <a:ext uri="{FF2B5EF4-FFF2-40B4-BE49-F238E27FC236}">
                <a16:creationId xmlns:a16="http://schemas.microsoft.com/office/drawing/2014/main" id="{56EC89B8-B15F-EC63-C419-38EEAB4B2A9E}"/>
              </a:ext>
            </a:extLst>
          </p:cNvPr>
          <p:cNvSpPr>
            <a:spLocks noGrp="1"/>
          </p:cNvSpPr>
          <p:nvPr>
            <p:ph type="body" sz="quarter" idx="47"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7" name="Rectangle">
            <a:extLst>
              <a:ext uri="{FF2B5EF4-FFF2-40B4-BE49-F238E27FC236}">
                <a16:creationId xmlns:a16="http://schemas.microsoft.com/office/drawing/2014/main" id="{2A6B7AB4-0108-8F5A-8782-5F7CA4E96FDB}"/>
              </a:ext>
            </a:extLst>
          </p:cNvPr>
          <p:cNvSpPr/>
          <p:nvPr userDrawn="1"/>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8" name="Text Placeholder 23">
            <a:extLst>
              <a:ext uri="{FF2B5EF4-FFF2-40B4-BE49-F238E27FC236}">
                <a16:creationId xmlns:a16="http://schemas.microsoft.com/office/drawing/2014/main" id="{A821A844-631C-0DB4-7291-2E4AE6A9CA9E}"/>
              </a:ext>
            </a:extLst>
          </p:cNvPr>
          <p:cNvSpPr>
            <a:spLocks noGrp="1"/>
          </p:cNvSpPr>
          <p:nvPr>
            <p:ph type="body" sz="quarter" idx="48"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9" name="Rectangle">
            <a:extLst>
              <a:ext uri="{FF2B5EF4-FFF2-40B4-BE49-F238E27FC236}">
                <a16:creationId xmlns:a16="http://schemas.microsoft.com/office/drawing/2014/main" id="{BE04BED7-224E-D08F-016E-3ED596321267}"/>
              </a:ext>
            </a:extLst>
          </p:cNvPr>
          <p:cNvSpPr/>
          <p:nvPr userDrawn="1"/>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Tree>
    <p:extLst>
      <p:ext uri="{BB962C8B-B14F-4D97-AF65-F5344CB8AC3E}">
        <p14:creationId xmlns:p14="http://schemas.microsoft.com/office/powerpoint/2010/main" val="2324876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stimonials 6 content with Image">
    <p:spTree>
      <p:nvGrpSpPr>
        <p:cNvPr id="1" name=""/>
        <p:cNvGrpSpPr/>
        <p:nvPr/>
      </p:nvGrpSpPr>
      <p:grpSpPr>
        <a:xfrm>
          <a:off x="0" y="0"/>
          <a:ext cx="0" cy="0"/>
          <a:chOff x="0" y="0"/>
          <a:chExt cx="0" cy="0"/>
        </a:xfrm>
      </p:grpSpPr>
      <p:sp>
        <p:nvSpPr>
          <p:cNvPr id="3" name="Text Placeholder 23">
            <a:extLst>
              <a:ext uri="{FF2B5EF4-FFF2-40B4-BE49-F238E27FC236}">
                <a16:creationId xmlns:a16="http://schemas.microsoft.com/office/drawing/2014/main" id="{06771021-C81F-75A4-2E42-A0E1FED5C148}"/>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7" name="Rectangle">
            <a:extLst>
              <a:ext uri="{FF2B5EF4-FFF2-40B4-BE49-F238E27FC236}">
                <a16:creationId xmlns:a16="http://schemas.microsoft.com/office/drawing/2014/main" id="{67F658E4-EA07-13F9-0DB1-91E2D49907AD}"/>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8" name="Text Placeholder 23">
            <a:extLst>
              <a:ext uri="{FF2B5EF4-FFF2-40B4-BE49-F238E27FC236}">
                <a16:creationId xmlns:a16="http://schemas.microsoft.com/office/drawing/2014/main" id="{BFED2B1C-01F6-4490-8C6C-C9FE0747A835}"/>
              </a:ext>
            </a:extLst>
          </p:cNvPr>
          <p:cNvSpPr>
            <a:spLocks noGrp="1"/>
          </p:cNvSpPr>
          <p:nvPr>
            <p:ph type="body" sz="quarter" idx="50"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9" name="Rectangle">
            <a:extLst>
              <a:ext uri="{FF2B5EF4-FFF2-40B4-BE49-F238E27FC236}">
                <a16:creationId xmlns:a16="http://schemas.microsoft.com/office/drawing/2014/main" id="{CDCB488C-D81B-2629-FA36-F0358E12703E}"/>
              </a:ext>
            </a:extLst>
          </p:cNvPr>
          <p:cNvSpPr/>
          <p:nvPr userDrawn="1"/>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21" name="Text Placeholder 23">
            <a:extLst>
              <a:ext uri="{FF2B5EF4-FFF2-40B4-BE49-F238E27FC236}">
                <a16:creationId xmlns:a16="http://schemas.microsoft.com/office/drawing/2014/main" id="{2081A805-B455-ADCE-CEFF-CA9024A1BFD8}"/>
              </a:ext>
            </a:extLst>
          </p:cNvPr>
          <p:cNvSpPr>
            <a:spLocks noGrp="1"/>
          </p:cNvSpPr>
          <p:nvPr>
            <p:ph type="body" sz="quarter" idx="51"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25" name="Rectangle">
            <a:extLst>
              <a:ext uri="{FF2B5EF4-FFF2-40B4-BE49-F238E27FC236}">
                <a16:creationId xmlns:a16="http://schemas.microsoft.com/office/drawing/2014/main" id="{064D0815-79F1-8213-589E-7C8395E26018}"/>
              </a:ext>
            </a:extLst>
          </p:cNvPr>
          <p:cNvSpPr/>
          <p:nvPr userDrawn="1"/>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26" name="Text Placeholder 23">
            <a:extLst>
              <a:ext uri="{FF2B5EF4-FFF2-40B4-BE49-F238E27FC236}">
                <a16:creationId xmlns:a16="http://schemas.microsoft.com/office/drawing/2014/main" id="{C59014A0-4862-8320-9345-1457F50DBB72}"/>
              </a:ext>
            </a:extLst>
          </p:cNvPr>
          <p:cNvSpPr>
            <a:spLocks noGrp="1"/>
          </p:cNvSpPr>
          <p:nvPr>
            <p:ph type="body" sz="quarter" idx="52"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27" name="Rectangle">
            <a:extLst>
              <a:ext uri="{FF2B5EF4-FFF2-40B4-BE49-F238E27FC236}">
                <a16:creationId xmlns:a16="http://schemas.microsoft.com/office/drawing/2014/main" id="{170B4E46-FB5F-5741-0349-CBDC889CA2E6}"/>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28" name="Text Placeholder 23">
            <a:extLst>
              <a:ext uri="{FF2B5EF4-FFF2-40B4-BE49-F238E27FC236}">
                <a16:creationId xmlns:a16="http://schemas.microsoft.com/office/drawing/2014/main" id="{CBD81D61-CA6C-95D3-588F-76CD469FB642}"/>
              </a:ext>
            </a:extLst>
          </p:cNvPr>
          <p:cNvSpPr>
            <a:spLocks noGrp="1"/>
          </p:cNvSpPr>
          <p:nvPr>
            <p:ph type="body" sz="quarter" idx="53"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29" name="Rectangle">
            <a:extLst>
              <a:ext uri="{FF2B5EF4-FFF2-40B4-BE49-F238E27FC236}">
                <a16:creationId xmlns:a16="http://schemas.microsoft.com/office/drawing/2014/main" id="{1CE36D44-7AB6-10B1-2D31-45BE8A24DAC5}"/>
              </a:ext>
            </a:extLst>
          </p:cNvPr>
          <p:cNvSpPr/>
          <p:nvPr userDrawn="1"/>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30" name="Text Placeholder 23">
            <a:extLst>
              <a:ext uri="{FF2B5EF4-FFF2-40B4-BE49-F238E27FC236}">
                <a16:creationId xmlns:a16="http://schemas.microsoft.com/office/drawing/2014/main" id="{AFF6A01F-DFFF-24F5-47DD-5B1CAD432490}"/>
              </a:ext>
            </a:extLst>
          </p:cNvPr>
          <p:cNvSpPr>
            <a:spLocks noGrp="1"/>
          </p:cNvSpPr>
          <p:nvPr>
            <p:ph type="body" sz="quarter" idx="54"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31" name="Rectangle">
            <a:extLst>
              <a:ext uri="{FF2B5EF4-FFF2-40B4-BE49-F238E27FC236}">
                <a16:creationId xmlns:a16="http://schemas.microsoft.com/office/drawing/2014/main" id="{4FE79D64-0DC1-2CAE-CDA8-04AD42EF14AC}"/>
              </a:ext>
            </a:extLst>
          </p:cNvPr>
          <p:cNvSpPr/>
          <p:nvPr userDrawn="1"/>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Picture Placeholder 3">
            <a:extLst>
              <a:ext uri="{FF2B5EF4-FFF2-40B4-BE49-F238E27FC236}">
                <a16:creationId xmlns:a16="http://schemas.microsoft.com/office/drawing/2014/main" id="{5ED035BB-BE32-55DA-B912-7CC02EF95F09}"/>
              </a:ext>
            </a:extLst>
          </p:cNvPr>
          <p:cNvSpPr>
            <a:spLocks noGrp="1"/>
          </p:cNvSpPr>
          <p:nvPr>
            <p:ph type="pic" sz="quarter" idx="44" hasCustomPrompt="1"/>
          </p:nvPr>
        </p:nvSpPr>
        <p:spPr>
          <a:xfrm>
            <a:off x="4162125" y="3096375"/>
            <a:ext cx="648000" cy="720000"/>
          </a:xfrm>
          <a:solidFill>
            <a:srgbClr val="D7E0E3"/>
          </a:solidFill>
        </p:spPr>
        <p:txBody>
          <a:bodyPr anchor="ctr">
            <a:normAutofit/>
          </a:bodyPr>
          <a:lstStyle>
            <a:lvl1pPr marL="0" indent="0" algn="ctr">
              <a:buNone/>
              <a:defRPr sz="1200"/>
            </a:lvl1pPr>
          </a:lstStyle>
          <a:p>
            <a:r>
              <a:rPr lang="en-US"/>
              <a:t>Image </a:t>
            </a:r>
          </a:p>
        </p:txBody>
      </p:sp>
      <p:sp>
        <p:nvSpPr>
          <p:cNvPr id="5" name="Picture Placeholder 3">
            <a:extLst>
              <a:ext uri="{FF2B5EF4-FFF2-40B4-BE49-F238E27FC236}">
                <a16:creationId xmlns:a16="http://schemas.microsoft.com/office/drawing/2014/main" id="{14ADDEA5-611F-A545-4290-873D4F7462D0}"/>
              </a:ext>
            </a:extLst>
          </p:cNvPr>
          <p:cNvSpPr>
            <a:spLocks noGrp="1"/>
          </p:cNvSpPr>
          <p:nvPr>
            <p:ph type="pic" sz="quarter" idx="45" hasCustomPrompt="1"/>
          </p:nvPr>
        </p:nvSpPr>
        <p:spPr>
          <a:xfrm>
            <a:off x="7667951" y="3096375"/>
            <a:ext cx="648000" cy="720000"/>
          </a:xfrm>
          <a:solidFill>
            <a:srgbClr val="D7E0E3"/>
          </a:solidFill>
        </p:spPr>
        <p:txBody>
          <a:bodyPr anchor="ctr">
            <a:normAutofit/>
          </a:bodyPr>
          <a:lstStyle>
            <a:lvl1pPr marL="0" indent="0" algn="ctr">
              <a:buNone/>
              <a:defRPr sz="1200"/>
            </a:lvl1pPr>
          </a:lstStyle>
          <a:p>
            <a:r>
              <a:rPr lang="en-US"/>
              <a:t>Image </a:t>
            </a:r>
          </a:p>
        </p:txBody>
      </p:sp>
      <p:sp>
        <p:nvSpPr>
          <p:cNvPr id="6" name="Picture Placeholder 3">
            <a:extLst>
              <a:ext uri="{FF2B5EF4-FFF2-40B4-BE49-F238E27FC236}">
                <a16:creationId xmlns:a16="http://schemas.microsoft.com/office/drawing/2014/main" id="{E3E18C10-64AF-892C-DC08-703511924B85}"/>
              </a:ext>
            </a:extLst>
          </p:cNvPr>
          <p:cNvSpPr>
            <a:spLocks noGrp="1"/>
          </p:cNvSpPr>
          <p:nvPr>
            <p:ph type="pic" sz="quarter" idx="46" hasCustomPrompt="1"/>
          </p:nvPr>
        </p:nvSpPr>
        <p:spPr>
          <a:xfrm>
            <a:off x="11173776" y="3096375"/>
            <a:ext cx="648000" cy="720000"/>
          </a:xfrm>
          <a:solidFill>
            <a:srgbClr val="D7E0E3"/>
          </a:solidFill>
        </p:spPr>
        <p:txBody>
          <a:bodyPr anchor="ctr">
            <a:normAutofit/>
          </a:bodyPr>
          <a:lstStyle>
            <a:lvl1pPr marL="0" indent="0" algn="ctr">
              <a:buNone/>
              <a:defRPr sz="1200"/>
            </a:lvl1pPr>
          </a:lstStyle>
          <a:p>
            <a:r>
              <a:rPr lang="en-US"/>
              <a:t>Image </a:t>
            </a:r>
          </a:p>
        </p:txBody>
      </p:sp>
      <p:sp>
        <p:nvSpPr>
          <p:cNvPr id="10" name="Picture Placeholder 3">
            <a:extLst>
              <a:ext uri="{FF2B5EF4-FFF2-40B4-BE49-F238E27FC236}">
                <a16:creationId xmlns:a16="http://schemas.microsoft.com/office/drawing/2014/main" id="{B88BBA9C-1947-C810-F34A-2B98738B3838}"/>
              </a:ext>
            </a:extLst>
          </p:cNvPr>
          <p:cNvSpPr>
            <a:spLocks noGrp="1"/>
          </p:cNvSpPr>
          <p:nvPr>
            <p:ph type="pic" sz="quarter" idx="47" hasCustomPrompt="1"/>
          </p:nvPr>
        </p:nvSpPr>
        <p:spPr>
          <a:xfrm>
            <a:off x="4162125" y="5357847"/>
            <a:ext cx="648000" cy="720000"/>
          </a:xfrm>
          <a:solidFill>
            <a:srgbClr val="D7E0E3"/>
          </a:solidFill>
        </p:spPr>
        <p:txBody>
          <a:bodyPr anchor="ctr">
            <a:normAutofit/>
          </a:bodyPr>
          <a:lstStyle>
            <a:lvl1pPr marL="0" indent="0" algn="ctr">
              <a:buNone/>
              <a:defRPr sz="1200"/>
            </a:lvl1pPr>
          </a:lstStyle>
          <a:p>
            <a:r>
              <a:rPr lang="en-US"/>
              <a:t>Image </a:t>
            </a:r>
          </a:p>
        </p:txBody>
      </p:sp>
      <p:sp>
        <p:nvSpPr>
          <p:cNvPr id="13" name="Picture Placeholder 3">
            <a:extLst>
              <a:ext uri="{FF2B5EF4-FFF2-40B4-BE49-F238E27FC236}">
                <a16:creationId xmlns:a16="http://schemas.microsoft.com/office/drawing/2014/main" id="{05E052DF-DA9C-2F13-0029-106D6B90D8EA}"/>
              </a:ext>
            </a:extLst>
          </p:cNvPr>
          <p:cNvSpPr>
            <a:spLocks noGrp="1"/>
          </p:cNvSpPr>
          <p:nvPr>
            <p:ph type="pic" sz="quarter" idx="48" hasCustomPrompt="1"/>
          </p:nvPr>
        </p:nvSpPr>
        <p:spPr>
          <a:xfrm>
            <a:off x="7667951" y="5357847"/>
            <a:ext cx="648000" cy="720000"/>
          </a:xfrm>
          <a:solidFill>
            <a:srgbClr val="D7E0E3"/>
          </a:solidFill>
        </p:spPr>
        <p:txBody>
          <a:bodyPr anchor="ctr">
            <a:normAutofit/>
          </a:bodyPr>
          <a:lstStyle>
            <a:lvl1pPr marL="0" indent="0" algn="ctr">
              <a:buNone/>
              <a:defRPr sz="1200"/>
            </a:lvl1pPr>
          </a:lstStyle>
          <a:p>
            <a:r>
              <a:rPr lang="en-US"/>
              <a:t>Image </a:t>
            </a:r>
          </a:p>
        </p:txBody>
      </p:sp>
      <p:sp>
        <p:nvSpPr>
          <p:cNvPr id="14" name="Picture Placeholder 3">
            <a:extLst>
              <a:ext uri="{FF2B5EF4-FFF2-40B4-BE49-F238E27FC236}">
                <a16:creationId xmlns:a16="http://schemas.microsoft.com/office/drawing/2014/main" id="{F426E2B8-5CA1-1057-F151-6763C3F9871F}"/>
              </a:ext>
            </a:extLst>
          </p:cNvPr>
          <p:cNvSpPr>
            <a:spLocks noGrp="1"/>
          </p:cNvSpPr>
          <p:nvPr>
            <p:ph type="pic" sz="quarter" idx="49" hasCustomPrompt="1"/>
          </p:nvPr>
        </p:nvSpPr>
        <p:spPr>
          <a:xfrm>
            <a:off x="11173776" y="5357847"/>
            <a:ext cx="648000" cy="720000"/>
          </a:xfrm>
          <a:solidFill>
            <a:srgbClr val="D7E0E3"/>
          </a:solidFill>
        </p:spPr>
        <p:txBody>
          <a:bodyPr anchor="ctr">
            <a:normAutofit/>
          </a:bodyPr>
          <a:lstStyle>
            <a:lvl1pPr marL="0" indent="0" algn="ctr">
              <a:buNone/>
              <a:defRPr sz="1200"/>
            </a:lvl1pPr>
          </a:lstStyle>
          <a:p>
            <a:r>
              <a:rPr lang="en-US"/>
              <a:t>Image </a:t>
            </a:r>
          </a:p>
        </p:txBody>
      </p:sp>
      <p:sp>
        <p:nvSpPr>
          <p:cNvPr id="7" name="TextBox 6">
            <a:extLst>
              <a:ext uri="{FF2B5EF4-FFF2-40B4-BE49-F238E27FC236}">
                <a16:creationId xmlns:a16="http://schemas.microsoft.com/office/drawing/2014/main" id="{1085A371-97A3-4FAB-D49B-5B3E13A0BACC}"/>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78230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stimonials 4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2ADF1D61-FFCC-2525-C050-FCF342EEF8F0}"/>
              </a:ext>
            </a:extLst>
          </p:cNvPr>
          <p:cNvSpPr>
            <a:spLocks noGrp="1"/>
          </p:cNvSpPr>
          <p:nvPr>
            <p:ph type="body" sz="quarter" idx="33" hasCustomPrompt="1"/>
          </p:nvPr>
        </p:nvSpPr>
        <p:spPr>
          <a:xfrm>
            <a:off x="1950656"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4" name="Rectangle">
            <a:extLst>
              <a:ext uri="{FF2B5EF4-FFF2-40B4-BE49-F238E27FC236}">
                <a16:creationId xmlns:a16="http://schemas.microsoft.com/office/drawing/2014/main" id="{267C3445-EEC4-4130-7F08-FDB08FA3DDCE}"/>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0" name="Text Placeholder 23">
            <a:extLst>
              <a:ext uri="{FF2B5EF4-FFF2-40B4-BE49-F238E27FC236}">
                <a16:creationId xmlns:a16="http://schemas.microsoft.com/office/drawing/2014/main" id="{1CE6D527-1E21-E73F-15F6-684CCF3915CB}"/>
              </a:ext>
            </a:extLst>
          </p:cNvPr>
          <p:cNvSpPr>
            <a:spLocks noGrp="1"/>
          </p:cNvSpPr>
          <p:nvPr>
            <p:ph type="body" sz="quarter" idx="45" hasCustomPrompt="1"/>
          </p:nvPr>
        </p:nvSpPr>
        <p:spPr>
          <a:xfrm>
            <a:off x="7160739"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1" name="Rectangle">
            <a:extLst>
              <a:ext uri="{FF2B5EF4-FFF2-40B4-BE49-F238E27FC236}">
                <a16:creationId xmlns:a16="http://schemas.microsoft.com/office/drawing/2014/main" id="{A93EA444-02E5-584E-D710-B85355C3D808}"/>
              </a:ext>
            </a:extLst>
          </p:cNvPr>
          <p:cNvSpPr/>
          <p:nvPr userDrawn="1"/>
        </p:nvSpPr>
        <p:spPr>
          <a:xfrm>
            <a:off x="7142407"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3" name="Text Placeholder 23">
            <a:extLst>
              <a:ext uri="{FF2B5EF4-FFF2-40B4-BE49-F238E27FC236}">
                <a16:creationId xmlns:a16="http://schemas.microsoft.com/office/drawing/2014/main" id="{A29F92FA-1EB1-0B3A-ED31-2114C5570E16}"/>
              </a:ext>
            </a:extLst>
          </p:cNvPr>
          <p:cNvSpPr>
            <a:spLocks noGrp="1"/>
          </p:cNvSpPr>
          <p:nvPr>
            <p:ph type="body" sz="quarter" idx="46" hasCustomPrompt="1"/>
          </p:nvPr>
        </p:nvSpPr>
        <p:spPr>
          <a:xfrm>
            <a:off x="1950656"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4" name="Rectangle">
            <a:extLst>
              <a:ext uri="{FF2B5EF4-FFF2-40B4-BE49-F238E27FC236}">
                <a16:creationId xmlns:a16="http://schemas.microsoft.com/office/drawing/2014/main" id="{D43BF659-413D-E8B6-94A0-1208E1537AAE}"/>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8" name="Text Placeholder 23">
            <a:extLst>
              <a:ext uri="{FF2B5EF4-FFF2-40B4-BE49-F238E27FC236}">
                <a16:creationId xmlns:a16="http://schemas.microsoft.com/office/drawing/2014/main" id="{EBC517D4-D751-5BF4-289A-F02903A35662}"/>
              </a:ext>
            </a:extLst>
          </p:cNvPr>
          <p:cNvSpPr>
            <a:spLocks noGrp="1"/>
          </p:cNvSpPr>
          <p:nvPr>
            <p:ph type="body" sz="quarter" idx="48" hasCustomPrompt="1"/>
          </p:nvPr>
        </p:nvSpPr>
        <p:spPr>
          <a:xfrm>
            <a:off x="7160739"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9" name="Rectangle">
            <a:extLst>
              <a:ext uri="{FF2B5EF4-FFF2-40B4-BE49-F238E27FC236}">
                <a16:creationId xmlns:a16="http://schemas.microsoft.com/office/drawing/2014/main" id="{0059A9DB-E21B-55E2-E5A3-6B7CBBAA7830}"/>
              </a:ext>
            </a:extLst>
          </p:cNvPr>
          <p:cNvSpPr/>
          <p:nvPr userDrawn="1"/>
        </p:nvSpPr>
        <p:spPr>
          <a:xfrm>
            <a:off x="7142407"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5" name="TextBox 4">
            <a:extLst>
              <a:ext uri="{FF2B5EF4-FFF2-40B4-BE49-F238E27FC236}">
                <a16:creationId xmlns:a16="http://schemas.microsoft.com/office/drawing/2014/main" id="{DFD9E30D-69DD-DE9F-29C0-0E3322756E0D}"/>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94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stimonials 4 content with Image">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3" name="Picture Placeholder 3">
            <a:extLst>
              <a:ext uri="{FF2B5EF4-FFF2-40B4-BE49-F238E27FC236}">
                <a16:creationId xmlns:a16="http://schemas.microsoft.com/office/drawing/2014/main" id="{768AEE11-B1C0-D706-E59B-8B1AC4DF5AA3}"/>
              </a:ext>
            </a:extLst>
          </p:cNvPr>
          <p:cNvSpPr>
            <a:spLocks noGrp="1"/>
          </p:cNvSpPr>
          <p:nvPr>
            <p:ph type="pic" sz="quarter" idx="44" hasCustomPrompt="1"/>
          </p:nvPr>
        </p:nvSpPr>
        <p:spPr>
          <a:xfrm>
            <a:off x="1950656" y="3096375"/>
            <a:ext cx="648000" cy="720000"/>
          </a:xfrm>
          <a:solidFill>
            <a:srgbClr val="D7E0E3"/>
          </a:solidFill>
        </p:spPr>
        <p:txBody>
          <a:bodyPr anchor="ctr">
            <a:normAutofit/>
          </a:bodyPr>
          <a:lstStyle>
            <a:lvl1pPr marL="0" indent="0" algn="ctr">
              <a:buNone/>
              <a:defRPr sz="1200"/>
            </a:lvl1pPr>
          </a:lstStyle>
          <a:p>
            <a:r>
              <a:rPr lang="en-US"/>
              <a:t>Image </a:t>
            </a:r>
          </a:p>
        </p:txBody>
      </p:sp>
      <p:sp>
        <p:nvSpPr>
          <p:cNvPr id="4" name="Picture Placeholder 3">
            <a:extLst>
              <a:ext uri="{FF2B5EF4-FFF2-40B4-BE49-F238E27FC236}">
                <a16:creationId xmlns:a16="http://schemas.microsoft.com/office/drawing/2014/main" id="{EE890BAE-5A7E-05BF-AA9A-666943CE9387}"/>
              </a:ext>
            </a:extLst>
          </p:cNvPr>
          <p:cNvSpPr>
            <a:spLocks noGrp="1"/>
          </p:cNvSpPr>
          <p:nvPr>
            <p:ph type="pic" sz="quarter" idx="46" hasCustomPrompt="1"/>
          </p:nvPr>
        </p:nvSpPr>
        <p:spPr>
          <a:xfrm>
            <a:off x="7142407" y="3096375"/>
            <a:ext cx="648000" cy="720000"/>
          </a:xfrm>
          <a:solidFill>
            <a:srgbClr val="D7E0E3"/>
          </a:solidFill>
        </p:spPr>
        <p:txBody>
          <a:bodyPr anchor="ctr">
            <a:normAutofit/>
          </a:bodyPr>
          <a:lstStyle>
            <a:lvl1pPr marL="0" indent="0" algn="ctr">
              <a:buNone/>
              <a:defRPr sz="1200"/>
            </a:lvl1pPr>
          </a:lstStyle>
          <a:p>
            <a:r>
              <a:rPr lang="en-US"/>
              <a:t>Image </a:t>
            </a:r>
          </a:p>
        </p:txBody>
      </p:sp>
      <p:sp>
        <p:nvSpPr>
          <p:cNvPr id="5" name="Picture Placeholder 3">
            <a:extLst>
              <a:ext uri="{FF2B5EF4-FFF2-40B4-BE49-F238E27FC236}">
                <a16:creationId xmlns:a16="http://schemas.microsoft.com/office/drawing/2014/main" id="{DB1F9243-14E2-6BE0-0494-06C1F0F4DA7A}"/>
              </a:ext>
            </a:extLst>
          </p:cNvPr>
          <p:cNvSpPr>
            <a:spLocks noGrp="1"/>
          </p:cNvSpPr>
          <p:nvPr>
            <p:ph type="pic" sz="quarter" idx="47" hasCustomPrompt="1"/>
          </p:nvPr>
        </p:nvSpPr>
        <p:spPr>
          <a:xfrm>
            <a:off x="1950656" y="5357847"/>
            <a:ext cx="648000" cy="720000"/>
          </a:xfrm>
          <a:solidFill>
            <a:srgbClr val="D7E0E3"/>
          </a:solidFill>
        </p:spPr>
        <p:txBody>
          <a:bodyPr anchor="ctr">
            <a:normAutofit/>
          </a:bodyPr>
          <a:lstStyle>
            <a:lvl1pPr marL="0" indent="0" algn="ctr">
              <a:buNone/>
              <a:defRPr sz="1200"/>
            </a:lvl1pPr>
          </a:lstStyle>
          <a:p>
            <a:r>
              <a:rPr lang="en-US"/>
              <a:t>Image </a:t>
            </a:r>
          </a:p>
        </p:txBody>
      </p:sp>
      <p:sp>
        <p:nvSpPr>
          <p:cNvPr id="6" name="Picture Placeholder 3">
            <a:extLst>
              <a:ext uri="{FF2B5EF4-FFF2-40B4-BE49-F238E27FC236}">
                <a16:creationId xmlns:a16="http://schemas.microsoft.com/office/drawing/2014/main" id="{607A0743-423A-D090-C9F4-51FD44D4DD61}"/>
              </a:ext>
            </a:extLst>
          </p:cNvPr>
          <p:cNvSpPr>
            <a:spLocks noGrp="1"/>
          </p:cNvSpPr>
          <p:nvPr>
            <p:ph type="pic" sz="quarter" idx="49" hasCustomPrompt="1"/>
          </p:nvPr>
        </p:nvSpPr>
        <p:spPr>
          <a:xfrm>
            <a:off x="7142407" y="5357847"/>
            <a:ext cx="648000" cy="720000"/>
          </a:xfrm>
          <a:solidFill>
            <a:srgbClr val="D7E0E3"/>
          </a:solidFill>
        </p:spPr>
        <p:txBody>
          <a:bodyPr anchor="ctr">
            <a:normAutofit/>
          </a:bodyPr>
          <a:lstStyle>
            <a:lvl1pPr marL="0" indent="0" algn="ctr">
              <a:buNone/>
              <a:defRPr sz="1200"/>
            </a:lvl1pPr>
          </a:lstStyle>
          <a:p>
            <a:r>
              <a:rPr lang="en-US"/>
              <a:t>Image </a:t>
            </a:r>
          </a:p>
        </p:txBody>
      </p:sp>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13" name="Text Placeholder 23">
            <a:extLst>
              <a:ext uri="{FF2B5EF4-FFF2-40B4-BE49-F238E27FC236}">
                <a16:creationId xmlns:a16="http://schemas.microsoft.com/office/drawing/2014/main" id="{D8BCE896-668F-C55D-FA77-01EFC1D6C57A}"/>
              </a:ext>
            </a:extLst>
          </p:cNvPr>
          <p:cNvSpPr>
            <a:spLocks noGrp="1"/>
          </p:cNvSpPr>
          <p:nvPr>
            <p:ph type="body" sz="quarter" idx="33" hasCustomPrompt="1"/>
          </p:nvPr>
        </p:nvSpPr>
        <p:spPr>
          <a:xfrm>
            <a:off x="2718761"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4" name="Rectangle">
            <a:extLst>
              <a:ext uri="{FF2B5EF4-FFF2-40B4-BE49-F238E27FC236}">
                <a16:creationId xmlns:a16="http://schemas.microsoft.com/office/drawing/2014/main" id="{2DC45A16-8C85-AD25-E065-5AB86C809825}"/>
              </a:ext>
            </a:extLst>
          </p:cNvPr>
          <p:cNvSpPr/>
          <p:nvPr userDrawn="1"/>
        </p:nvSpPr>
        <p:spPr>
          <a:xfrm>
            <a:off x="270042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6" name="Text Placeholder 23">
            <a:extLst>
              <a:ext uri="{FF2B5EF4-FFF2-40B4-BE49-F238E27FC236}">
                <a16:creationId xmlns:a16="http://schemas.microsoft.com/office/drawing/2014/main" id="{A1AF99F8-1569-C695-4CFB-0F53A300A1E8}"/>
              </a:ext>
            </a:extLst>
          </p:cNvPr>
          <p:cNvSpPr>
            <a:spLocks noGrp="1"/>
          </p:cNvSpPr>
          <p:nvPr>
            <p:ph type="body" sz="quarter" idx="45" hasCustomPrompt="1"/>
          </p:nvPr>
        </p:nvSpPr>
        <p:spPr>
          <a:xfrm>
            <a:off x="7928844"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7" name="Rectangle">
            <a:extLst>
              <a:ext uri="{FF2B5EF4-FFF2-40B4-BE49-F238E27FC236}">
                <a16:creationId xmlns:a16="http://schemas.microsoft.com/office/drawing/2014/main" id="{EE574045-CC79-1CC4-6EE4-B81784954845}"/>
              </a:ext>
            </a:extLst>
          </p:cNvPr>
          <p:cNvSpPr/>
          <p:nvPr userDrawn="1"/>
        </p:nvSpPr>
        <p:spPr>
          <a:xfrm>
            <a:off x="7910511"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18" name="Text Placeholder 23">
            <a:extLst>
              <a:ext uri="{FF2B5EF4-FFF2-40B4-BE49-F238E27FC236}">
                <a16:creationId xmlns:a16="http://schemas.microsoft.com/office/drawing/2014/main" id="{799494E7-2A18-D1AF-6451-9B7403032062}"/>
              </a:ext>
            </a:extLst>
          </p:cNvPr>
          <p:cNvSpPr>
            <a:spLocks noGrp="1"/>
          </p:cNvSpPr>
          <p:nvPr>
            <p:ph type="body" sz="quarter" idx="50" hasCustomPrompt="1"/>
          </p:nvPr>
        </p:nvSpPr>
        <p:spPr>
          <a:xfrm>
            <a:off x="2718761"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19" name="Rectangle">
            <a:extLst>
              <a:ext uri="{FF2B5EF4-FFF2-40B4-BE49-F238E27FC236}">
                <a16:creationId xmlns:a16="http://schemas.microsoft.com/office/drawing/2014/main" id="{1D10DEFC-1E4F-76FD-F5FD-5B25046E66CA}"/>
              </a:ext>
            </a:extLst>
          </p:cNvPr>
          <p:cNvSpPr/>
          <p:nvPr userDrawn="1"/>
        </p:nvSpPr>
        <p:spPr>
          <a:xfrm>
            <a:off x="270042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21" name="Text Placeholder 23">
            <a:extLst>
              <a:ext uri="{FF2B5EF4-FFF2-40B4-BE49-F238E27FC236}">
                <a16:creationId xmlns:a16="http://schemas.microsoft.com/office/drawing/2014/main" id="{A8878054-533E-10BB-F4FC-2239643CDE5E}"/>
              </a:ext>
            </a:extLst>
          </p:cNvPr>
          <p:cNvSpPr>
            <a:spLocks noGrp="1"/>
          </p:cNvSpPr>
          <p:nvPr>
            <p:ph type="body" sz="quarter" idx="48" hasCustomPrompt="1"/>
          </p:nvPr>
        </p:nvSpPr>
        <p:spPr>
          <a:xfrm>
            <a:off x="7928844"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a:t>Name</a:t>
            </a:r>
          </a:p>
          <a:p>
            <a:pPr lvl="1"/>
            <a:r>
              <a:rPr lang="en-US"/>
              <a:t>Title</a:t>
            </a:r>
          </a:p>
        </p:txBody>
      </p:sp>
      <p:sp>
        <p:nvSpPr>
          <p:cNvPr id="22" name="Rectangle">
            <a:extLst>
              <a:ext uri="{FF2B5EF4-FFF2-40B4-BE49-F238E27FC236}">
                <a16:creationId xmlns:a16="http://schemas.microsoft.com/office/drawing/2014/main" id="{33364DD9-9116-16F9-5BEA-D017E1629B33}"/>
              </a:ext>
            </a:extLst>
          </p:cNvPr>
          <p:cNvSpPr/>
          <p:nvPr userDrawn="1"/>
        </p:nvSpPr>
        <p:spPr>
          <a:xfrm>
            <a:off x="7910511"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a:p>
        </p:txBody>
      </p:sp>
      <p:sp>
        <p:nvSpPr>
          <p:cNvPr id="7" name="TextBox 6">
            <a:extLst>
              <a:ext uri="{FF2B5EF4-FFF2-40B4-BE49-F238E27FC236}">
                <a16:creationId xmlns:a16="http://schemas.microsoft.com/office/drawing/2014/main" id="{70094804-E865-5816-F515-2D8F5F6763CF}"/>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50817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 with chart and image">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1561381"/>
            <a:ext cx="5944858" cy="4684144"/>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365442" y="4826000"/>
            <a:ext cx="5424500" cy="125730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365442" y="4445154"/>
            <a:ext cx="54284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6" y="3881886"/>
            <a:ext cx="2484000" cy="22128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1828800"/>
            <a:ext cx="52808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78955" y="2280762"/>
            <a:ext cx="2343601" cy="381396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251389"/>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Insert chart</a:t>
            </a:r>
          </a:p>
        </p:txBody>
      </p:sp>
      <p:sp>
        <p:nvSpPr>
          <p:cNvPr id="18" name="Slide Number Placeholder 10">
            <a:extLst>
              <a:ext uri="{FF2B5EF4-FFF2-40B4-BE49-F238E27FC236}">
                <a16:creationId xmlns:a16="http://schemas.microsoft.com/office/drawing/2014/main" id="{BBD18C34-78F2-B96D-08D2-412E9ADD1DB0}"/>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10" name="Picture Placeholder 9">
            <a:extLst>
              <a:ext uri="{FF2B5EF4-FFF2-40B4-BE49-F238E27FC236}">
                <a16:creationId xmlns:a16="http://schemas.microsoft.com/office/drawing/2014/main" id="{B745E797-9F0E-AD52-F1D3-A03FB6715293}"/>
              </a:ext>
            </a:extLst>
          </p:cNvPr>
          <p:cNvSpPr>
            <a:spLocks noGrp="1"/>
          </p:cNvSpPr>
          <p:nvPr>
            <p:ph type="pic" sz="quarter" idx="37"/>
          </p:nvPr>
        </p:nvSpPr>
        <p:spPr>
          <a:xfrm>
            <a:off x="6542089" y="2208213"/>
            <a:ext cx="2483618" cy="1509712"/>
          </a:xfrm>
          <a:solidFill>
            <a:srgbClr val="D7E0E3"/>
          </a:solidFill>
        </p:spPr>
        <p:txBody>
          <a:bodyPr/>
          <a:lstStyle>
            <a:lvl1pPr marL="0" indent="0">
              <a:buFontTx/>
              <a:buNone/>
              <a:defRPr/>
            </a:lvl1pPr>
          </a:lstStyle>
          <a:p>
            <a:endParaRPr lang="en-US"/>
          </a:p>
        </p:txBody>
      </p:sp>
    </p:spTree>
    <p:extLst>
      <p:ext uri="{BB962C8B-B14F-4D97-AF65-F5344CB8AC3E}">
        <p14:creationId xmlns:p14="http://schemas.microsoft.com/office/powerpoint/2010/main" val="2572884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our Content with Image Option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7" name="Content Placeholder 2">
            <a:extLst>
              <a:ext uri="{FF2B5EF4-FFF2-40B4-BE49-F238E27FC236}">
                <a16:creationId xmlns:a16="http://schemas.microsoft.com/office/drawing/2014/main" id="{F63D8120-E5A2-63CA-BA5B-2EEE04EFFADB}"/>
              </a:ext>
            </a:extLst>
          </p:cNvPr>
          <p:cNvSpPr>
            <a:spLocks noGrp="1"/>
          </p:cNvSpPr>
          <p:nvPr>
            <p:ph sz="half" idx="23" hasCustomPrompt="1"/>
          </p:nvPr>
        </p:nvSpPr>
        <p:spPr>
          <a:xfrm>
            <a:off x="365760" y="5543550"/>
            <a:ext cx="5575732" cy="53721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Tree>
    <p:extLst>
      <p:ext uri="{BB962C8B-B14F-4D97-AF65-F5344CB8AC3E}">
        <p14:creationId xmlns:p14="http://schemas.microsoft.com/office/powerpoint/2010/main" val="3548281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14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Four Content with Numbered and Image Option 2">
    <p:spTree>
      <p:nvGrpSpPr>
        <p:cNvPr id="1" name=""/>
        <p:cNvGrpSpPr/>
        <p:nvPr/>
      </p:nvGrpSpPr>
      <p:grpSpPr>
        <a:xfrm>
          <a:off x="0" y="0"/>
          <a:ext cx="0" cy="0"/>
          <a:chOff x="0" y="0"/>
          <a:chExt cx="0" cy="0"/>
        </a:xfrm>
      </p:grpSpPr>
      <p:sp>
        <p:nvSpPr>
          <p:cNvPr id="8" name="Rectangle">
            <a:extLst>
              <a:ext uri="{FF2B5EF4-FFF2-40B4-BE49-F238E27FC236}">
                <a16:creationId xmlns:a16="http://schemas.microsoft.com/office/drawing/2014/main" id="{FB4343C5-6BB0-1E23-A559-FD2901DC00F5}"/>
              </a:ext>
            </a:extLst>
          </p:cNvPr>
          <p:cNvSpPr/>
          <p:nvPr userDrawn="1"/>
        </p:nvSpPr>
        <p:spPr>
          <a:xfrm>
            <a:off x="6249491"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FA8037C1-3B71-B75B-9E73-81AD3961ABF0}"/>
              </a:ext>
            </a:extLst>
          </p:cNvPr>
          <p:cNvSpPr/>
          <p:nvPr userDrawn="1"/>
        </p:nvSpPr>
        <p:spPr>
          <a:xfrm>
            <a:off x="919167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7308"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7091"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7091"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9275"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927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575732" cy="914400"/>
          </a:xfrm>
        </p:spPr>
        <p:txBody>
          <a:bodyPr/>
          <a:lstStyle>
            <a:lvl1pPr>
              <a:defRPr>
                <a:latin typeface="Aptos Light" panose="020B0004020202020204" pitchFamily="34" charset="0"/>
              </a:defRPr>
            </a:lvl1pPr>
          </a:lstStyle>
          <a:p>
            <a:r>
              <a:rPr lang="en-US"/>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8" name="TextBox 17">
            <a:extLst>
              <a:ext uri="{FF2B5EF4-FFF2-40B4-BE49-F238E27FC236}">
                <a16:creationId xmlns:a16="http://schemas.microsoft.com/office/drawing/2014/main" id="{97B93CAE-3B82-2DB0-0B81-FC893DE6A2FB}"/>
              </a:ext>
            </a:extLst>
          </p:cNvPr>
          <p:cNvSpPr txBox="1"/>
          <p:nvPr userDrawn="1"/>
        </p:nvSpPr>
        <p:spPr>
          <a:xfrm>
            <a:off x="244315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a:solidFill>
                  <a:schemeClr val="bg1"/>
                </a:solidFill>
                <a:latin typeface="Aptos Light" panose="020B0004020202020204" pitchFamily="34" charset="0"/>
                <a:ea typeface="+mn-ea"/>
                <a:cs typeface="+mn-cs"/>
              </a:rPr>
              <a:t>01</a:t>
            </a:r>
          </a:p>
        </p:txBody>
      </p:sp>
      <p:sp>
        <p:nvSpPr>
          <p:cNvPr id="19" name="TextBox 18">
            <a:extLst>
              <a:ext uri="{FF2B5EF4-FFF2-40B4-BE49-F238E27FC236}">
                <a16:creationId xmlns:a16="http://schemas.microsoft.com/office/drawing/2014/main" id="{818DE04D-F6BF-EAC6-8A2D-E3BC84AF3324}"/>
              </a:ext>
            </a:extLst>
          </p:cNvPr>
          <p:cNvSpPr txBox="1"/>
          <p:nvPr userDrawn="1"/>
        </p:nvSpPr>
        <p:spPr>
          <a:xfrm>
            <a:off x="5328077"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a:solidFill>
                  <a:schemeClr val="bg1"/>
                </a:solidFill>
                <a:latin typeface="Aptos Light" panose="020B0004020202020204" pitchFamily="34" charset="0"/>
                <a:ea typeface="+mn-ea"/>
                <a:cs typeface="+mn-cs"/>
              </a:rPr>
              <a:t>02</a:t>
            </a:r>
          </a:p>
        </p:txBody>
      </p:sp>
      <p:sp>
        <p:nvSpPr>
          <p:cNvPr id="20" name="TextBox 19">
            <a:extLst>
              <a:ext uri="{FF2B5EF4-FFF2-40B4-BE49-F238E27FC236}">
                <a16:creationId xmlns:a16="http://schemas.microsoft.com/office/drawing/2014/main" id="{A6744A6F-A960-7D41-6995-ED0FFC8FA952}"/>
              </a:ext>
            </a:extLst>
          </p:cNvPr>
          <p:cNvSpPr txBox="1"/>
          <p:nvPr userDrawn="1"/>
        </p:nvSpPr>
        <p:spPr>
          <a:xfrm>
            <a:off x="8253346"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a:solidFill>
                  <a:schemeClr val="bg1"/>
                </a:solidFill>
                <a:latin typeface="Aptos Light" panose="020B0004020202020204" pitchFamily="34" charset="0"/>
                <a:ea typeface="+mn-ea"/>
                <a:cs typeface="+mn-cs"/>
              </a:rPr>
              <a:t>03</a:t>
            </a:r>
          </a:p>
        </p:txBody>
      </p:sp>
      <p:sp>
        <p:nvSpPr>
          <p:cNvPr id="21" name="TextBox 20">
            <a:extLst>
              <a:ext uri="{FF2B5EF4-FFF2-40B4-BE49-F238E27FC236}">
                <a16:creationId xmlns:a16="http://schemas.microsoft.com/office/drawing/2014/main" id="{FAA85324-6B06-B062-8016-28E8B4B81D4C}"/>
              </a:ext>
            </a:extLst>
          </p:cNvPr>
          <p:cNvSpPr txBox="1"/>
          <p:nvPr userDrawn="1"/>
        </p:nvSpPr>
        <p:spPr>
          <a:xfrm>
            <a:off x="1119553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a:solidFill>
                  <a:schemeClr val="bg1"/>
                </a:solidFill>
                <a:latin typeface="Aptos Light" panose="020B0004020202020204" pitchFamily="34" charset="0"/>
                <a:ea typeface="+mn-ea"/>
                <a:cs typeface="+mn-cs"/>
              </a:rPr>
              <a:t>04</a:t>
            </a:r>
          </a:p>
        </p:txBody>
      </p:sp>
    </p:spTree>
    <p:extLst>
      <p:ext uri="{BB962C8B-B14F-4D97-AF65-F5344CB8AC3E}">
        <p14:creationId xmlns:p14="http://schemas.microsoft.com/office/powerpoint/2010/main" val="1635682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269">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Four Content with Map Option 1">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6" name="World">
            <a:extLst>
              <a:ext uri="{FF2B5EF4-FFF2-40B4-BE49-F238E27FC236}">
                <a16:creationId xmlns:a16="http://schemas.microsoft.com/office/drawing/2014/main" id="{302B45D3-4A9B-8656-8728-AA9E3A9E764B}"/>
              </a:ext>
            </a:extLst>
          </p:cNvPr>
          <p:cNvSpPr>
            <a:spLocks noChangeAspect="1" noEditPoints="1"/>
          </p:cNvSpPr>
          <p:nvPr userDrawn="1"/>
        </p:nvSpPr>
        <p:spPr bwMode="auto">
          <a:xfrm>
            <a:off x="376688" y="1943100"/>
            <a:ext cx="5405642" cy="2802255"/>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0" name="Legal">
            <a:extLst>
              <a:ext uri="{FF2B5EF4-FFF2-40B4-BE49-F238E27FC236}">
                <a16:creationId xmlns:a16="http://schemas.microsoft.com/office/drawing/2014/main" id="{7483FB71-C3C8-4EF7-489D-A7576DE85041}"/>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11" name="Slide Number Placeholder 10">
            <a:extLst>
              <a:ext uri="{FF2B5EF4-FFF2-40B4-BE49-F238E27FC236}">
                <a16:creationId xmlns:a16="http://schemas.microsoft.com/office/drawing/2014/main" id="{49FCE576-2DA5-91CC-2A0A-17C9376978A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3455170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Insert chart</a:t>
            </a:r>
          </a:p>
        </p:txBody>
      </p:sp>
      <p:sp>
        <p:nvSpPr>
          <p:cNvPr id="10" name="Legal">
            <a:extLst>
              <a:ext uri="{FF2B5EF4-FFF2-40B4-BE49-F238E27FC236}">
                <a16:creationId xmlns:a16="http://schemas.microsoft.com/office/drawing/2014/main" id="{B20B0A18-C348-4477-AA54-FD95F4B50C33}"/>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11" name="Slide Number Placeholder 10">
            <a:extLst>
              <a:ext uri="{FF2B5EF4-FFF2-40B4-BE49-F238E27FC236}">
                <a16:creationId xmlns:a16="http://schemas.microsoft.com/office/drawing/2014/main" id="{C285ED8B-289E-6C47-9121-D55C2636AFF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3414969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ree Content with Image ">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365124" y="1828799"/>
            <a:ext cx="3894139" cy="2462057"/>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1966947" y="4958641"/>
            <a:ext cx="6467370" cy="106115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4559687" y="2522973"/>
            <a:ext cx="3874629" cy="1767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1966946" y="4495756"/>
            <a:ext cx="6467370" cy="3384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4559687" y="1867654"/>
            <a:ext cx="3874629"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068556" cy="914400"/>
          </a:xfrm>
        </p:spPr>
        <p:txBody>
          <a:bodyPr/>
          <a:lstStyle>
            <a:lvl1pPr>
              <a:defRPr>
                <a:latin typeface="Aptos Light" panose="020B0004020202020204" pitchFamily="34" charset="0"/>
              </a:defRPr>
            </a:lvl1pPr>
          </a:lstStyle>
          <a:p>
            <a:r>
              <a:rPr lang="en-US"/>
              <a:t>[Slide title]</a:t>
            </a:r>
          </a:p>
        </p:txBody>
      </p:sp>
      <p:sp>
        <p:nvSpPr>
          <p:cNvPr id="5" name="UST" descr="UST">
            <a:extLst>
              <a:ext uri="{FF2B5EF4-FFF2-40B4-BE49-F238E27FC236}">
                <a16:creationId xmlns:a16="http://schemas.microsoft.com/office/drawing/2014/main" id="{DE5593CF-BB63-264B-DD4B-CC52EF84EE59}"/>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Aptos Light" panose="020B0004020202020204" pitchFamily="34" charset="0"/>
            </a:endParaRPr>
          </a:p>
        </p:txBody>
      </p:sp>
      <p:sp>
        <p:nvSpPr>
          <p:cNvPr id="7" name="Legal">
            <a:extLst>
              <a:ext uri="{FF2B5EF4-FFF2-40B4-BE49-F238E27FC236}">
                <a16:creationId xmlns:a16="http://schemas.microsoft.com/office/drawing/2014/main" id="{93456F6C-AF93-F901-5E5C-E0ED270193C2}"/>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8" name="Slide Number Placeholder 10">
            <a:extLst>
              <a:ext uri="{FF2B5EF4-FFF2-40B4-BE49-F238E27FC236}">
                <a16:creationId xmlns:a16="http://schemas.microsoft.com/office/drawing/2014/main" id="{C8CDDAE8-32F1-0A62-E59C-2C956909108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3380525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83">
          <p15:clr>
            <a:srgbClr val="FBAE40"/>
          </p15:clr>
        </p15:guide>
        <p15:guide id="2" pos="2506">
          <p15:clr>
            <a:srgbClr val="FBAE40"/>
          </p15:clr>
        </p15:guide>
        <p15:guide id="3" pos="4978">
          <p15:clr>
            <a:srgbClr val="FBAE40"/>
          </p15:clr>
        </p15:guide>
        <p15:guide id="4" pos="5155">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ontent with chart and icons">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a:t>ICONS</a:t>
            </a:r>
          </a:p>
        </p:txBody>
      </p:sp>
      <p:sp>
        <p:nvSpPr>
          <p:cNvPr id="3" name="Picture Placeholder 2">
            <a:extLst>
              <a:ext uri="{FF2B5EF4-FFF2-40B4-BE49-F238E27FC236}">
                <a16:creationId xmlns:a16="http://schemas.microsoft.com/office/drawing/2014/main" id="{12498F86-8473-31F9-5785-3E5C9CE98C8E}"/>
              </a:ext>
            </a:extLst>
          </p:cNvPr>
          <p:cNvSpPr>
            <a:spLocks noGrp="1"/>
          </p:cNvSpPr>
          <p:nvPr>
            <p:ph type="pic" sz="quarter" idx="16" hasCustomPrompt="1"/>
          </p:nvPr>
        </p:nvSpPr>
        <p:spPr>
          <a:xfrm>
            <a:off x="365125" y="1619954"/>
            <a:ext cx="3611564"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619696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wo Content/Table with Imag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2828925" y="2314574"/>
            <a:ext cx="5657850" cy="294322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18" name="Picture Placeholder 2">
            <a:extLst>
              <a:ext uri="{FF2B5EF4-FFF2-40B4-BE49-F238E27FC236}">
                <a16:creationId xmlns:a16="http://schemas.microsoft.com/office/drawing/2014/main" id="{204027CF-899E-166B-C324-E8BE2DA5E83A}"/>
              </a:ext>
            </a:extLst>
          </p:cNvPr>
          <p:cNvSpPr>
            <a:spLocks noGrp="1"/>
          </p:cNvSpPr>
          <p:nvPr>
            <p:ph type="pic" sz="quarter" idx="16" hasCustomPrompt="1"/>
          </p:nvPr>
        </p:nvSpPr>
        <p:spPr>
          <a:xfrm>
            <a:off x="365125" y="1619954"/>
            <a:ext cx="2178050"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9" name="Text Placeholder 23">
            <a:extLst>
              <a:ext uri="{FF2B5EF4-FFF2-40B4-BE49-F238E27FC236}">
                <a16:creationId xmlns:a16="http://schemas.microsoft.com/office/drawing/2014/main" id="{5B071885-DBF9-E035-E833-5927C802B76E}"/>
              </a:ext>
            </a:extLst>
          </p:cNvPr>
          <p:cNvSpPr>
            <a:spLocks noGrp="1"/>
          </p:cNvSpPr>
          <p:nvPr>
            <p:ph type="body" sz="quarter" idx="24" hasCustomPrompt="1"/>
          </p:nvPr>
        </p:nvSpPr>
        <p:spPr>
          <a:xfrm>
            <a:off x="2828925" y="1619954"/>
            <a:ext cx="8994267" cy="526483"/>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Add a sub-copy.  Please use  a concise text in no more than 2lines.</a:t>
            </a:r>
          </a:p>
        </p:txBody>
      </p:sp>
      <p:sp>
        <p:nvSpPr>
          <p:cNvPr id="21" name="Content Placeholder 4">
            <a:extLst>
              <a:ext uri="{FF2B5EF4-FFF2-40B4-BE49-F238E27FC236}">
                <a16:creationId xmlns:a16="http://schemas.microsoft.com/office/drawing/2014/main" id="{0DE0A2E2-ABA6-874A-4396-56EF0D43B92B}"/>
              </a:ext>
            </a:extLst>
          </p:cNvPr>
          <p:cNvSpPr>
            <a:spLocks noGrp="1"/>
          </p:cNvSpPr>
          <p:nvPr>
            <p:ph sz="quarter" idx="13" hasCustomPrompt="1"/>
          </p:nvPr>
        </p:nvSpPr>
        <p:spPr>
          <a:xfrm>
            <a:off x="8877300" y="2314574"/>
            <a:ext cx="2945892" cy="3766186"/>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Tree>
    <p:extLst>
      <p:ext uri="{BB962C8B-B14F-4D97-AF65-F5344CB8AC3E}">
        <p14:creationId xmlns:p14="http://schemas.microsoft.com/office/powerpoint/2010/main" val="3401440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Table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76A51823-0A0E-6B74-DF99-30DC7CF78F08}"/>
              </a:ext>
            </a:extLst>
          </p:cNvPr>
          <p:cNvSpPr>
            <a:spLocks/>
          </p:cNvSpPr>
          <p:nvPr userDrawn="1"/>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Legal">
            <a:extLst>
              <a:ext uri="{FF2B5EF4-FFF2-40B4-BE49-F238E27FC236}">
                <a16:creationId xmlns:a16="http://schemas.microsoft.com/office/drawing/2014/main" id="{FB61353C-1C41-FF98-EFB3-30FB9F3B99D5}"/>
              </a:ext>
            </a:extLst>
          </p:cNvPr>
          <p:cNvSpPr txBox="1">
            <a:spLocks/>
          </p:cNvSpPr>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6" name="Slide Number Placeholder 10">
            <a:extLst>
              <a:ext uri="{FF2B5EF4-FFF2-40B4-BE49-F238E27FC236}">
                <a16:creationId xmlns:a16="http://schemas.microsoft.com/office/drawing/2014/main" id="{DC1F637D-61C4-74B5-3BF1-6130B764650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7" name="Content Placeholder 2">
            <a:extLst>
              <a:ext uri="{FF2B5EF4-FFF2-40B4-BE49-F238E27FC236}">
                <a16:creationId xmlns:a16="http://schemas.microsoft.com/office/drawing/2014/main" id="{5669CB96-92D2-4A53-7760-8A6196161E38}"/>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8" name="Text Placeholder 23">
            <a:extLst>
              <a:ext uri="{FF2B5EF4-FFF2-40B4-BE49-F238E27FC236}">
                <a16:creationId xmlns:a16="http://schemas.microsoft.com/office/drawing/2014/main" id="{FDA57737-95D1-C96B-59E6-05BA512C00CC}"/>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65125" y="1619954"/>
            <a:ext cx="8121650" cy="363784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367589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our Content with Icons">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userDrawn="1"/>
        </p:nvSpPr>
        <p:spPr>
          <a:xfrm>
            <a:off x="91879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16" name="Picture Placeholder 15">
            <a:extLst>
              <a:ext uri="{FF2B5EF4-FFF2-40B4-BE49-F238E27FC236}">
                <a16:creationId xmlns:a16="http://schemas.microsoft.com/office/drawing/2014/main" id="{270353E4-7203-F007-2B7F-76E3536428CF}"/>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a:t>ICONS</a:t>
            </a:r>
          </a:p>
        </p:txBody>
      </p:sp>
      <p:sp>
        <p:nvSpPr>
          <p:cNvPr id="17" name="Picture Placeholder 15">
            <a:extLst>
              <a:ext uri="{FF2B5EF4-FFF2-40B4-BE49-F238E27FC236}">
                <a16:creationId xmlns:a16="http://schemas.microsoft.com/office/drawing/2014/main" id="{5B996097-C154-1646-7A44-B3F47471C8A9}"/>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a:t>ICONS</a:t>
            </a:r>
          </a:p>
        </p:txBody>
      </p:sp>
      <p:sp>
        <p:nvSpPr>
          <p:cNvPr id="18" name="Picture Placeholder 15">
            <a:extLst>
              <a:ext uri="{FF2B5EF4-FFF2-40B4-BE49-F238E27FC236}">
                <a16:creationId xmlns:a16="http://schemas.microsoft.com/office/drawing/2014/main" id="{E10F9CFE-7DA6-67BF-B9F0-514C0EE73C5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a:t>ICONS</a:t>
            </a:r>
          </a:p>
        </p:txBody>
      </p:sp>
      <p:sp>
        <p:nvSpPr>
          <p:cNvPr id="19" name="Picture Placeholder 15">
            <a:extLst>
              <a:ext uri="{FF2B5EF4-FFF2-40B4-BE49-F238E27FC236}">
                <a16:creationId xmlns:a16="http://schemas.microsoft.com/office/drawing/2014/main" id="{0B0AB8C9-1D20-7BE7-5898-41FAD8FF458A}"/>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a:t>ICONS</a:t>
            </a:r>
          </a:p>
        </p:txBody>
      </p:sp>
    </p:spTree>
    <p:extLst>
      <p:ext uri="{BB962C8B-B14F-4D97-AF65-F5344CB8AC3E}">
        <p14:creationId xmlns:p14="http://schemas.microsoft.com/office/powerpoint/2010/main" val="1242905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our Content with Icons 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4E91DC-7A19-189D-88BF-41FF649D90FA}"/>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7" name="UST" descr="UST">
            <a:extLst>
              <a:ext uri="{FF2B5EF4-FFF2-40B4-BE49-F238E27FC236}">
                <a16:creationId xmlns:a16="http://schemas.microsoft.com/office/drawing/2014/main" id="{98320D35-625B-42B1-0DAB-E0F735F519C0}"/>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8" name="Legal">
            <a:extLst>
              <a:ext uri="{FF2B5EF4-FFF2-40B4-BE49-F238E27FC236}">
                <a16:creationId xmlns:a16="http://schemas.microsoft.com/office/drawing/2014/main" id="{2E24C0DE-F12D-16B1-CA73-3C659B596216}"/>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15" name="Slide Number Placeholder 10">
            <a:extLst>
              <a:ext uri="{FF2B5EF4-FFF2-40B4-BE49-F238E27FC236}">
                <a16:creationId xmlns:a16="http://schemas.microsoft.com/office/drawing/2014/main" id="{7EBF936B-4A69-33A1-1F72-AFDC945BA0D0}"/>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userDrawn="1"/>
        </p:nvSpPr>
        <p:spPr>
          <a:xfrm>
            <a:off x="91879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21" name="Content Placeholder 2">
            <a:extLst>
              <a:ext uri="{FF2B5EF4-FFF2-40B4-BE49-F238E27FC236}">
                <a16:creationId xmlns:a16="http://schemas.microsoft.com/office/drawing/2014/main" id="{3AA5C671-3D69-9BA0-6A72-66479F973D14}"/>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2" name="Content Placeholder 3">
            <a:extLst>
              <a:ext uri="{FF2B5EF4-FFF2-40B4-BE49-F238E27FC236}">
                <a16:creationId xmlns:a16="http://schemas.microsoft.com/office/drawing/2014/main" id="{B252075D-9496-78FE-B65E-43EDAAB9AB3B}"/>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3" name="Content Placeholder 4">
            <a:extLst>
              <a:ext uri="{FF2B5EF4-FFF2-40B4-BE49-F238E27FC236}">
                <a16:creationId xmlns:a16="http://schemas.microsoft.com/office/drawing/2014/main" id="{A9E64215-D1F4-DD33-4BCA-06BC662E6EA2}"/>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5" name="Text Placeholder 23">
            <a:extLst>
              <a:ext uri="{FF2B5EF4-FFF2-40B4-BE49-F238E27FC236}">
                <a16:creationId xmlns:a16="http://schemas.microsoft.com/office/drawing/2014/main" id="{1685D53D-9872-2E05-F67B-F789AD538602}"/>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8" name="Text Placeholder 23">
            <a:extLst>
              <a:ext uri="{FF2B5EF4-FFF2-40B4-BE49-F238E27FC236}">
                <a16:creationId xmlns:a16="http://schemas.microsoft.com/office/drawing/2014/main" id="{F0F2594D-4B08-E96D-88C7-83D5B59DDA55}"/>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9" name="Text Placeholder 23">
            <a:extLst>
              <a:ext uri="{FF2B5EF4-FFF2-40B4-BE49-F238E27FC236}">
                <a16:creationId xmlns:a16="http://schemas.microsoft.com/office/drawing/2014/main" id="{A8C45A16-F6AF-79E4-ABE4-980985D6E88D}"/>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30" name="Content Placeholder 4">
            <a:extLst>
              <a:ext uri="{FF2B5EF4-FFF2-40B4-BE49-F238E27FC236}">
                <a16:creationId xmlns:a16="http://schemas.microsoft.com/office/drawing/2014/main" id="{A9467270-0EF8-A7E2-B6B1-F5C43D1F8AC4}"/>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31" name="Text Placeholder 23">
            <a:extLst>
              <a:ext uri="{FF2B5EF4-FFF2-40B4-BE49-F238E27FC236}">
                <a16:creationId xmlns:a16="http://schemas.microsoft.com/office/drawing/2014/main" id="{743D0181-5483-3441-362F-466023E6F418}"/>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32" name="Picture Placeholder 15">
            <a:extLst>
              <a:ext uri="{FF2B5EF4-FFF2-40B4-BE49-F238E27FC236}">
                <a16:creationId xmlns:a16="http://schemas.microsoft.com/office/drawing/2014/main" id="{0419E103-77EB-7D50-C2B7-BB9A49372C81}"/>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a:t>ICONS</a:t>
            </a:r>
          </a:p>
        </p:txBody>
      </p:sp>
      <p:sp>
        <p:nvSpPr>
          <p:cNvPr id="33" name="Picture Placeholder 15">
            <a:extLst>
              <a:ext uri="{FF2B5EF4-FFF2-40B4-BE49-F238E27FC236}">
                <a16:creationId xmlns:a16="http://schemas.microsoft.com/office/drawing/2014/main" id="{4CE07DAA-BBB0-10C2-D400-C1EA56893018}"/>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a:t>ICONS</a:t>
            </a:r>
          </a:p>
        </p:txBody>
      </p:sp>
      <p:sp>
        <p:nvSpPr>
          <p:cNvPr id="34" name="Picture Placeholder 15">
            <a:extLst>
              <a:ext uri="{FF2B5EF4-FFF2-40B4-BE49-F238E27FC236}">
                <a16:creationId xmlns:a16="http://schemas.microsoft.com/office/drawing/2014/main" id="{357E1D4C-7741-CE2E-5049-4F0E67490A0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a:t>ICONS</a:t>
            </a:r>
          </a:p>
        </p:txBody>
      </p:sp>
      <p:sp>
        <p:nvSpPr>
          <p:cNvPr id="35" name="Picture Placeholder 15">
            <a:extLst>
              <a:ext uri="{FF2B5EF4-FFF2-40B4-BE49-F238E27FC236}">
                <a16:creationId xmlns:a16="http://schemas.microsoft.com/office/drawing/2014/main" id="{392105B4-F615-0097-2247-1AF2C932EB48}"/>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a:t>ICONS</a:t>
            </a:r>
          </a:p>
        </p:txBody>
      </p:sp>
    </p:spTree>
    <p:extLst>
      <p:ext uri="{BB962C8B-B14F-4D97-AF65-F5344CB8AC3E}">
        <p14:creationId xmlns:p14="http://schemas.microsoft.com/office/powerpoint/2010/main" val="359013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2881515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500828-6071-0889-65BB-0FC3655E2D09}"/>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6" name="UST" descr="UST">
            <a:extLst>
              <a:ext uri="{FF2B5EF4-FFF2-40B4-BE49-F238E27FC236}">
                <a16:creationId xmlns:a16="http://schemas.microsoft.com/office/drawing/2014/main" id="{63BDAF2E-DD6E-72F0-91D7-FCD33F705716}"/>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13" name="Legal">
            <a:extLst>
              <a:ext uri="{FF2B5EF4-FFF2-40B4-BE49-F238E27FC236}">
                <a16:creationId xmlns:a16="http://schemas.microsoft.com/office/drawing/2014/main" id="{6E56E1E6-6F65-0611-37E8-798096A1F5DC}"/>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16" name="Slide Number Placeholder 10">
            <a:extLst>
              <a:ext uri="{FF2B5EF4-FFF2-40B4-BE49-F238E27FC236}">
                <a16:creationId xmlns:a16="http://schemas.microsoft.com/office/drawing/2014/main" id="{2C462018-605C-661D-7350-F489E287974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234562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B">
    <p:bg>
      <p:bgPr>
        <a:solidFill>
          <a:srgbClr val="231F20"/>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8B4A6D51-0ECE-1508-082B-74183E57491A}"/>
              </a:ext>
            </a:extLst>
          </p:cNvPr>
          <p:cNvSpPr>
            <a:spLocks noGrp="1"/>
          </p:cNvSpPr>
          <p:nvPr>
            <p:ph type="pic" sz="quarter" idx="16" hasCustomPrompt="1"/>
          </p:nvPr>
        </p:nvSpPr>
        <p:spPr>
          <a:xfrm>
            <a:off x="9187992" y="1828800"/>
            <a:ext cx="2635200" cy="3714750"/>
          </a:xfrm>
          <a:solidFill>
            <a:schemeClr val="tx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3" name="Rectangle">
            <a:extLst>
              <a:ext uri="{FF2B5EF4-FFF2-40B4-BE49-F238E27FC236}">
                <a16:creationId xmlns:a16="http://schemas.microsoft.com/office/drawing/2014/main" id="{033E8A50-B66E-182E-DF12-37DB1488F935}"/>
              </a:ext>
            </a:extLst>
          </p:cNvPr>
          <p:cNvSpPr/>
          <p:nvPr userDrawn="1"/>
        </p:nvSpPr>
        <p:spPr>
          <a:xfrm>
            <a:off x="365125"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4" name="Rectangle">
            <a:extLst>
              <a:ext uri="{FF2B5EF4-FFF2-40B4-BE49-F238E27FC236}">
                <a16:creationId xmlns:a16="http://schemas.microsoft.com/office/drawing/2014/main" id="{853A4EE3-F8CD-12D1-1633-8C6E7A7612D9}"/>
              </a:ext>
            </a:extLst>
          </p:cNvPr>
          <p:cNvSpPr/>
          <p:nvPr userDrawn="1"/>
        </p:nvSpPr>
        <p:spPr>
          <a:xfrm>
            <a:off x="330629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5" name="Rectangle">
            <a:extLst>
              <a:ext uri="{FF2B5EF4-FFF2-40B4-BE49-F238E27FC236}">
                <a16:creationId xmlns:a16="http://schemas.microsoft.com/office/drawing/2014/main" id="{0D9A3108-F2E2-EC14-41C0-BA4F107860F8}"/>
              </a:ext>
            </a:extLst>
          </p:cNvPr>
          <p:cNvSpPr/>
          <p:nvPr userDrawn="1"/>
        </p:nvSpPr>
        <p:spPr>
          <a:xfrm>
            <a:off x="624714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6" name="Content Placeholder 2">
            <a:extLst>
              <a:ext uri="{FF2B5EF4-FFF2-40B4-BE49-F238E27FC236}">
                <a16:creationId xmlns:a16="http://schemas.microsoft.com/office/drawing/2014/main" id="{8E900DCB-53B8-B843-155B-6365EA82E65A}"/>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Content Placeholder 3">
            <a:extLst>
              <a:ext uri="{FF2B5EF4-FFF2-40B4-BE49-F238E27FC236}">
                <a16:creationId xmlns:a16="http://schemas.microsoft.com/office/drawing/2014/main" id="{6C32CF81-40DF-6231-15DC-F553CEE5D224}"/>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DC4A2E89-D5BA-E9DA-4410-342939BD046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0" name="Text Placeholder 23">
            <a:extLst>
              <a:ext uri="{FF2B5EF4-FFF2-40B4-BE49-F238E27FC236}">
                <a16:creationId xmlns:a16="http://schemas.microsoft.com/office/drawing/2014/main" id="{2450CC90-F356-A855-4F14-24E0CF0DC9A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1" name="Text Placeholder 23">
            <a:extLst>
              <a:ext uri="{FF2B5EF4-FFF2-40B4-BE49-F238E27FC236}">
                <a16:creationId xmlns:a16="http://schemas.microsoft.com/office/drawing/2014/main" id="{64B5BDE5-182D-FEF7-9B09-BDBC36C5D1F0}"/>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2" name="Text Placeholder 23">
            <a:extLst>
              <a:ext uri="{FF2B5EF4-FFF2-40B4-BE49-F238E27FC236}">
                <a16:creationId xmlns:a16="http://schemas.microsoft.com/office/drawing/2014/main" id="{EA5AB929-D518-8327-70AD-2CC6DB4CCD55}"/>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3" name="Title 1">
            <a:extLst>
              <a:ext uri="{FF2B5EF4-FFF2-40B4-BE49-F238E27FC236}">
                <a16:creationId xmlns:a16="http://schemas.microsoft.com/office/drawing/2014/main" id="{CA4C7341-6A9E-B882-C754-AC87CFCC15C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14" name="Text Placeholder 23">
            <a:extLst>
              <a:ext uri="{FF2B5EF4-FFF2-40B4-BE49-F238E27FC236}">
                <a16:creationId xmlns:a16="http://schemas.microsoft.com/office/drawing/2014/main" id="{D89ABCC6-09D1-44B5-7718-09418D58E74E}"/>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01</a:t>
            </a:r>
          </a:p>
        </p:txBody>
      </p:sp>
      <p:sp>
        <p:nvSpPr>
          <p:cNvPr id="27" name="Text Placeholder 23">
            <a:extLst>
              <a:ext uri="{FF2B5EF4-FFF2-40B4-BE49-F238E27FC236}">
                <a16:creationId xmlns:a16="http://schemas.microsoft.com/office/drawing/2014/main" id="{2CEFAD42-6CC3-30B0-1CEF-B7A24BB50EED}"/>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02</a:t>
            </a:r>
          </a:p>
        </p:txBody>
      </p:sp>
      <p:sp>
        <p:nvSpPr>
          <p:cNvPr id="28" name="Text Placeholder 23">
            <a:extLst>
              <a:ext uri="{FF2B5EF4-FFF2-40B4-BE49-F238E27FC236}">
                <a16:creationId xmlns:a16="http://schemas.microsoft.com/office/drawing/2014/main" id="{7F919A03-3F72-30C4-9950-8C5CC5FBEFE2}"/>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03</a:t>
            </a:r>
          </a:p>
        </p:txBody>
      </p:sp>
    </p:spTree>
    <p:extLst>
      <p:ext uri="{BB962C8B-B14F-4D97-AF65-F5344CB8AC3E}">
        <p14:creationId xmlns:p14="http://schemas.microsoft.com/office/powerpoint/2010/main" val="39097910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hree Content Image with Icons">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a:t>ICONS</a:t>
            </a:r>
          </a:p>
        </p:txBody>
      </p:sp>
    </p:spTree>
    <p:extLst>
      <p:ext uri="{BB962C8B-B14F-4D97-AF65-F5344CB8AC3E}">
        <p14:creationId xmlns:p14="http://schemas.microsoft.com/office/powerpoint/2010/main" val="1637349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hree Content Image with Icons 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B4741B-2852-3A02-43CD-15AA8E710A1D}"/>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6" name="UST" descr="UST">
            <a:extLst>
              <a:ext uri="{FF2B5EF4-FFF2-40B4-BE49-F238E27FC236}">
                <a16:creationId xmlns:a16="http://schemas.microsoft.com/office/drawing/2014/main" id="{8160C99E-CF9F-1750-1275-9F67A2D3D26E}"/>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7" name="Legal">
            <a:extLst>
              <a:ext uri="{FF2B5EF4-FFF2-40B4-BE49-F238E27FC236}">
                <a16:creationId xmlns:a16="http://schemas.microsoft.com/office/drawing/2014/main" id="{E4D8010C-811E-CCE4-8F0E-C08AA3569EE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8" name="Slide Number Placeholder 10">
            <a:extLst>
              <a:ext uri="{FF2B5EF4-FFF2-40B4-BE49-F238E27FC236}">
                <a16:creationId xmlns:a16="http://schemas.microsoft.com/office/drawing/2014/main" id="{865D83B1-9530-C977-4ACB-0613AEF2783F}"/>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a:t>ICONS</a:t>
            </a:r>
          </a:p>
        </p:txBody>
      </p:sp>
    </p:spTree>
    <p:extLst>
      <p:ext uri="{BB962C8B-B14F-4D97-AF65-F5344CB8AC3E}">
        <p14:creationId xmlns:p14="http://schemas.microsoft.com/office/powerpoint/2010/main" val="844861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Highlighting cotent with Percentag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544BFA8F-920A-9CDF-6246-2F65467AE3C5}"/>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a:t>[Slide title]</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a:t>ICONS</a:t>
            </a:r>
          </a:p>
        </p:txBody>
      </p:sp>
      <p:sp>
        <p:nvSpPr>
          <p:cNvPr id="6" name="Content Placeholder 3">
            <a:extLst>
              <a:ext uri="{FF2B5EF4-FFF2-40B4-BE49-F238E27FC236}">
                <a16:creationId xmlns:a16="http://schemas.microsoft.com/office/drawing/2014/main" id="{060471DA-547D-255F-D494-B5B229AE841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7" name="Picture Placeholder 15">
            <a:extLst>
              <a:ext uri="{FF2B5EF4-FFF2-40B4-BE49-F238E27FC236}">
                <a16:creationId xmlns:a16="http://schemas.microsoft.com/office/drawing/2014/main" id="{AACBF491-226E-CC82-6473-CE08F7DAA147}"/>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a:t>ICONS</a:t>
            </a:r>
          </a:p>
        </p:txBody>
      </p:sp>
      <p:sp>
        <p:nvSpPr>
          <p:cNvPr id="10" name="Content Placeholder 3">
            <a:extLst>
              <a:ext uri="{FF2B5EF4-FFF2-40B4-BE49-F238E27FC236}">
                <a16:creationId xmlns:a16="http://schemas.microsoft.com/office/drawing/2014/main" id="{90079E21-E643-2B1E-5CB0-AEDFA4373D7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5" name="Picture Placeholder 15">
            <a:extLst>
              <a:ext uri="{FF2B5EF4-FFF2-40B4-BE49-F238E27FC236}">
                <a16:creationId xmlns:a16="http://schemas.microsoft.com/office/drawing/2014/main" id="{39B95005-AC3B-4823-6365-72E4B39E20ED}"/>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a:t>ICONS</a:t>
            </a:r>
          </a:p>
        </p:txBody>
      </p:sp>
      <p:sp>
        <p:nvSpPr>
          <p:cNvPr id="19" name="Text Placeholder 17">
            <a:extLst>
              <a:ext uri="{FF2B5EF4-FFF2-40B4-BE49-F238E27FC236}">
                <a16:creationId xmlns:a16="http://schemas.microsoft.com/office/drawing/2014/main" id="{F115BF04-14DF-5A60-DDCE-86CEFEAD569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
        <p:nvSpPr>
          <p:cNvPr id="21" name="Text Placeholder 17">
            <a:extLst>
              <a:ext uri="{FF2B5EF4-FFF2-40B4-BE49-F238E27FC236}">
                <a16:creationId xmlns:a16="http://schemas.microsoft.com/office/drawing/2014/main" id="{06B2DAC2-4037-2A6F-A67E-88004A36294A}"/>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Tree>
    <p:extLst>
      <p:ext uri="{BB962C8B-B14F-4D97-AF65-F5344CB8AC3E}">
        <p14:creationId xmlns:p14="http://schemas.microsoft.com/office/powerpoint/2010/main" val="2501145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Highlighting cotent with Percentage 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E66016-FB95-B97A-DC2A-E341813F10C9}"/>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13" name="Legal">
            <a:extLst>
              <a:ext uri="{FF2B5EF4-FFF2-40B4-BE49-F238E27FC236}">
                <a16:creationId xmlns:a16="http://schemas.microsoft.com/office/drawing/2014/main" id="{035ACE38-FB19-B319-F1ED-10185FFDF487}"/>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14" name="Slide Number Placeholder 10">
            <a:extLst>
              <a:ext uri="{FF2B5EF4-FFF2-40B4-BE49-F238E27FC236}">
                <a16:creationId xmlns:a16="http://schemas.microsoft.com/office/drawing/2014/main" id="{7D262AB0-A4ED-6092-158D-0E37CB201438}"/>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a:t>[Slide title]</a:t>
            </a:r>
          </a:p>
        </p:txBody>
      </p:sp>
      <p:sp>
        <p:nvSpPr>
          <p:cNvPr id="27" name="Text Placeholder 17">
            <a:extLst>
              <a:ext uri="{FF2B5EF4-FFF2-40B4-BE49-F238E27FC236}">
                <a16:creationId xmlns:a16="http://schemas.microsoft.com/office/drawing/2014/main" id="{01C2B288-91EB-5DC9-FDB6-DA4B066E027F}"/>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
        <p:nvSpPr>
          <p:cNvPr id="28" name="Content Placeholder 3">
            <a:extLst>
              <a:ext uri="{FF2B5EF4-FFF2-40B4-BE49-F238E27FC236}">
                <a16:creationId xmlns:a16="http://schemas.microsoft.com/office/drawing/2014/main" id="{1C41F1FB-9BFF-D120-AEE5-E46A6EC1C212}"/>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29" name="Picture Placeholder 15">
            <a:extLst>
              <a:ext uri="{FF2B5EF4-FFF2-40B4-BE49-F238E27FC236}">
                <a16:creationId xmlns:a16="http://schemas.microsoft.com/office/drawing/2014/main" id="{20168701-32DE-B60C-86CF-A2FA91F1326E}"/>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a:t>ICONS</a:t>
            </a:r>
          </a:p>
        </p:txBody>
      </p:sp>
      <p:sp>
        <p:nvSpPr>
          <p:cNvPr id="30" name="Content Placeholder 3">
            <a:extLst>
              <a:ext uri="{FF2B5EF4-FFF2-40B4-BE49-F238E27FC236}">
                <a16:creationId xmlns:a16="http://schemas.microsoft.com/office/drawing/2014/main" id="{1CA8A6CB-43DF-37E1-7314-DC54A2F259A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31" name="Picture Placeholder 15">
            <a:extLst>
              <a:ext uri="{FF2B5EF4-FFF2-40B4-BE49-F238E27FC236}">
                <a16:creationId xmlns:a16="http://schemas.microsoft.com/office/drawing/2014/main" id="{605A113E-759E-FB17-82A3-E5A1E796F512}"/>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a:t>ICONS</a:t>
            </a:r>
          </a:p>
        </p:txBody>
      </p:sp>
      <p:sp>
        <p:nvSpPr>
          <p:cNvPr id="32" name="Content Placeholder 3">
            <a:extLst>
              <a:ext uri="{FF2B5EF4-FFF2-40B4-BE49-F238E27FC236}">
                <a16:creationId xmlns:a16="http://schemas.microsoft.com/office/drawing/2014/main" id="{10C6F23D-2BB3-ED49-8B2F-DC26FF3178C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33" name="Picture Placeholder 15">
            <a:extLst>
              <a:ext uri="{FF2B5EF4-FFF2-40B4-BE49-F238E27FC236}">
                <a16:creationId xmlns:a16="http://schemas.microsoft.com/office/drawing/2014/main" id="{CEF189D7-E401-42D6-4ED4-1DA665ECF28E}"/>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a:t>ICONS</a:t>
            </a:r>
          </a:p>
        </p:txBody>
      </p:sp>
      <p:sp>
        <p:nvSpPr>
          <p:cNvPr id="34" name="Text Placeholder 17">
            <a:extLst>
              <a:ext uri="{FF2B5EF4-FFF2-40B4-BE49-F238E27FC236}">
                <a16:creationId xmlns:a16="http://schemas.microsoft.com/office/drawing/2014/main" id="{7462530E-C734-AD9B-8AA2-1196E4137D5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
        <p:nvSpPr>
          <p:cNvPr id="35" name="Text Placeholder 17">
            <a:extLst>
              <a:ext uri="{FF2B5EF4-FFF2-40B4-BE49-F238E27FC236}">
                <a16:creationId xmlns:a16="http://schemas.microsoft.com/office/drawing/2014/main" id="{140DBDE3-A2A4-3CFB-994A-FDFAB6548538}"/>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00%</a:t>
            </a:r>
          </a:p>
        </p:txBody>
      </p:sp>
    </p:spTree>
    <p:extLst>
      <p:ext uri="{BB962C8B-B14F-4D97-AF65-F5344CB8AC3E}">
        <p14:creationId xmlns:p14="http://schemas.microsoft.com/office/powerpoint/2010/main" val="1080772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7619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p15:clr>
            <a:srgbClr val="FBAE40"/>
          </p15:clr>
        </p15:guide>
        <p15:guide id="4" pos="5172">
          <p15:clr>
            <a:srgbClr val="FBAE40"/>
          </p15:clr>
        </p15:guide>
        <p15:guide id="5" orient="horz" pos="3832">
          <p15:clr>
            <a:srgbClr val="FBAE40"/>
          </p15:clr>
        </p15:guide>
        <p15:guide id="6" orient="horz" pos="1152">
          <p15:clr>
            <a:srgbClr val="FBAE40"/>
          </p15:clr>
        </p15:guide>
        <p15:guide id="7" orient="horz" pos="414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387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latin typeface="Aptos Light" panose="020B0004020202020204" pitchFamily="34" charset="0"/>
              </a:defRPr>
            </a:lvl1pPr>
            <a:lvl2pPr marL="182880">
              <a:spcBef>
                <a:spcPts val="1200"/>
              </a:spcBef>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latin typeface="Aptos Light" panose="020B0004020202020204" pitchFamily="34" charset="0"/>
              </a:defRPr>
            </a:lvl6pPr>
            <a:lvl7pPr marL="1097280">
              <a:defRPr>
                <a:solidFill>
                  <a:schemeClr val="bg1"/>
                </a:solidFill>
                <a:latin typeface="Aptos Light" panose="020B0004020202020204" pitchFamily="34" charset="0"/>
              </a:defRPr>
            </a:lvl7pPr>
            <a:lvl8pPr marL="1280160">
              <a:defRPr>
                <a:solidFill>
                  <a:schemeClr val="bg1"/>
                </a:solidFill>
                <a:latin typeface="Aptos Light" panose="020B0004020202020204" pitchFamily="34" charset="0"/>
              </a:defRPr>
            </a:lvl8pPr>
            <a:lvl9pPr marL="1463040">
              <a:defRPr>
                <a:solidFill>
                  <a:schemeClr val="bg1"/>
                </a:solidFill>
                <a:latin typeface="Aptos Light" panose="020B0004020202020204" pitchFamily="34" charset="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a:solidFill>
                <a:schemeClr val="bg1"/>
              </a:solidFill>
              <a:latin typeface="Aptos Light" panose="020B0004020202020204" pitchFamily="34" charset="0"/>
              <a:cs typeface="Trebuchet MS"/>
            </a:endParaRPr>
          </a:p>
        </p:txBody>
      </p:sp>
      <p:sp>
        <p:nvSpPr>
          <p:cNvPr id="2" name="Legal">
            <a:extLst>
              <a:ext uri="{FF2B5EF4-FFF2-40B4-BE49-F238E27FC236}">
                <a16:creationId xmlns:a16="http://schemas.microsoft.com/office/drawing/2014/main" id="{338FF755-3902-38F2-E779-7D1AFA4F65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solidFill>
                  <a:schemeClr val="bg1"/>
                </a:solidFill>
                <a:latin typeface="Aptos Light" panose="020B0004020202020204" pitchFamily="34" charset="0"/>
              </a:rPr>
              <a:t>Confidential and Proprietary. © 2025 UST Global Inc</a:t>
            </a:r>
          </a:p>
        </p:txBody>
      </p:sp>
    </p:spTree>
    <p:extLst>
      <p:ext uri="{BB962C8B-B14F-4D97-AF65-F5344CB8AC3E}">
        <p14:creationId xmlns:p14="http://schemas.microsoft.com/office/powerpoint/2010/main" val="222241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and Highlighting text with Image">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a:solidFill>
                <a:schemeClr val="bg1"/>
              </a:solidFill>
              <a:latin typeface="Aptos Light" panose="020B0004020202020204" pitchFamily="34" charset="0"/>
              <a:cs typeface="Trebuchet MS"/>
            </a:endParaRPr>
          </a:p>
        </p:txBody>
      </p:sp>
      <p:sp>
        <p:nvSpPr>
          <p:cNvPr id="2" name="Content Placeholder 4">
            <a:extLst>
              <a:ext uri="{FF2B5EF4-FFF2-40B4-BE49-F238E27FC236}">
                <a16:creationId xmlns:a16="http://schemas.microsoft.com/office/drawing/2014/main" id="{FE164CAC-D2C6-A9D8-0C8C-8EA84394A9B9}"/>
              </a:ext>
            </a:extLst>
          </p:cNvPr>
          <p:cNvSpPr>
            <a:spLocks noGrp="1"/>
          </p:cNvSpPr>
          <p:nvPr>
            <p:ph sz="quarter" idx="13" hasCustomPrompt="1"/>
          </p:nvPr>
        </p:nvSpPr>
        <p:spPr>
          <a:xfrm>
            <a:off x="3227744"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5" name="Content Placeholder 4">
            <a:extLst>
              <a:ext uri="{FF2B5EF4-FFF2-40B4-BE49-F238E27FC236}">
                <a16:creationId xmlns:a16="http://schemas.microsoft.com/office/drawing/2014/main" id="{C888F882-678E-90D0-B453-0055E25ADD1D}"/>
              </a:ext>
            </a:extLst>
          </p:cNvPr>
          <p:cNvSpPr>
            <a:spLocks noGrp="1"/>
          </p:cNvSpPr>
          <p:nvPr>
            <p:ph sz="quarter" idx="30" hasCustomPrompt="1"/>
          </p:nvPr>
        </p:nvSpPr>
        <p:spPr>
          <a:xfrm>
            <a:off x="365759"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7" name="Picture Placeholder 15">
            <a:extLst>
              <a:ext uri="{FF2B5EF4-FFF2-40B4-BE49-F238E27FC236}">
                <a16:creationId xmlns:a16="http://schemas.microsoft.com/office/drawing/2014/main" id="{F52DFACB-B21F-AE9F-1707-AC83206F9583}"/>
              </a:ext>
            </a:extLst>
          </p:cNvPr>
          <p:cNvSpPr>
            <a:spLocks noGrp="1"/>
          </p:cNvSpPr>
          <p:nvPr>
            <p:ph type="pic" sz="quarter" idx="34" hasCustomPrompt="1"/>
          </p:nvPr>
        </p:nvSpPr>
        <p:spPr>
          <a:xfrm>
            <a:off x="365760" y="2544377"/>
            <a:ext cx="526483" cy="526483"/>
          </a:xfrm>
        </p:spPr>
        <p:txBody>
          <a:bodyPr>
            <a:normAutofit/>
          </a:bodyPr>
          <a:lstStyle>
            <a:lvl1pPr marL="0" indent="0">
              <a:buFontTx/>
              <a:buNone/>
              <a:defRPr sz="1000"/>
            </a:lvl1pPr>
          </a:lstStyle>
          <a:p>
            <a:r>
              <a:rPr lang="en-US"/>
              <a:t>ICONS</a:t>
            </a:r>
          </a:p>
        </p:txBody>
      </p:sp>
      <p:sp>
        <p:nvSpPr>
          <p:cNvPr id="9" name="Picture Placeholder 15">
            <a:extLst>
              <a:ext uri="{FF2B5EF4-FFF2-40B4-BE49-F238E27FC236}">
                <a16:creationId xmlns:a16="http://schemas.microsoft.com/office/drawing/2014/main" id="{AD94B075-29E9-7181-2F2B-EB86C48A18CC}"/>
              </a:ext>
            </a:extLst>
          </p:cNvPr>
          <p:cNvSpPr>
            <a:spLocks noGrp="1"/>
          </p:cNvSpPr>
          <p:nvPr>
            <p:ph type="pic" sz="quarter" idx="35" hasCustomPrompt="1"/>
          </p:nvPr>
        </p:nvSpPr>
        <p:spPr>
          <a:xfrm>
            <a:off x="3227745" y="2544377"/>
            <a:ext cx="526483" cy="526483"/>
          </a:xfrm>
        </p:spPr>
        <p:txBody>
          <a:bodyPr>
            <a:normAutofit/>
          </a:bodyPr>
          <a:lstStyle>
            <a:lvl1pPr marL="0" indent="0">
              <a:buFontTx/>
              <a:buNone/>
              <a:defRPr sz="1000"/>
            </a:lvl1pPr>
          </a:lstStyle>
          <a:p>
            <a:r>
              <a:rPr lang="en-US"/>
              <a:t>ICONS</a:t>
            </a:r>
          </a:p>
        </p:txBody>
      </p:sp>
      <p:sp>
        <p:nvSpPr>
          <p:cNvPr id="11" name="Content Placeholder 4">
            <a:extLst>
              <a:ext uri="{FF2B5EF4-FFF2-40B4-BE49-F238E27FC236}">
                <a16:creationId xmlns:a16="http://schemas.microsoft.com/office/drawing/2014/main" id="{33FADC4A-CE32-6706-9679-7F1AB2904305}"/>
              </a:ext>
            </a:extLst>
          </p:cNvPr>
          <p:cNvSpPr>
            <a:spLocks noGrp="1"/>
          </p:cNvSpPr>
          <p:nvPr>
            <p:ph sz="quarter" idx="36" hasCustomPrompt="1"/>
          </p:nvPr>
        </p:nvSpPr>
        <p:spPr>
          <a:xfrm>
            <a:off x="9266235"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2" name="Content Placeholder 4">
            <a:extLst>
              <a:ext uri="{FF2B5EF4-FFF2-40B4-BE49-F238E27FC236}">
                <a16:creationId xmlns:a16="http://schemas.microsoft.com/office/drawing/2014/main" id="{08E7CA7B-E938-9A1B-B2A5-A84FB543BDC7}"/>
              </a:ext>
            </a:extLst>
          </p:cNvPr>
          <p:cNvSpPr>
            <a:spLocks noGrp="1"/>
          </p:cNvSpPr>
          <p:nvPr>
            <p:ph sz="quarter" idx="37" hasCustomPrompt="1"/>
          </p:nvPr>
        </p:nvSpPr>
        <p:spPr>
          <a:xfrm>
            <a:off x="6404250"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Add a sub-copy. The recommendation is to use short and concise text in no more than 10 lines.</a:t>
            </a:r>
          </a:p>
        </p:txBody>
      </p:sp>
      <p:sp>
        <p:nvSpPr>
          <p:cNvPr id="14" name="Picture Placeholder 13">
            <a:extLst>
              <a:ext uri="{FF2B5EF4-FFF2-40B4-BE49-F238E27FC236}">
                <a16:creationId xmlns:a16="http://schemas.microsoft.com/office/drawing/2014/main" id="{C7569204-FE1A-C1C7-D942-56923CECA143}"/>
              </a:ext>
            </a:extLst>
          </p:cNvPr>
          <p:cNvSpPr>
            <a:spLocks noGrp="1"/>
          </p:cNvSpPr>
          <p:nvPr>
            <p:ph type="pic" sz="quarter" idx="38"/>
          </p:nvPr>
        </p:nvSpPr>
        <p:spPr>
          <a:xfrm>
            <a:off x="6096000" y="0"/>
            <a:ext cx="6096000" cy="2544763"/>
          </a:xfrm>
          <a:solidFill>
            <a:srgbClr val="D7E0E3"/>
          </a:solidFill>
        </p:spPr>
        <p:txBody>
          <a:bodyPr/>
          <a:lstStyle>
            <a:lvl1pPr marL="0" indent="0">
              <a:buNone/>
              <a:defRPr/>
            </a:lvl1pPr>
          </a:lstStyle>
          <a:p>
            <a:endParaRPr lang="en-US"/>
          </a:p>
        </p:txBody>
      </p:sp>
      <p:sp>
        <p:nvSpPr>
          <p:cNvPr id="3" name="Legal">
            <a:extLst>
              <a:ext uri="{FF2B5EF4-FFF2-40B4-BE49-F238E27FC236}">
                <a16:creationId xmlns:a16="http://schemas.microsoft.com/office/drawing/2014/main" id="{28918D4E-540D-2F89-AC43-B617A2C5E3E4}"/>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solidFill>
                  <a:schemeClr val="bg1"/>
                </a:solidFill>
                <a:latin typeface="Aptos Light" panose="020B0004020202020204" pitchFamily="34" charset="0"/>
              </a:rPr>
              <a:t>Confidential and Proprietary. © 2025 UST Global Inc</a:t>
            </a:r>
          </a:p>
        </p:txBody>
      </p:sp>
    </p:spTree>
    <p:extLst>
      <p:ext uri="{BB962C8B-B14F-4D97-AF65-F5344CB8AC3E}">
        <p14:creationId xmlns:p14="http://schemas.microsoft.com/office/powerpoint/2010/main" val="3546085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954428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41860875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p15:clr>
            <a:srgbClr val="FBAE40"/>
          </p15:clr>
        </p15:guide>
        <p15:guide id="6" pos="393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ptos Light" panose="020B00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30619117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ptos Light" panose="020B00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latin typeface="Aptos Light" panose="020B0004020202020204" pitchFamily="34" charset="0"/>
                </a:endParaRPr>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15124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lack and Sand spli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32" name="Freeform 31">
            <a:extLst>
              <a:ext uri="{FF2B5EF4-FFF2-40B4-BE49-F238E27FC236}">
                <a16:creationId xmlns:a16="http://schemas.microsoft.com/office/drawing/2014/main" id="{136403A3-D4C5-E84F-8B96-DE5D6AE3517C}"/>
              </a:ext>
            </a:extLst>
          </p:cNvPr>
          <p:cNvSpPr/>
          <p:nvPr userDrawn="1"/>
        </p:nvSpPr>
        <p:spPr>
          <a:xfrm>
            <a:off x="7308866" y="1434775"/>
            <a:ext cx="4409647" cy="4749057"/>
          </a:xfrm>
          <a:custGeom>
            <a:avLst/>
            <a:gdLst>
              <a:gd name="connsiteX0" fmla="*/ 0 w 4409647"/>
              <a:gd name="connsiteY0" fmla="*/ 0 h 4749057"/>
              <a:gd name="connsiteX1" fmla="*/ 3702744 w 4409647"/>
              <a:gd name="connsiteY1" fmla="*/ 0 h 4749057"/>
              <a:gd name="connsiteX2" fmla="*/ 3703129 w 4409647"/>
              <a:gd name="connsiteY2" fmla="*/ 1391 h 4749057"/>
              <a:gd name="connsiteX3" fmla="*/ 4409647 w 4409647"/>
              <a:gd name="connsiteY3" fmla="*/ 1391 h 4749057"/>
              <a:gd name="connsiteX4" fmla="*/ 4409647 w 4409647"/>
              <a:gd name="connsiteY4" fmla="*/ 4749057 h 4749057"/>
              <a:gd name="connsiteX5" fmla="*/ 3599008 w 4409647"/>
              <a:gd name="connsiteY5" fmla="*/ 4749057 h 4749057"/>
              <a:gd name="connsiteX6" fmla="*/ 3599008 w 4409647"/>
              <a:gd name="connsiteY6" fmla="*/ 4749049 h 4749057"/>
              <a:gd name="connsiteX7" fmla="*/ 0 w 4409647"/>
              <a:gd name="connsiteY7" fmla="*/ 4749049 h 4749057"/>
              <a:gd name="connsiteX8" fmla="*/ 657529 w 4409647"/>
              <a:gd name="connsiteY8" fmla="*/ 2374525 h 474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647" h="474905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bg2"/>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a:latin typeface="Aptos Light" panose="020B0004020202020204" pitchFamily="34" charset="0"/>
            </a:endParaRPr>
          </a:p>
        </p:txBody>
      </p:sp>
      <p:sp>
        <p:nvSpPr>
          <p:cNvPr id="33" name="Pentagon 32">
            <a:extLst>
              <a:ext uri="{FF2B5EF4-FFF2-40B4-BE49-F238E27FC236}">
                <a16:creationId xmlns:a16="http://schemas.microsoft.com/office/drawing/2014/main" id="{754B9373-6DD7-4342-A7CF-94901BAE2421}"/>
              </a:ext>
            </a:extLst>
          </p:cNvPr>
          <p:cNvSpPr/>
          <p:nvPr userDrawn="1"/>
        </p:nvSpPr>
        <p:spPr>
          <a:xfrm>
            <a:off x="365760" y="1434775"/>
            <a:ext cx="8138024" cy="4749049"/>
          </a:xfrm>
          <a:prstGeom prst="homePlate">
            <a:avLst>
              <a:gd name="adj" fmla="val 14796"/>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34" name="Content Placeholder 3">
            <a:extLst>
              <a:ext uri="{FF2B5EF4-FFF2-40B4-BE49-F238E27FC236}">
                <a16:creationId xmlns:a16="http://schemas.microsoft.com/office/drawing/2014/main" id="{F1FA6CEB-34D4-A847-BF61-190089B39F92}"/>
              </a:ext>
            </a:extLst>
          </p:cNvPr>
          <p:cNvSpPr>
            <a:spLocks noGrp="1"/>
          </p:cNvSpPr>
          <p:nvPr>
            <p:ph sz="quarter" idx="14"/>
          </p:nvPr>
        </p:nvSpPr>
        <p:spPr>
          <a:xfrm>
            <a:off x="8794412" y="2057400"/>
            <a:ext cx="2633472" cy="3740255"/>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CB09CFE8-20C6-F140-A80A-4DC505D8D0F1}"/>
              </a:ext>
            </a:extLst>
          </p:cNvPr>
          <p:cNvSpPr>
            <a:spLocks noGrp="1"/>
          </p:cNvSpPr>
          <p:nvPr>
            <p:ph sz="half" idx="1"/>
          </p:nvPr>
        </p:nvSpPr>
        <p:spPr>
          <a:xfrm>
            <a:off x="849854" y="2002895"/>
            <a:ext cx="5425440" cy="3794760"/>
          </a:xfrm>
        </p:spPr>
        <p:txBody>
          <a:bodyPr/>
          <a:lstStyle>
            <a:lvl1pPr>
              <a:defRPr>
                <a:solidFill>
                  <a:schemeClr val="bg1"/>
                </a:solidFill>
                <a:latin typeface="Aptos Light" panose="020B0004020202020204" pitchFamily="34" charset="0"/>
              </a:defRPr>
            </a:lvl1pPr>
            <a:lvl2pPr>
              <a:defRPr>
                <a:solidFill>
                  <a:schemeClr val="bg1"/>
                </a:solidFill>
                <a:latin typeface="Aptos Light" panose="020B0004020202020204" pitchFamily="34" charset="0"/>
              </a:defRPr>
            </a:lvl2pPr>
            <a:lvl3pPr>
              <a:defRPr>
                <a:solidFill>
                  <a:schemeClr val="bg1"/>
                </a:solidFill>
                <a:latin typeface="Aptos Light" panose="020B0004020202020204" pitchFamily="34" charset="0"/>
              </a:defRPr>
            </a:lvl3pPr>
            <a:lvl4pPr>
              <a:defRPr>
                <a:solidFill>
                  <a:schemeClr val="bg1"/>
                </a:solidFill>
                <a:latin typeface="Aptos Light" panose="020B0004020202020204" pitchFamily="34" charset="0"/>
              </a:defRPr>
            </a:lvl4pPr>
            <a:lvl5pPr>
              <a:defRPr>
                <a:solidFill>
                  <a:schemeClr val="bg1"/>
                </a:solidFill>
                <a:latin typeface="Aptos Light"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8167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935205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3292557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userDrawn="1"/>
        </p:nvCxnSpPr>
        <p:spPr>
          <a:xfrm>
            <a:off x="5960745" y="782139"/>
            <a:ext cx="0" cy="3583418"/>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166028"/>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02</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165719"/>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9" name="Content Placeholder 3">
            <a:extLst>
              <a:ext uri="{FF2B5EF4-FFF2-40B4-BE49-F238E27FC236}">
                <a16:creationId xmlns:a16="http://schemas.microsoft.com/office/drawing/2014/main" id="{D0845AFD-7AF0-6C7D-D843-F7A2BDC5D073}"/>
              </a:ext>
            </a:extLst>
          </p:cNvPr>
          <p:cNvSpPr>
            <a:spLocks noGrp="1"/>
          </p:cNvSpPr>
          <p:nvPr>
            <p:ph sz="half" idx="38" hasCustomPrompt="1"/>
          </p:nvPr>
        </p:nvSpPr>
        <p:spPr>
          <a:xfrm>
            <a:off x="6429375" y="276563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03</a:t>
            </a:r>
          </a:p>
        </p:txBody>
      </p:sp>
      <p:sp>
        <p:nvSpPr>
          <p:cNvPr id="13" name="Text Placeholder 17">
            <a:extLst>
              <a:ext uri="{FF2B5EF4-FFF2-40B4-BE49-F238E27FC236}">
                <a16:creationId xmlns:a16="http://schemas.microsoft.com/office/drawing/2014/main" id="{39E8A2D6-B388-0B5D-BCD1-EE5D12DF60DB}"/>
              </a:ext>
            </a:extLst>
          </p:cNvPr>
          <p:cNvSpPr>
            <a:spLocks noGrp="1"/>
          </p:cNvSpPr>
          <p:nvPr>
            <p:ph type="body" sz="quarter" idx="43" hasCustomPrompt="1"/>
          </p:nvPr>
        </p:nvSpPr>
        <p:spPr>
          <a:xfrm>
            <a:off x="5673089" y="2765792"/>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04</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36555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05</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365557"/>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06</a:t>
            </a:r>
          </a:p>
        </p:txBody>
      </p:sp>
    </p:spTree>
    <p:extLst>
      <p:ext uri="{BB962C8B-B14F-4D97-AF65-F5344CB8AC3E}">
        <p14:creationId xmlns:p14="http://schemas.microsoft.com/office/powerpoint/2010/main" val="3845775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Layout for Next step: Three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19" idx="0"/>
          </p:cNvCxnSpPr>
          <p:nvPr userDrawn="1"/>
        </p:nvCxnSpPr>
        <p:spPr>
          <a:xfrm>
            <a:off x="5960745" y="782139"/>
            <a:ext cx="0" cy="2783535"/>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02</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a:t>03</a:t>
            </a:r>
          </a:p>
        </p:txBody>
      </p:sp>
    </p:spTree>
    <p:extLst>
      <p:ext uri="{BB962C8B-B14F-4D97-AF65-F5344CB8AC3E}">
        <p14:creationId xmlns:p14="http://schemas.microsoft.com/office/powerpoint/2010/main" val="269407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6081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354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Photo and Sidebar with teal box">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6096000" y="0"/>
            <a:ext cx="6096000"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985D88AB-63E1-E741-A6EB-DF5CD5CA5685}"/>
              </a:ext>
            </a:extLst>
          </p:cNvPr>
          <p:cNvSpPr/>
          <p:nvPr userDrawn="1"/>
        </p:nvSpPr>
        <p:spPr>
          <a:xfrm>
            <a:off x="5324255" y="4399722"/>
            <a:ext cx="2994991" cy="219986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4" name="Text Placeholder 3">
            <a:extLst>
              <a:ext uri="{FF2B5EF4-FFF2-40B4-BE49-F238E27FC236}">
                <a16:creationId xmlns:a16="http://schemas.microsoft.com/office/drawing/2014/main" id="{F6A996E6-60D4-A74E-B117-BF0A00752627}"/>
              </a:ext>
            </a:extLst>
          </p:cNvPr>
          <p:cNvSpPr>
            <a:spLocks noGrp="1"/>
          </p:cNvSpPr>
          <p:nvPr>
            <p:ph type="body" sz="quarter" idx="17"/>
          </p:nvPr>
        </p:nvSpPr>
        <p:spPr>
          <a:xfrm>
            <a:off x="5616011" y="5499652"/>
            <a:ext cx="2490787" cy="848761"/>
          </a:xfrm>
        </p:spPr>
        <p:txBody>
          <a:bodyPr anchor="ctr" anchorCtr="0">
            <a:normAutofit/>
          </a:bodyPr>
          <a:lstStyle>
            <a:lvl1pPr marL="0" indent="0" algn="ctr">
              <a:buNone/>
              <a:defRPr sz="1600">
                <a:solidFill>
                  <a:schemeClr val="bg1"/>
                </a:solidFill>
                <a:latin typeface="Aptos Light" panose="020B0004020202020204" pitchFamily="34" charset="0"/>
              </a:defRPr>
            </a:lvl1pPr>
            <a:lvl2pPr marL="182880" indent="0">
              <a:buNone/>
              <a:defRPr>
                <a:solidFill>
                  <a:schemeClr val="bg1"/>
                </a:solidFill>
              </a:defRPr>
            </a:lvl2pPr>
            <a:lvl3pPr marL="365760" indent="0">
              <a:buNone/>
              <a:defRPr>
                <a:solidFill>
                  <a:schemeClr val="bg1"/>
                </a:solidFill>
              </a:defRPr>
            </a:lvl3pPr>
            <a:lvl4pPr marL="548640" indent="0">
              <a:buNone/>
              <a:defRPr>
                <a:solidFill>
                  <a:schemeClr val="bg1"/>
                </a:solidFill>
              </a:defRPr>
            </a:lvl4pPr>
            <a:lvl5pPr marL="731520" indent="0">
              <a:buNone/>
              <a:defRPr>
                <a:solidFill>
                  <a:schemeClr val="bg1"/>
                </a:solidFill>
              </a:defRPr>
            </a:lvl5pPr>
          </a:lstStyle>
          <a:p>
            <a:pPr lvl="0"/>
            <a:endParaRPr lang="en-US"/>
          </a:p>
        </p:txBody>
      </p:sp>
    </p:spTree>
    <p:extLst>
      <p:ext uri="{BB962C8B-B14F-4D97-AF65-F5344CB8AC3E}">
        <p14:creationId xmlns:p14="http://schemas.microsoft.com/office/powerpoint/2010/main" val="1005152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8780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lvl1pPr>
              <a:defRPr>
                <a:latin typeface="Aptos Light" panose="020B0004020202020204" pitchFamily="34" charset="0"/>
              </a:defRPr>
            </a:lvl1p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142738" y="2492528"/>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254249" y="2492528"/>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37322" y="2492528"/>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65760" y="2492528"/>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6774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600200"/>
            <a:ext cx="4572000" cy="1828800"/>
          </a:xfrm>
          <a:solidFill>
            <a:schemeClr val="accent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600200"/>
            <a:ext cx="4572000" cy="1828800"/>
          </a:xfrm>
          <a:solidFill>
            <a:schemeClr val="tx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3749041"/>
            <a:ext cx="4572000" cy="1828800"/>
          </a:xfrm>
          <a:solidFill>
            <a:schemeClr val="accent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3749041"/>
            <a:ext cx="4572000" cy="1828800"/>
          </a:xfrm>
          <a:solidFill>
            <a:schemeClr val="accent3"/>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62220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21ED8479-B827-0543-818F-C205C61745F5}"/>
              </a:ext>
            </a:extLst>
          </p:cNvPr>
          <p:cNvSpPr/>
          <p:nvPr userDrawn="1"/>
        </p:nvSpPr>
        <p:spPr>
          <a:xfrm>
            <a:off x="1376856"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8" name="Rectangle 7">
            <a:extLst>
              <a:ext uri="{FF2B5EF4-FFF2-40B4-BE49-F238E27FC236}">
                <a16:creationId xmlns:a16="http://schemas.microsoft.com/office/drawing/2014/main" id="{DBF87AB8-C489-3145-A597-EBA19BBB89B8}"/>
              </a:ext>
            </a:extLst>
          </p:cNvPr>
          <p:cNvSpPr/>
          <p:nvPr userDrawn="1"/>
        </p:nvSpPr>
        <p:spPr>
          <a:xfrm>
            <a:off x="1376856"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9" name="Rectangle 8">
            <a:extLst>
              <a:ext uri="{FF2B5EF4-FFF2-40B4-BE49-F238E27FC236}">
                <a16:creationId xmlns:a16="http://schemas.microsoft.com/office/drawing/2014/main" id="{3B4BED1D-79F4-C94A-ADF6-531074C9CC03}"/>
              </a:ext>
            </a:extLst>
          </p:cNvPr>
          <p:cNvSpPr/>
          <p:nvPr userDrawn="1"/>
        </p:nvSpPr>
        <p:spPr>
          <a:xfrm>
            <a:off x="6213900"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11" name="Rectangle 10">
            <a:extLst>
              <a:ext uri="{FF2B5EF4-FFF2-40B4-BE49-F238E27FC236}">
                <a16:creationId xmlns:a16="http://schemas.microsoft.com/office/drawing/2014/main" id="{F7F839C8-5EEC-2744-92E7-CB78AEAB0B57}"/>
              </a:ext>
            </a:extLst>
          </p:cNvPr>
          <p:cNvSpPr/>
          <p:nvPr userDrawn="1"/>
        </p:nvSpPr>
        <p:spPr>
          <a:xfrm>
            <a:off x="6213900"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12" name="Text Placeholder 11">
            <a:extLst>
              <a:ext uri="{FF2B5EF4-FFF2-40B4-BE49-F238E27FC236}">
                <a16:creationId xmlns:a16="http://schemas.microsoft.com/office/drawing/2014/main" id="{3543EF2C-0E96-534C-9A2E-EA9740AB0AA3}"/>
              </a:ext>
            </a:extLst>
          </p:cNvPr>
          <p:cNvSpPr>
            <a:spLocks noGrp="1"/>
          </p:cNvSpPr>
          <p:nvPr>
            <p:ph type="body" sz="quarter" idx="15" hasCustomPrompt="1"/>
          </p:nvPr>
        </p:nvSpPr>
        <p:spPr>
          <a:xfrm>
            <a:off x="1376857"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
        <p:nvSpPr>
          <p:cNvPr id="13" name="Text Placeholder 11">
            <a:extLst>
              <a:ext uri="{FF2B5EF4-FFF2-40B4-BE49-F238E27FC236}">
                <a16:creationId xmlns:a16="http://schemas.microsoft.com/office/drawing/2014/main" id="{62A56C94-5ABB-0544-9381-F6B187E2CAE0}"/>
              </a:ext>
            </a:extLst>
          </p:cNvPr>
          <p:cNvSpPr>
            <a:spLocks noGrp="1"/>
          </p:cNvSpPr>
          <p:nvPr>
            <p:ph type="body" sz="quarter" idx="16" hasCustomPrompt="1"/>
          </p:nvPr>
        </p:nvSpPr>
        <p:spPr>
          <a:xfrm>
            <a:off x="6213900"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
        <p:nvSpPr>
          <p:cNvPr id="14" name="Text Placeholder 11">
            <a:extLst>
              <a:ext uri="{FF2B5EF4-FFF2-40B4-BE49-F238E27FC236}">
                <a16:creationId xmlns:a16="http://schemas.microsoft.com/office/drawing/2014/main" id="{20C83C36-F998-ED4D-9BF2-56A68F22134E}"/>
              </a:ext>
            </a:extLst>
          </p:cNvPr>
          <p:cNvSpPr>
            <a:spLocks noGrp="1"/>
          </p:cNvSpPr>
          <p:nvPr>
            <p:ph type="body" sz="quarter" idx="17" hasCustomPrompt="1"/>
          </p:nvPr>
        </p:nvSpPr>
        <p:spPr>
          <a:xfrm>
            <a:off x="6213900"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
        <p:nvSpPr>
          <p:cNvPr id="15" name="Text Placeholder 11">
            <a:extLst>
              <a:ext uri="{FF2B5EF4-FFF2-40B4-BE49-F238E27FC236}">
                <a16:creationId xmlns:a16="http://schemas.microsoft.com/office/drawing/2014/main" id="{C001CF52-94D1-C741-BCC2-8936AECB169A}"/>
              </a:ext>
            </a:extLst>
          </p:cNvPr>
          <p:cNvSpPr>
            <a:spLocks noGrp="1"/>
          </p:cNvSpPr>
          <p:nvPr>
            <p:ph type="body" sz="quarter" idx="18" hasCustomPrompt="1"/>
          </p:nvPr>
        </p:nvSpPr>
        <p:spPr>
          <a:xfrm>
            <a:off x="1376857"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Tree>
    <p:extLst>
      <p:ext uri="{BB962C8B-B14F-4D97-AF65-F5344CB8AC3E}">
        <p14:creationId xmlns:p14="http://schemas.microsoft.com/office/powerpoint/2010/main" val="158503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ext Cluster 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45993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1" y="365760"/>
            <a:ext cx="3817619" cy="1120140"/>
          </a:xfrm>
        </p:spPr>
        <p:txBody>
          <a:bodyPr/>
          <a:lstStyle>
            <a:lvl1pPr>
              <a:defRPr>
                <a:latin typeface="Aptos Light" panose="020B0004020202020204" pitchFamily="34" charset="0"/>
              </a:defRPr>
            </a:lvl1pPr>
          </a:lstStyle>
          <a:p>
            <a:r>
              <a:rPr lang="en-US"/>
              <a:t>[Slide title]</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809245" y="3017521"/>
            <a:ext cx="3374135" cy="306324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411980" y="4114800"/>
            <a:ext cx="7780020" cy="196596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3A51F650-E379-3E45-B320-89D0A550D566}"/>
              </a:ext>
            </a:extLst>
          </p:cNvPr>
          <p:cNvSpPr>
            <a:spLocks noGrp="1"/>
          </p:cNvSpPr>
          <p:nvPr>
            <p:ph type="body" sz="quarter" idx="13"/>
          </p:nvPr>
        </p:nvSpPr>
        <p:spPr>
          <a:xfrm>
            <a:off x="4411980" y="1280160"/>
            <a:ext cx="2331720" cy="2629217"/>
          </a:xfrm>
          <a:solidFill>
            <a:schemeClr val="tx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2">
            <a:extLst>
              <a:ext uri="{FF2B5EF4-FFF2-40B4-BE49-F238E27FC236}">
                <a16:creationId xmlns:a16="http://schemas.microsoft.com/office/drawing/2014/main" id="{06C11E3F-0D9E-0A4A-B201-335DD1847B8B}"/>
              </a:ext>
            </a:extLst>
          </p:cNvPr>
          <p:cNvSpPr>
            <a:spLocks noGrp="1"/>
          </p:cNvSpPr>
          <p:nvPr>
            <p:ph type="pic" sz="quarter" idx="16" hasCustomPrompt="1"/>
          </p:nvPr>
        </p:nvSpPr>
        <p:spPr>
          <a:xfrm>
            <a:off x="6743700" y="0"/>
            <a:ext cx="5448300" cy="41148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3041945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222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22206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3839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lvl1pPr>
              <a:defRPr>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atin typeface="Aptos Light" panose="020B0004020202020204" pitchFamily="34" charset="0"/>
              </a:defRPr>
            </a:lvl1pPr>
            <a:lvl2pPr>
              <a:defRPr sz="1800">
                <a:latin typeface="Aptos Light" panose="020B0004020202020204" pitchFamily="34" charset="0"/>
              </a:defRPr>
            </a:lvl2pPr>
            <a:lvl3pPr>
              <a:defRPr sz="1800">
                <a:latin typeface="Aptos Light" panose="020B0004020202020204" pitchFamily="34" charset="0"/>
              </a:defRPr>
            </a:lvl3pPr>
            <a:lvl4pPr>
              <a:defRPr sz="1800">
                <a:latin typeface="Aptos Light" panose="020B0004020202020204" pitchFamily="34" charset="0"/>
              </a:defRPr>
            </a:lvl4pPr>
            <a:lvl5pPr>
              <a:defRPr sz="1800">
                <a:latin typeface="Aptos Light" panose="020B00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0480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latin typeface="Aptos Light" panose="020B0004020202020204" pitchFamily="34" charset="0"/>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latin typeface="Aptos Light" panose="020B0004020202020204" pitchFamily="34" charset="0"/>
              </a:defRPr>
            </a:lvl1pPr>
            <a:lvl2pPr>
              <a:defRPr sz="1800">
                <a:solidFill>
                  <a:schemeClr val="bg1"/>
                </a:solidFill>
                <a:latin typeface="Aptos Light" panose="020B0004020202020204" pitchFamily="34" charset="0"/>
              </a:defRPr>
            </a:lvl2pPr>
            <a:lvl3pPr>
              <a:defRPr sz="1800">
                <a:solidFill>
                  <a:schemeClr val="bg1"/>
                </a:solidFill>
                <a:latin typeface="Aptos Light" panose="020B0004020202020204" pitchFamily="34" charset="0"/>
              </a:defRPr>
            </a:lvl3pPr>
            <a:lvl4pPr>
              <a:defRPr sz="1800">
                <a:solidFill>
                  <a:schemeClr val="bg1"/>
                </a:solidFill>
                <a:latin typeface="Aptos Light" panose="020B0004020202020204" pitchFamily="34" charset="0"/>
              </a:defRPr>
            </a:lvl4pPr>
            <a:lvl5pPr>
              <a:defRPr sz="1800">
                <a:solidFill>
                  <a:schemeClr val="bg1"/>
                </a:solidFill>
                <a:latin typeface="Aptos Light" panose="020B0004020202020204" pitchFamily="34" charset="0"/>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latin typeface="Aptos Light" panose="020B0004020202020204" pitchFamily="34" charset="0"/>
              </a:defRPr>
            </a:lvl1pPr>
            <a:lvl2pPr>
              <a:defRPr sz="1600">
                <a:solidFill>
                  <a:schemeClr val="tx1"/>
                </a:solidFill>
                <a:latin typeface="Aptos Light" panose="020B0004020202020204" pitchFamily="34" charset="0"/>
              </a:defRPr>
            </a:lvl2pPr>
            <a:lvl3pPr>
              <a:defRPr sz="1600">
                <a:solidFill>
                  <a:schemeClr val="tx1"/>
                </a:solidFill>
                <a:latin typeface="Aptos Light" panose="020B0004020202020204" pitchFamily="34" charset="0"/>
              </a:defRPr>
            </a:lvl3pPr>
            <a:lvl4pPr>
              <a:defRPr sz="1600">
                <a:solidFill>
                  <a:schemeClr val="tx1"/>
                </a:solidFill>
                <a:latin typeface="Aptos Light" panose="020B0004020202020204" pitchFamily="34" charset="0"/>
              </a:defRPr>
            </a:lvl4pPr>
            <a:lvl5pPr>
              <a:defRPr sz="1600">
                <a:solidFill>
                  <a:schemeClr val="tx1"/>
                </a:solidFill>
                <a:latin typeface="Aptos Light" panose="020B0004020202020204" pitchFamily="34" charset="0"/>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5758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a:t>[First name Last name]</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a:t>[First name Last name]</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a:t>[First name Last name]</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157247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709E5A0-CF32-5E47-894F-C739D06361FA}"/>
              </a:ext>
            </a:extLst>
          </p:cNvPr>
          <p:cNvSpPr/>
          <p:nvPr userDrawn="1"/>
        </p:nvSpPr>
        <p:spPr>
          <a:xfrm>
            <a:off x="7228309" y="1649651"/>
            <a:ext cx="4594883" cy="3877056"/>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9" name="Rectangle 8">
            <a:extLst>
              <a:ext uri="{FF2B5EF4-FFF2-40B4-BE49-F238E27FC236}">
                <a16:creationId xmlns:a16="http://schemas.microsoft.com/office/drawing/2014/main" id="{39ABF27F-53DD-D649-AFC6-C227410D39DC}"/>
              </a:ext>
            </a:extLst>
          </p:cNvPr>
          <p:cNvSpPr/>
          <p:nvPr userDrawn="1"/>
        </p:nvSpPr>
        <p:spPr>
          <a:xfrm>
            <a:off x="1206254" y="1645921"/>
            <a:ext cx="4594883" cy="388078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571500" y="236601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106308" y="2640330"/>
            <a:ext cx="2446020" cy="1737360"/>
          </a:xfrm>
        </p:spPr>
        <p:txBody>
          <a:bodyPr>
            <a:noAutofit/>
          </a:bodyPr>
          <a:lstStyle>
            <a:lvl1pPr marL="0" indent="0">
              <a:spcBef>
                <a:spcPts val="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71450" indent="-171450">
              <a:spcBef>
                <a:spcPts val="600"/>
              </a:spcBef>
              <a:buFont typeface="Wingdings" pitchFamily="2" charset="2"/>
              <a:buChar char="§"/>
              <a:defRPr sz="1200">
                <a:latin typeface="Aptos Light" panose="020B0004020202020204" pitchFamily="34" charset="0"/>
              </a:defRPr>
            </a:lvl4pPr>
            <a:lvl5pPr marL="365760" indent="-182880">
              <a:buFont typeface="Wingdings" pitchFamily="2" charset="2"/>
              <a:buChar char="§"/>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3"/>
            <a:r>
              <a:rPr lang="en-US"/>
              <a:t>Bullet list</a:t>
            </a:r>
          </a:p>
          <a:p>
            <a:pPr lvl="3"/>
            <a:endParaRPr lang="en-US"/>
          </a:p>
          <a:p>
            <a:pPr lvl="3"/>
            <a:endParaRPr lang="en-US"/>
          </a:p>
          <a:p>
            <a:r>
              <a:rPr lang="en-US" sz="1200" b="1"/>
              <a:t>Prior leadership roles at large, global companies, including:</a:t>
            </a:r>
            <a:endParaRPr lang="en-US" sz="1200"/>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6568442" y="228600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9075420" y="2640330"/>
            <a:ext cx="2221992" cy="1737360"/>
          </a:xfrm>
        </p:spPr>
        <p:txBody>
          <a:bodyPr>
            <a:noAutofit/>
          </a:bodyPr>
          <a:lstStyle>
            <a:lvl1pPr marL="0" indent="0">
              <a:spcBef>
                <a:spcPts val="60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3"/>
            <a:r>
              <a:rPr lang="en-US"/>
              <a:t>Bullet list</a:t>
            </a:r>
          </a:p>
          <a:p>
            <a:pPr lvl="3"/>
            <a:endParaRPr lang="en-US"/>
          </a:p>
          <a:p>
            <a:pPr lvl="3"/>
            <a:endParaRPr lang="en-US"/>
          </a:p>
          <a:p>
            <a:r>
              <a:rPr lang="en-US" sz="1200" b="1"/>
              <a:t>Prior leadership roles at large, global companies, including:</a:t>
            </a:r>
            <a:endParaRPr lang="en-US" sz="1200"/>
          </a:p>
        </p:txBody>
      </p:sp>
    </p:spTree>
    <p:extLst>
      <p:ext uri="{BB962C8B-B14F-4D97-AF65-F5344CB8AC3E}">
        <p14:creationId xmlns:p14="http://schemas.microsoft.com/office/powerpoint/2010/main" val="1251791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lvl1pPr>
              <a:defRPr>
                <a:latin typeface="Aptos Light" panose="020B0004020202020204" pitchFamily="34" charset="0"/>
              </a:defRPr>
            </a:lvl1p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240162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atin typeface="Aptos Light" panose="020B0004020202020204" pitchFamily="34" charset="0"/>
              </a:defRPr>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17764569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p15:clr>
            <a:srgbClr val="FBAE40"/>
          </p15:clr>
        </p15:guide>
        <p15:guide id="3" orient="horz" pos="3832">
          <p15:clr>
            <a:srgbClr val="FBAE40"/>
          </p15:clr>
        </p15:guide>
        <p15:guide id="4" orient="horz" pos="4148">
          <p15:clr>
            <a:srgbClr val="FBAE40"/>
          </p15:clr>
        </p15:guide>
        <p15:guide id="5" pos="708">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Section Header Dark Teal">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12714652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ection Header Light Tea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16133766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ection Header Blac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18717131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28501805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ection Header -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974389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248501973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C326D1BA-385D-D160-3E8B-12E6038EBBBD}"/>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5" name="Title 2">
            <a:extLst>
              <a:ext uri="{FF2B5EF4-FFF2-40B4-BE49-F238E27FC236}">
                <a16:creationId xmlns:a16="http://schemas.microsoft.com/office/drawing/2014/main" id="{B50BE822-3D01-B3AA-C73B-8A3B83E702C4}"/>
              </a:ext>
            </a:extLst>
          </p:cNvPr>
          <p:cNvSpPr>
            <a:spLocks noGrp="1"/>
          </p:cNvSpPr>
          <p:nvPr>
            <p:ph type="title" hasCustomPrompt="1"/>
          </p:nvPr>
        </p:nvSpPr>
        <p:spPr>
          <a:xfrm>
            <a:off x="365759" y="3429000"/>
            <a:ext cx="10235566" cy="116205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
        <p:nvSpPr>
          <p:cNvPr id="6" name="Text Placeholder 5">
            <a:extLst>
              <a:ext uri="{FF2B5EF4-FFF2-40B4-BE49-F238E27FC236}">
                <a16:creationId xmlns:a16="http://schemas.microsoft.com/office/drawing/2014/main" id="{2105E032-A476-D36D-C43A-3C568AB904B7}"/>
              </a:ext>
            </a:extLst>
          </p:cNvPr>
          <p:cNvSpPr>
            <a:spLocks noGrp="1"/>
          </p:cNvSpPr>
          <p:nvPr>
            <p:ph type="body" sz="quarter" idx="15"/>
          </p:nvPr>
        </p:nvSpPr>
        <p:spPr>
          <a:xfrm>
            <a:off x="2905125" y="1714500"/>
            <a:ext cx="7696200" cy="1435100"/>
          </a:xfrm>
        </p:spPr>
        <p:txBody>
          <a:bodyPr/>
          <a:lstStyle>
            <a:lvl1pPr marL="0" indent="0">
              <a:buFontTx/>
              <a:buNone/>
              <a:defRPr/>
            </a:lvl1pPr>
          </a:lstStyle>
          <a:p>
            <a:pPr lvl="0"/>
            <a:r>
              <a:rPr lang="en-US"/>
              <a:t>Click to edit Master text styles</a:t>
            </a:r>
          </a:p>
        </p:txBody>
      </p:sp>
      <p:sp>
        <p:nvSpPr>
          <p:cNvPr id="7" name="Text Placeholder 5">
            <a:extLst>
              <a:ext uri="{FF2B5EF4-FFF2-40B4-BE49-F238E27FC236}">
                <a16:creationId xmlns:a16="http://schemas.microsoft.com/office/drawing/2014/main" id="{B58C265D-4295-4229-0126-2ACCAEA89638}"/>
              </a:ext>
            </a:extLst>
          </p:cNvPr>
          <p:cNvSpPr>
            <a:spLocks noGrp="1"/>
          </p:cNvSpPr>
          <p:nvPr>
            <p:ph type="body" sz="quarter" idx="16"/>
          </p:nvPr>
        </p:nvSpPr>
        <p:spPr>
          <a:xfrm>
            <a:off x="352425" y="4724400"/>
            <a:ext cx="10248900" cy="1162050"/>
          </a:xfrm>
        </p:spPr>
        <p:txBody>
          <a:bodyPr/>
          <a:lstStyle>
            <a:lvl1pPr marL="324000" indent="-324000">
              <a:spcBef>
                <a:spcPts val="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33880157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B5EC9AAC-3C60-6320-DCC6-83B57B96E630}"/>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5" name="Title 2">
            <a:extLst>
              <a:ext uri="{FF2B5EF4-FFF2-40B4-BE49-F238E27FC236}">
                <a16:creationId xmlns:a16="http://schemas.microsoft.com/office/drawing/2014/main" id="{5A3359F6-2212-0787-FE5F-4A783F634ED8}"/>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18557768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_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34245556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p:bg>
      <p:bgPr>
        <a:solidFill>
          <a:srgbClr val="006E74"/>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BBBC22-C650-B44E-7A6D-EA1C7DFE6989}"/>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4" name="Title 2">
            <a:extLst>
              <a:ext uri="{FF2B5EF4-FFF2-40B4-BE49-F238E27FC236}">
                <a16:creationId xmlns:a16="http://schemas.microsoft.com/office/drawing/2014/main" id="{EA65768C-B601-33B4-93A0-0193CC077746}"/>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
        <p:nvSpPr>
          <p:cNvPr id="6" name="Picture Placeholder 4">
            <a:extLst>
              <a:ext uri="{FF2B5EF4-FFF2-40B4-BE49-F238E27FC236}">
                <a16:creationId xmlns:a16="http://schemas.microsoft.com/office/drawing/2014/main" id="{F2BE5C9E-9BB6-4A94-4A61-9EE5BAE44776}"/>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Tree>
    <p:extLst>
      <p:ext uri="{BB962C8B-B14F-4D97-AF65-F5344CB8AC3E}">
        <p14:creationId xmlns:p14="http://schemas.microsoft.com/office/powerpoint/2010/main" val="13873035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Light teal">
    <p:bg>
      <p:bgPr>
        <a:solidFill>
          <a:schemeClr val="accent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9689AA05-4526-CF9A-27B2-771806367921}"/>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7" name="Text Placeholder 1">
            <a:extLst>
              <a:ext uri="{FF2B5EF4-FFF2-40B4-BE49-F238E27FC236}">
                <a16:creationId xmlns:a16="http://schemas.microsoft.com/office/drawing/2014/main" id="{619370A0-AA04-76B1-3C20-3A0DE2D8B421}"/>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8" name="Title 2">
            <a:extLst>
              <a:ext uri="{FF2B5EF4-FFF2-40B4-BE49-F238E27FC236}">
                <a16:creationId xmlns:a16="http://schemas.microsoft.com/office/drawing/2014/main" id="{18F4634C-2105-F35B-2F6F-FB7C70B000E4}"/>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9649794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Black">
    <p:bg>
      <p:bgPr>
        <a:solidFill>
          <a:schemeClr val="bg1"/>
        </a:solidFill>
        <a:effectLst/>
      </p:bgPr>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E08BF880-08B4-3CD8-DBE6-2D803A81945D}"/>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6" name="Text Placeholder 1">
            <a:extLst>
              <a:ext uri="{FF2B5EF4-FFF2-40B4-BE49-F238E27FC236}">
                <a16:creationId xmlns:a16="http://schemas.microsoft.com/office/drawing/2014/main" id="{700913E4-E9D3-1B5D-E3D7-CF8E0A193B8F}"/>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7" name="Title 2">
            <a:extLst>
              <a:ext uri="{FF2B5EF4-FFF2-40B4-BE49-F238E27FC236}">
                <a16:creationId xmlns:a16="http://schemas.microsoft.com/office/drawing/2014/main" id="{CEF35138-C014-69EF-787C-B988E81FADCE}"/>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14615210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31915977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4026854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Section Header - Big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a:t>[Additional content, if needed]</a:t>
            </a:r>
          </a:p>
        </p:txBody>
      </p:sp>
    </p:spTree>
    <p:extLst>
      <p:ext uri="{BB962C8B-B14F-4D97-AF65-F5344CB8AC3E}">
        <p14:creationId xmlns:p14="http://schemas.microsoft.com/office/powerpoint/2010/main" val="38182329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21684437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38891104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Half sand bottom half">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7" name="TextBox 6">
            <a:extLst>
              <a:ext uri="{FF2B5EF4-FFF2-40B4-BE49-F238E27FC236}">
                <a16:creationId xmlns:a16="http://schemas.microsoft.com/office/drawing/2014/main" id="{A9B57730-4188-C541-87CF-F6B2818DBCB9}"/>
              </a:ext>
            </a:extLst>
          </p:cNvPr>
          <p:cNvSpPr txBox="1"/>
          <p:nvPr userDrawn="1"/>
        </p:nvSpPr>
        <p:spPr>
          <a:xfrm>
            <a:off x="-1974715" y="-1750979"/>
            <a:ext cx="0" cy="0"/>
          </a:xfrm>
          <a:prstGeom prst="rect">
            <a:avLst/>
          </a:prstGeom>
          <a:noFill/>
        </p:spPr>
        <p:txBody>
          <a:bodyPr wrap="none" lIns="0" tIns="0" rIns="0" bIns="0" rtlCol="0">
            <a:noAutofit/>
          </a:bodyPr>
          <a:lstStyle/>
          <a:p>
            <a:pPr marL="0" indent="0" algn="l">
              <a:lnSpc>
                <a:spcPct val="100000"/>
              </a:lnSpc>
              <a:spcBef>
                <a:spcPts val="1200"/>
              </a:spcBef>
              <a:buSzPct val="100000"/>
              <a:buFont typeface="Arial" panose="020B0604020202020204" pitchFamily="34" charset="0"/>
              <a:buNone/>
            </a:pPr>
            <a:endParaRPr lang="en-US" sz="1800">
              <a:latin typeface="Aptos Light" panose="020B0004020202020204" pitchFamily="34" charset="0"/>
            </a:endParaRPr>
          </a:p>
        </p:txBody>
      </p:sp>
      <p:sp>
        <p:nvSpPr>
          <p:cNvPr id="24" name="Legal">
            <a:extLst>
              <a:ext uri="{FF2B5EF4-FFF2-40B4-BE49-F238E27FC236}">
                <a16:creationId xmlns:a16="http://schemas.microsoft.com/office/drawing/2014/main" id="{C488002F-59F6-1647-9C99-8A64A64A9B14}"/>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25" name="Slide Number Placeholder 10">
            <a:extLst>
              <a:ext uri="{FF2B5EF4-FFF2-40B4-BE49-F238E27FC236}">
                <a16:creationId xmlns:a16="http://schemas.microsoft.com/office/drawing/2014/main" id="{E005E4E3-E3E6-7D41-85E9-9E6D664E045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26" name="UST" descr="UST">
            <a:extLst>
              <a:ext uri="{FF2B5EF4-FFF2-40B4-BE49-F238E27FC236}">
                <a16:creationId xmlns:a16="http://schemas.microsoft.com/office/drawing/2014/main" id="{4288F147-CA5C-4C40-8385-C50B1902280D}"/>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7" name="Title 1">
            <a:extLst>
              <a:ext uri="{FF2B5EF4-FFF2-40B4-BE49-F238E27FC236}">
                <a16:creationId xmlns:a16="http://schemas.microsoft.com/office/drawing/2014/main" id="{12319454-8670-4D40-A340-289ABE61F1E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1216751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Only + bottom callout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20FE6-7EB8-7041-AA1B-1A31760D3ABE}"/>
              </a:ext>
            </a:extLst>
          </p:cNvPr>
          <p:cNvSpPr/>
          <p:nvPr userDrawn="1"/>
        </p:nvSpPr>
        <p:spPr>
          <a:xfrm>
            <a:off x="-1524" y="6114426"/>
            <a:ext cx="12192000" cy="5873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[Slide title]</a:t>
            </a:r>
          </a:p>
        </p:txBody>
      </p:sp>
      <p:pic>
        <p:nvPicPr>
          <p:cNvPr id="5" name="Picture 4" descr="Logo, icon&#10;&#10;Description automatically generated">
            <a:extLst>
              <a:ext uri="{FF2B5EF4-FFF2-40B4-BE49-F238E27FC236}">
                <a16:creationId xmlns:a16="http://schemas.microsoft.com/office/drawing/2014/main" id="{C374CEC6-01F5-0E4B-B146-C46AB843BA36}"/>
              </a:ext>
            </a:extLst>
          </p:cNvPr>
          <p:cNvPicPr>
            <a:picLocks noChangeAspect="1"/>
          </p:cNvPicPr>
          <p:nvPr userDrawn="1"/>
        </p:nvPicPr>
        <p:blipFill>
          <a:blip r:embed="rId2"/>
          <a:stretch>
            <a:fillRect/>
          </a:stretch>
        </p:blipFill>
        <p:spPr>
          <a:xfrm>
            <a:off x="365760" y="6234730"/>
            <a:ext cx="324974" cy="359182"/>
          </a:xfrm>
          <a:prstGeom prst="rect">
            <a:avLst/>
          </a:prstGeom>
        </p:spPr>
      </p:pic>
      <p:sp>
        <p:nvSpPr>
          <p:cNvPr id="6" name="Slide Number Placeholder 10">
            <a:extLst>
              <a:ext uri="{FF2B5EF4-FFF2-40B4-BE49-F238E27FC236}">
                <a16:creationId xmlns:a16="http://schemas.microsoft.com/office/drawing/2014/main" id="{D3CF422C-ACDA-544F-97DF-599F1A0975E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7" name="Legal">
            <a:extLst>
              <a:ext uri="{FF2B5EF4-FFF2-40B4-BE49-F238E27FC236}">
                <a16:creationId xmlns:a16="http://schemas.microsoft.com/office/drawing/2014/main" id="{A972C742-7560-2941-A7DB-CBA02B9EF4E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Tree>
    <p:extLst>
      <p:ext uri="{BB962C8B-B14F-4D97-AF65-F5344CB8AC3E}">
        <p14:creationId xmlns:p14="http://schemas.microsoft.com/office/powerpoint/2010/main" val="3009279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About UST summary">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32038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b="1">
                <a:latin typeface="Aptos" panose="020B0004020202020204" pitchFamily="34" charset="0"/>
              </a:defRPr>
            </a:lvl1pPr>
          </a:lstStyle>
          <a:p>
            <a:r>
              <a:rPr lang="en-US"/>
              <a:t>[Slide title]</a:t>
            </a:r>
          </a:p>
        </p:txBody>
      </p:sp>
    </p:spTree>
    <p:extLst>
      <p:ext uri="{BB962C8B-B14F-4D97-AF65-F5344CB8AC3E}">
        <p14:creationId xmlns:p14="http://schemas.microsoft.com/office/powerpoint/2010/main" val="3394392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521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Questions?</a:t>
            </a:r>
          </a:p>
        </p:txBody>
      </p:sp>
      <p:pic>
        <p:nvPicPr>
          <p:cNvPr id="3" name="Picture 2" descr="Icon&#10;&#10;Description automatically generated with medium confidence">
            <a:extLst>
              <a:ext uri="{FF2B5EF4-FFF2-40B4-BE49-F238E27FC236}">
                <a16:creationId xmlns:a16="http://schemas.microsoft.com/office/drawing/2014/main" id="{A02A78E1-97C6-6B47-A7D5-515210C9C5F2}"/>
              </a:ext>
            </a:extLst>
          </p:cNvPr>
          <p:cNvPicPr>
            <a:picLocks noChangeAspect="1"/>
          </p:cNvPicPr>
          <p:nvPr userDrawn="1"/>
        </p:nvPicPr>
        <p:blipFill>
          <a:blip r:embed="rId2"/>
          <a:stretch>
            <a:fillRect/>
          </a:stretch>
        </p:blipFill>
        <p:spPr>
          <a:xfrm>
            <a:off x="4903595" y="365760"/>
            <a:ext cx="6108561" cy="6108561"/>
          </a:xfrm>
          <a:prstGeom prst="rect">
            <a:avLst/>
          </a:prstGeom>
        </p:spPr>
      </p:pic>
    </p:spTree>
    <p:extLst>
      <p:ext uri="{BB962C8B-B14F-4D97-AF65-F5344CB8AC3E}">
        <p14:creationId xmlns:p14="http://schemas.microsoft.com/office/powerpoint/2010/main" val="2590503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losing boundless impact slide 0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2997200"/>
            <a:ext cx="4886565" cy="2331155"/>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800" b="0" i="0" u="none" strike="noStrike" kern="1200" cap="none" spc="0" normalizeH="0" baseline="0" noProof="0">
                <a:ln>
                  <a:noFill/>
                </a:ln>
                <a:solidFill>
                  <a:srgbClr val="FFFFFF"/>
                </a:solidFill>
                <a:effectLst/>
                <a:uLnTx/>
                <a:uFillTx/>
                <a:latin typeface="Aptos Light" panose="020B0004020202020204" pitchFamily="34" charset="0"/>
                <a:ea typeface="+mj-ea"/>
                <a:cs typeface="+mj-cs"/>
              </a:rPr>
              <a:t>Together, we build for boundless impact</a:t>
            </a:r>
            <a:endParaRPr lang="en-US" sz="2400" b="0">
              <a:latin typeface="Aptos Light" panose="020B0004020202020204" pitchFamily="34" charset="0"/>
            </a:endParaRPr>
          </a:p>
        </p:txBody>
      </p:sp>
    </p:spTree>
    <p:extLst>
      <p:ext uri="{BB962C8B-B14F-4D97-AF65-F5344CB8AC3E}">
        <p14:creationId xmlns:p14="http://schemas.microsoft.com/office/powerpoint/2010/main" val="2584600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losing 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Aptos Light" panose="020B0004020202020204" pitchFamily="34" charset="0"/>
                <a:ea typeface="+mj-ea"/>
                <a:cs typeface="+mj-cs"/>
              </a:rPr>
              <a:t>Together, we build for boundless impact</a:t>
            </a:r>
            <a:endParaRPr lang="en-US" sz="1800">
              <a:latin typeface="Aptos Light" panose="020B0004020202020204" pitchFamily="34" charset="0"/>
            </a:endParaRPr>
          </a:p>
        </p:txBody>
      </p:sp>
    </p:spTree>
    <p:extLst>
      <p:ext uri="{BB962C8B-B14F-4D97-AF65-F5344CB8AC3E}">
        <p14:creationId xmlns:p14="http://schemas.microsoft.com/office/powerpoint/2010/main" val="17552573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chemeClr val="accent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latin typeface="Aptos Light" panose="020B0004020202020204" pitchFamily="34" charset="0"/>
              </a:rPr>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r>
              <a:rPr lang="en-US">
                <a:hlinkClick r:id="rId2">
                  <a:extLst>
                    <a:ext uri="{A12FA001-AC4F-418D-AE19-62706E023703}">
                      <ahyp:hlinkClr xmlns:ahyp="http://schemas.microsoft.com/office/drawing/2018/hyperlinkcolor" val="tx"/>
                    </a:ext>
                  </a:extLst>
                </a:hlinkClick>
              </a:rPr>
              <a:t>brand@ust.com</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latin typeface="Aptos Light" panose="020B0004020202020204" pitchFamily="34" charset="0"/>
              </a:rPr>
              <a:t>ust.com</a:t>
            </a:r>
          </a:p>
        </p:txBody>
      </p:sp>
    </p:spTree>
    <p:extLst>
      <p:ext uri="{BB962C8B-B14F-4D97-AF65-F5344CB8AC3E}">
        <p14:creationId xmlns:p14="http://schemas.microsoft.com/office/powerpoint/2010/main" val="27602535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p15:clr>
            <a:srgbClr val="FBAE40"/>
          </p15:clr>
        </p15:guide>
        <p15:guide id="5" orient="horz" pos="4090">
          <p15:clr>
            <a:srgbClr val="FBAE40"/>
          </p15:clr>
        </p15:guide>
        <p15:guide id="6" pos="5594">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chemeClr val="accent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Aptos Light" panose="020B0004020202020204" pitchFamily="34" charset="0"/>
                <a:ea typeface="+mj-ea"/>
                <a:cs typeface="+mj-cs"/>
              </a:rPr>
              <a:t>Appendix</a:t>
            </a:r>
            <a:endParaRPr lang="en-US" sz="4800" b="0">
              <a:latin typeface="Aptos Light" panose="020B0004020202020204" pitchFamily="34" charset="0"/>
            </a:endParaRPr>
          </a:p>
        </p:txBody>
      </p:sp>
    </p:spTree>
    <p:extLst>
      <p:ext uri="{BB962C8B-B14F-4D97-AF65-F5344CB8AC3E}">
        <p14:creationId xmlns:p14="http://schemas.microsoft.com/office/powerpoint/2010/main" val="17563877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a:latin typeface="Aptos Light" panose="020B0004020202020204" pitchFamily="34" charset="0"/>
              </a:rPr>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a:latin typeface="Aptos Light" panose="020B0004020202020204" pitchFamily="34" charset="0"/>
              </a:rPr>
              <a:t>Copyright © 2025 by UST Global Inc. All rights reserved.</a:t>
            </a:r>
          </a:p>
          <a:p>
            <a:pPr>
              <a:lnSpc>
                <a:spcPct val="100000"/>
              </a:lnSpc>
              <a:spcBef>
                <a:spcPts val="1200"/>
              </a:spcBef>
              <a:buSzPct val="100000"/>
            </a:pPr>
            <a:r>
              <a:rPr lang="en-US">
                <a:latin typeface="Aptos Light" panose="020B0004020202020204" pitchFamily="34" charset="0"/>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a:latin typeface="Aptos Light" panose="020B0004020202020204" pitchFamily="34" charset="0"/>
              </a:rPr>
              <a:t>UST</a:t>
            </a:r>
            <a:r>
              <a:rPr lang="en-US" baseline="30000">
                <a:latin typeface="Aptos Light" panose="020B0004020202020204" pitchFamily="34" charset="0"/>
              </a:rPr>
              <a:t>®</a:t>
            </a:r>
            <a:r>
              <a:rPr lang="en-US">
                <a:latin typeface="Aptos Light" panose="020B0004020202020204" pitchFamily="34" charset="0"/>
              </a:rPr>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latin typeface="Aptos Light" panose="020B0004020202020204" pitchFamily="34" charset="0"/>
              </a:rPr>
              <a:t>UST</a:t>
            </a:r>
          </a:p>
          <a:p>
            <a:pPr>
              <a:lnSpc>
                <a:spcPct val="100000"/>
              </a:lnSpc>
              <a:spcBef>
                <a:spcPts val="0"/>
              </a:spcBef>
              <a:buSzPct val="100000"/>
            </a:pPr>
            <a:r>
              <a:rPr lang="en-US" b="0">
                <a:solidFill>
                  <a:schemeClr val="tx1"/>
                </a:solidFill>
                <a:latin typeface="Aptos Light" panose="020B0004020202020204" pitchFamily="34" charset="0"/>
              </a:rPr>
              <a:t>5 Polaris Way</a:t>
            </a:r>
          </a:p>
          <a:p>
            <a:pPr>
              <a:lnSpc>
                <a:spcPct val="100000"/>
              </a:lnSpc>
              <a:spcBef>
                <a:spcPts val="0"/>
              </a:spcBef>
              <a:buSzPct val="100000"/>
            </a:pPr>
            <a:r>
              <a:rPr lang="en-US" b="0">
                <a:solidFill>
                  <a:schemeClr val="tx1"/>
                </a:solidFill>
                <a:latin typeface="Aptos Light" panose="020B0004020202020204" pitchFamily="34" charset="0"/>
              </a:rPr>
              <a:t>Aliso Viejo, CA 92656</a:t>
            </a:r>
          </a:p>
          <a:p>
            <a:pPr>
              <a:lnSpc>
                <a:spcPct val="100000"/>
              </a:lnSpc>
              <a:spcBef>
                <a:spcPts val="1200"/>
              </a:spcBef>
              <a:buSzPct val="100000"/>
            </a:pPr>
            <a:r>
              <a:rPr lang="en-US" b="0">
                <a:solidFill>
                  <a:schemeClr val="tx1"/>
                </a:solidFill>
                <a:latin typeface="Aptos Light" panose="020B0004020202020204" pitchFamily="34" charset="0"/>
              </a:rPr>
              <a:t>T +1 949 716 8757</a:t>
            </a:r>
          </a:p>
          <a:p>
            <a:pPr>
              <a:lnSpc>
                <a:spcPct val="100000"/>
              </a:lnSpc>
              <a:spcBef>
                <a:spcPts val="0"/>
              </a:spcBef>
              <a:buSzPct val="100000"/>
            </a:pPr>
            <a:r>
              <a:rPr lang="en-US" b="0">
                <a:solidFill>
                  <a:schemeClr val="tx1"/>
                </a:solidFill>
                <a:latin typeface="Aptos Light" panose="020B0004020202020204" pitchFamily="34" charset="0"/>
              </a:rPr>
              <a:t>F +1 949 716 8396</a:t>
            </a:r>
          </a:p>
          <a:p>
            <a:pPr>
              <a:lnSpc>
                <a:spcPct val="100000"/>
              </a:lnSpc>
              <a:spcBef>
                <a:spcPts val="1200"/>
              </a:spcBef>
              <a:buSzPct val="100000"/>
            </a:pPr>
            <a:r>
              <a:rPr lang="en-US" b="1">
                <a:solidFill>
                  <a:schemeClr val="tx1"/>
                </a:solidFill>
                <a:latin typeface="Aptos Light" panose="020B0004020202020204" pitchFamily="34" charset="0"/>
              </a:rPr>
              <a:t>ust.com</a:t>
            </a:r>
          </a:p>
        </p:txBody>
      </p:sp>
      <p:sp>
        <p:nvSpPr>
          <p:cNvPr id="13" name="Facebook">
            <a:hlinkClick r:id="rId2"/>
            <a:extLst>
              <a:ext uri="{FF2B5EF4-FFF2-40B4-BE49-F238E27FC236}">
                <a16:creationId xmlns:a16="http://schemas.microsoft.com/office/drawing/2014/main" id="{D3CE881A-2E2C-4BF7-81A2-0B6ABD537CEA}"/>
              </a:ext>
            </a:extLst>
          </p:cNvPr>
          <p:cNvSpPr>
            <a:spLocks/>
          </p:cNvSpPr>
          <p:nvPr userDrawn="1"/>
        </p:nvSpPr>
        <p:spPr bwMode="auto">
          <a:xfrm>
            <a:off x="9197136"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7" name="YouTube">
            <a:hlinkClick r:id="rId3"/>
            <a:extLst>
              <a:ext uri="{FF2B5EF4-FFF2-40B4-BE49-F238E27FC236}">
                <a16:creationId xmlns:a16="http://schemas.microsoft.com/office/drawing/2014/main" id="{7FB14B23-C759-4C47-887D-A27839DAE366}"/>
              </a:ext>
            </a:extLst>
          </p:cNvPr>
          <p:cNvSpPr>
            <a:spLocks noEditPoints="1"/>
          </p:cNvSpPr>
          <p:nvPr userDrawn="1"/>
        </p:nvSpPr>
        <p:spPr bwMode="auto">
          <a:xfrm>
            <a:off x="10916563" y="5537234"/>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19" name="LinkedIn">
            <a:hlinkClick r:id="rId4"/>
            <a:extLst>
              <a:ext uri="{FF2B5EF4-FFF2-40B4-BE49-F238E27FC236}">
                <a16:creationId xmlns:a16="http://schemas.microsoft.com/office/drawing/2014/main" id="{58F9BA14-DDCC-0CC3-6CDE-E51A0814C7BA}"/>
              </a:ext>
            </a:extLst>
          </p:cNvPr>
          <p:cNvSpPr>
            <a:spLocks noChangeAspect="1" noEditPoints="1"/>
          </p:cNvSpPr>
          <p:nvPr userDrawn="1"/>
        </p:nvSpPr>
        <p:spPr bwMode="auto">
          <a:xfrm>
            <a:off x="9992433" y="5537234"/>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pic>
        <p:nvPicPr>
          <p:cNvPr id="26" name="Picture 25">
            <a:hlinkClick r:id="rId5"/>
            <a:extLst>
              <a:ext uri="{FF2B5EF4-FFF2-40B4-BE49-F238E27FC236}">
                <a16:creationId xmlns:a16="http://schemas.microsoft.com/office/drawing/2014/main" id="{8734E9CE-0BA1-A43D-678C-EDCD3D2E86E6}"/>
              </a:ext>
            </a:extLst>
          </p:cNvPr>
          <p:cNvPicPr>
            <a:picLocks noChangeAspect="1"/>
          </p:cNvPicPr>
          <p:nvPr userDrawn="1"/>
        </p:nvPicPr>
        <p:blipFill>
          <a:blip r:embed="rId6"/>
          <a:stretch>
            <a:fillRect/>
          </a:stretch>
        </p:blipFill>
        <p:spPr>
          <a:xfrm>
            <a:off x="9520064" y="5537234"/>
            <a:ext cx="271272" cy="245364"/>
          </a:xfrm>
          <a:prstGeom prst="rect">
            <a:avLst/>
          </a:prstGeom>
        </p:spPr>
      </p:pic>
      <p:pic>
        <p:nvPicPr>
          <p:cNvPr id="28" name="Picture 27">
            <a:extLst>
              <a:ext uri="{FF2B5EF4-FFF2-40B4-BE49-F238E27FC236}">
                <a16:creationId xmlns:a16="http://schemas.microsoft.com/office/drawing/2014/main" id="{DCA9BE77-449D-B0EC-E04E-C5C320AFB2C6}"/>
              </a:ext>
            </a:extLst>
          </p:cNvPr>
          <p:cNvPicPr>
            <a:picLocks noChangeAspect="1"/>
          </p:cNvPicPr>
          <p:nvPr userDrawn="1"/>
        </p:nvPicPr>
        <p:blipFill>
          <a:blip r:embed="rId7"/>
          <a:stretch>
            <a:fillRect/>
          </a:stretch>
        </p:blipFill>
        <p:spPr>
          <a:xfrm>
            <a:off x="10449725" y="5538999"/>
            <a:ext cx="265741" cy="265741"/>
          </a:xfrm>
          <a:prstGeom prst="rect">
            <a:avLst/>
          </a:prstGeom>
        </p:spPr>
      </p:pic>
    </p:spTree>
    <p:extLst>
      <p:ext uri="{BB962C8B-B14F-4D97-AF65-F5344CB8AC3E}">
        <p14:creationId xmlns:p14="http://schemas.microsoft.com/office/powerpoint/2010/main" val="2233087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180807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1 Text box T20V1">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BA198D21-2409-AA26-2882-9757585EE7C8}"/>
              </a:ext>
            </a:extLst>
          </p:cNvPr>
          <p:cNvSpPr>
            <a:spLocks noGrp="1"/>
          </p:cNvSpPr>
          <p:nvPr>
            <p:ph type="pic" sz="quarter" idx="17"/>
          </p:nvPr>
        </p:nvSpPr>
        <p:spPr>
          <a:xfrm>
            <a:off x="7608736" y="1603545"/>
            <a:ext cx="3650910" cy="3650910"/>
          </a:xfrm>
          <a:prstGeom prst="ellipse">
            <a:avLst/>
          </a:prstGeom>
        </p:spPr>
        <p:txBody>
          <a:bodyPr vert="horz" lIns="91440" tIns="45720" rIns="91440" bIns="45720" rtlCol="0">
            <a:noAutofit/>
          </a:bodyPr>
          <a:lstStyle>
            <a:lvl1pPr algn="ctr">
              <a:defRPr lang="en-US" dirty="0"/>
            </a:lvl1pPr>
          </a:lstStyle>
          <a:p>
            <a:pPr marL="0" lvl="0" indent="0">
              <a:buNone/>
            </a:pPr>
            <a:r>
              <a:rPr lang="en-US"/>
              <a:t>Click icon to add picture</a:t>
            </a:r>
          </a:p>
        </p:txBody>
      </p:sp>
      <p:sp>
        <p:nvSpPr>
          <p:cNvPr id="3" name="Date Placeholder 3">
            <a:extLst>
              <a:ext uri="{FF2B5EF4-FFF2-40B4-BE49-F238E27FC236}">
                <a16:creationId xmlns:a16="http://schemas.microsoft.com/office/drawing/2014/main" id="{16F8CAE4-6EE8-A1E2-5B46-56CC0AF80B0C}"/>
              </a:ext>
            </a:extLst>
          </p:cNvPr>
          <p:cNvSpPr>
            <a:spLocks noGrp="1"/>
          </p:cNvSpPr>
          <p:nvPr>
            <p:ph type="dt" sz="half" idx="10"/>
          </p:nvPr>
        </p:nvSpPr>
        <p:spPr>
          <a:xfrm>
            <a:off x="587375" y="6273800"/>
            <a:ext cx="1439863" cy="365125"/>
          </a:xfrm>
        </p:spPr>
        <p:txBody>
          <a:bodyPr/>
          <a:lstStyle/>
          <a:p>
            <a:fld id="{AA8A0EC6-5648-844A-8827-911B00959032}" type="datetimeFigureOut">
              <a:rPr lang="en-US" smtClean="0"/>
              <a:t>9/29/2026</a:t>
            </a:fld>
            <a:endParaRPr lang="en-US"/>
          </a:p>
        </p:txBody>
      </p:sp>
      <p:sp>
        <p:nvSpPr>
          <p:cNvPr id="8" name="Title 1">
            <a:extLst>
              <a:ext uri="{FF2B5EF4-FFF2-40B4-BE49-F238E27FC236}">
                <a16:creationId xmlns:a16="http://schemas.microsoft.com/office/drawing/2014/main" id="{AC879E2F-79B4-EBD6-54C0-63B169C2C7AD}"/>
              </a:ext>
            </a:extLst>
          </p:cNvPr>
          <p:cNvSpPr>
            <a:spLocks noGrp="1"/>
          </p:cNvSpPr>
          <p:nvPr>
            <p:ph type="title"/>
          </p:nvPr>
        </p:nvSpPr>
        <p:spPr>
          <a:xfrm>
            <a:off x="584199" y="584200"/>
            <a:ext cx="6666863" cy="1602000"/>
          </a:xfrm>
          <a:prstGeom prst="rect">
            <a:avLst/>
          </a:prstGeom>
        </p:spPr>
        <p:txBody>
          <a:bodyPr>
            <a:noAutofit/>
          </a:bodyPr>
          <a:lstStyle/>
          <a:p>
            <a:r>
              <a:rPr lang="en-US"/>
              <a:t>Click to edit Master title style</a:t>
            </a:r>
          </a:p>
        </p:txBody>
      </p:sp>
      <p:sp>
        <p:nvSpPr>
          <p:cNvPr id="9" name="Text Placeholder 2">
            <a:extLst>
              <a:ext uri="{FF2B5EF4-FFF2-40B4-BE49-F238E27FC236}">
                <a16:creationId xmlns:a16="http://schemas.microsoft.com/office/drawing/2014/main" id="{11D0DF8C-8C9B-C4B9-2074-FF3FAE5B705C}"/>
              </a:ext>
            </a:extLst>
          </p:cNvPr>
          <p:cNvSpPr>
            <a:spLocks noGrp="1"/>
          </p:cNvSpPr>
          <p:nvPr>
            <p:ph type="body" idx="1"/>
          </p:nvPr>
        </p:nvSpPr>
        <p:spPr>
          <a:xfrm>
            <a:off x="587376" y="2817453"/>
            <a:ext cx="6667200" cy="593840"/>
          </a:xfrm>
        </p:spPr>
        <p:txBody>
          <a:bodyPr anchor="b">
            <a:noAutofit/>
          </a:bodyPr>
          <a:lstStyle>
            <a:lvl1pPr marL="0" indent="0">
              <a:lnSpc>
                <a:spcPct val="100000"/>
              </a:lnSpc>
              <a:spcBef>
                <a:spcPts val="0"/>
              </a:spcBef>
              <a:buNone/>
              <a:defRPr sz="1800" b="1">
                <a:latin typeface="+mj-lt"/>
                <a:ea typeface="Calibri Bold" panose="020F0702030404030204" pitchFamily="34" charset="0"/>
                <a:cs typeface="Calibri Bold" panose="020F07020304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a:extLst>
              <a:ext uri="{FF2B5EF4-FFF2-40B4-BE49-F238E27FC236}">
                <a16:creationId xmlns:a16="http://schemas.microsoft.com/office/drawing/2014/main" id="{79606CDC-68D2-05D8-FB6A-85043B8BC364}"/>
              </a:ext>
            </a:extLst>
          </p:cNvPr>
          <p:cNvSpPr>
            <a:spLocks noGrp="1"/>
          </p:cNvSpPr>
          <p:nvPr>
            <p:ph type="body" sz="half" idx="2"/>
          </p:nvPr>
        </p:nvSpPr>
        <p:spPr>
          <a:xfrm>
            <a:off x="587376" y="3429000"/>
            <a:ext cx="6667200" cy="2179320"/>
          </a:xfrm>
        </p:spPr>
        <p:txBody>
          <a:bodyPr>
            <a:noAutofit/>
          </a:bodyPr>
          <a:lstStyle>
            <a:lvl1pPr marL="0" indent="0">
              <a:lnSpc>
                <a:spcPct val="100000"/>
              </a:lnSpc>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Footer Placeholder 4">
            <a:extLst>
              <a:ext uri="{FF2B5EF4-FFF2-40B4-BE49-F238E27FC236}">
                <a16:creationId xmlns:a16="http://schemas.microsoft.com/office/drawing/2014/main" id="{101D11D6-8418-FFC0-4DA8-26F715BE3921}"/>
              </a:ext>
            </a:extLst>
          </p:cNvPr>
          <p:cNvSpPr>
            <a:spLocks noGrp="1"/>
          </p:cNvSpPr>
          <p:nvPr>
            <p:ph type="ftr" sz="quarter" idx="11"/>
          </p:nvPr>
        </p:nvSpPr>
        <p:spPr>
          <a:xfrm>
            <a:off x="4349751" y="6273800"/>
            <a:ext cx="3492499"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658390515"/>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7_Worldwide office locations Updated">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a:solidFill>
                  <a:schemeClr val="tx1"/>
                </a:solidFill>
                <a:latin typeface="Aptos Light" panose="020B0004020202020204" pitchFamily="34" charset="0"/>
              </a:rPr>
              <a:t>Engineering change </a:t>
            </a:r>
            <a:br>
              <a:rPr lang="en-US" b="0">
                <a:solidFill>
                  <a:schemeClr val="tx1"/>
                </a:solidFill>
                <a:latin typeface="Aptos Light" panose="020B0004020202020204" pitchFamily="34" charset="0"/>
              </a:rPr>
            </a:br>
            <a:r>
              <a:rPr lang="en-US" b="0">
                <a:solidFill>
                  <a:schemeClr val="tx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latin typeface="Aptos Light" panose="020B0004020202020204" pitchFamily="34" charset="0"/>
              </a:rPr>
              <a:t>*To see a list of all offices, visit </a:t>
            </a:r>
            <a:r>
              <a:rPr lang="en-US" sz="1050" b="1" i="0" u="sng">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grpSp>
        <p:nvGrpSpPr>
          <p:cNvPr id="4" name="Group 3">
            <a:extLst>
              <a:ext uri="{FF2B5EF4-FFF2-40B4-BE49-F238E27FC236}">
                <a16:creationId xmlns:a16="http://schemas.microsoft.com/office/drawing/2014/main" id="{0B244549-A90F-8F09-4319-3C62BFFC9918}"/>
              </a:ext>
            </a:extLst>
          </p:cNvPr>
          <p:cNvGrpSpPr>
            <a:grpSpLocks noChangeAspect="1"/>
          </p:cNvGrpSpPr>
          <p:nvPr userDrawn="1"/>
        </p:nvGrpSpPr>
        <p:grpSpPr>
          <a:xfrm>
            <a:off x="2845949" y="1020802"/>
            <a:ext cx="8869680" cy="5466231"/>
            <a:chOff x="2983517" y="963640"/>
            <a:chExt cx="9089403" cy="5601643"/>
          </a:xfrm>
        </p:grpSpPr>
        <p:sp>
          <p:nvSpPr>
            <p:cNvPr id="5" name="TextBox 4">
              <a:extLst>
                <a:ext uri="{FF2B5EF4-FFF2-40B4-BE49-F238E27FC236}">
                  <a16:creationId xmlns:a16="http://schemas.microsoft.com/office/drawing/2014/main" id="{DA1D54A3-4E83-1ED1-2AFB-B9342F34A084}"/>
                </a:ext>
              </a:extLst>
            </p:cNvPr>
            <p:cNvSpPr txBox="1"/>
            <p:nvPr/>
          </p:nvSpPr>
          <p:spPr>
            <a:xfrm>
              <a:off x="2983517" y="2312060"/>
              <a:ext cx="1098058" cy="3245376"/>
            </a:xfrm>
            <a:prstGeom prst="rect">
              <a:avLst/>
            </a:prstGeom>
            <a:noFill/>
          </p:spPr>
          <p:txBody>
            <a:bodyPr wrap="none" lIns="0" tIns="0" rIns="0" bIns="0" rtlCol="0">
              <a:spAutoFit/>
            </a:bodyPr>
            <a:lstStyle/>
            <a:p>
              <a:pPr>
                <a:lnSpc>
                  <a:spcPct val="110000"/>
                </a:lnSpc>
                <a:spcAft>
                  <a:spcPts val="100"/>
                </a:spcAft>
                <a:buSzPct val="100000"/>
              </a:pPr>
              <a:r>
                <a:rPr lang="en-US" sz="1000" b="1">
                  <a:latin typeface="Aptos Light" panose="020B0004020202020204" pitchFamily="34" charset="0"/>
                </a:rPr>
                <a:t>AMERICAS</a:t>
              </a:r>
            </a:p>
            <a:p>
              <a:pPr>
                <a:lnSpc>
                  <a:spcPct val="110000"/>
                </a:lnSpc>
                <a:spcAft>
                  <a:spcPts val="100"/>
                </a:spcAft>
                <a:buSzPct val="100000"/>
              </a:pPr>
              <a:r>
                <a:rPr lang="en-US" sz="1000">
                  <a:solidFill>
                    <a:schemeClr val="accent6"/>
                  </a:solidFill>
                  <a:latin typeface="Aptos Light" panose="020B0004020202020204" pitchFamily="34" charset="0"/>
                </a:rPr>
                <a:t>Global HQ – Orange </a:t>
              </a:r>
              <a:br>
                <a:rPr lang="en-US" sz="1000">
                  <a:solidFill>
                    <a:schemeClr val="accent6"/>
                  </a:solidFill>
                  <a:latin typeface="Aptos Light" panose="020B0004020202020204" pitchFamily="34" charset="0"/>
                </a:rPr>
              </a:br>
              <a:r>
                <a:rPr lang="en-US" sz="1000">
                  <a:solidFill>
                    <a:schemeClr val="accent6"/>
                  </a:solidFill>
                  <a:latin typeface="Aptos Light" panose="020B0004020202020204" pitchFamily="34" charset="0"/>
                </a:rPr>
                <a:t>County, CA</a:t>
              </a:r>
            </a:p>
            <a:p>
              <a:pPr>
                <a:lnSpc>
                  <a:spcPct val="110000"/>
                </a:lnSpc>
                <a:spcAft>
                  <a:spcPts val="100"/>
                </a:spcAft>
                <a:buSzPct val="100000"/>
              </a:pPr>
              <a:r>
                <a:rPr lang="en-US" sz="1000">
                  <a:latin typeface="Aptos Light" panose="020B0004020202020204" pitchFamily="34" charset="0"/>
                </a:rPr>
                <a:t>Bentonville, AR</a:t>
              </a:r>
            </a:p>
            <a:p>
              <a:pPr>
                <a:lnSpc>
                  <a:spcPct val="110000"/>
                </a:lnSpc>
                <a:spcAft>
                  <a:spcPts val="100"/>
                </a:spcAft>
                <a:buSzPct val="100000"/>
              </a:pPr>
              <a:r>
                <a:rPr lang="en-US" sz="1000">
                  <a:latin typeface="Aptos Light" panose="020B0004020202020204" pitchFamily="34" charset="0"/>
                </a:rPr>
                <a:t>Chicago, IL </a:t>
              </a:r>
            </a:p>
            <a:p>
              <a:pPr>
                <a:lnSpc>
                  <a:spcPct val="110000"/>
                </a:lnSpc>
                <a:spcAft>
                  <a:spcPts val="100"/>
                </a:spcAft>
                <a:buSzPct val="100000"/>
              </a:pPr>
              <a:r>
                <a:rPr lang="en-US" sz="1000">
                  <a:latin typeface="Aptos Light" panose="020B0004020202020204" pitchFamily="34" charset="0"/>
                </a:rPr>
                <a:t>Norfolk, VA</a:t>
              </a:r>
            </a:p>
            <a:p>
              <a:pPr>
                <a:lnSpc>
                  <a:spcPct val="110000"/>
                </a:lnSpc>
                <a:spcAft>
                  <a:spcPts val="100"/>
                </a:spcAft>
                <a:buSzPct val="100000"/>
              </a:pPr>
              <a:r>
                <a:rPr lang="en-US" sz="1000">
                  <a:latin typeface="Aptos Light" panose="020B0004020202020204" pitchFamily="34" charset="0"/>
                </a:rPr>
                <a:t>Columbus, OH</a:t>
              </a:r>
            </a:p>
            <a:p>
              <a:pPr>
                <a:lnSpc>
                  <a:spcPct val="110000"/>
                </a:lnSpc>
                <a:spcAft>
                  <a:spcPts val="100"/>
                </a:spcAft>
                <a:buSzPct val="100000"/>
              </a:pPr>
              <a:r>
                <a:rPr lang="en-US" sz="1000">
                  <a:latin typeface="Aptos Light" panose="020B0004020202020204" pitchFamily="34" charset="0"/>
                </a:rPr>
                <a:t>Atlanta, GA</a:t>
              </a:r>
            </a:p>
            <a:p>
              <a:pPr>
                <a:lnSpc>
                  <a:spcPct val="110000"/>
                </a:lnSpc>
                <a:spcAft>
                  <a:spcPts val="100"/>
                </a:spcAft>
                <a:buSzPct val="100000"/>
              </a:pPr>
              <a:r>
                <a:rPr lang="en-US" sz="1000">
                  <a:latin typeface="Aptos Light" panose="020B0004020202020204" pitchFamily="34" charset="0"/>
                </a:rPr>
                <a:t>Dallas, TX</a:t>
              </a:r>
            </a:p>
            <a:p>
              <a:pPr>
                <a:lnSpc>
                  <a:spcPct val="110000"/>
                </a:lnSpc>
                <a:spcAft>
                  <a:spcPts val="100"/>
                </a:spcAft>
                <a:buSzPct val="100000"/>
              </a:pPr>
              <a:r>
                <a:rPr lang="en-US" sz="1000">
                  <a:latin typeface="Aptos Light" panose="020B0004020202020204" pitchFamily="34" charset="0"/>
                </a:rPr>
                <a:t>Ames, IA </a:t>
              </a:r>
            </a:p>
            <a:p>
              <a:pPr>
                <a:lnSpc>
                  <a:spcPct val="110000"/>
                </a:lnSpc>
                <a:spcAft>
                  <a:spcPts val="100"/>
                </a:spcAft>
                <a:buSzPct val="100000"/>
              </a:pPr>
              <a:r>
                <a:rPr lang="en-US" sz="1000">
                  <a:latin typeface="Aptos Light" panose="020B0004020202020204" pitchFamily="34" charset="0"/>
                </a:rPr>
                <a:t>Toronto, CA</a:t>
              </a:r>
            </a:p>
            <a:p>
              <a:pPr>
                <a:lnSpc>
                  <a:spcPct val="110000"/>
                </a:lnSpc>
                <a:spcAft>
                  <a:spcPts val="100"/>
                </a:spcAft>
                <a:buSzPct val="100000"/>
              </a:pPr>
              <a:r>
                <a:rPr lang="en-US" sz="1000">
                  <a:latin typeface="Aptos Light" panose="020B0004020202020204" pitchFamily="34" charset="0"/>
                </a:rPr>
                <a:t>Guadalajara, MX</a:t>
              </a:r>
            </a:p>
            <a:p>
              <a:pPr>
                <a:lnSpc>
                  <a:spcPct val="110000"/>
                </a:lnSpc>
                <a:spcAft>
                  <a:spcPts val="100"/>
                </a:spcAft>
                <a:buSzPct val="100000"/>
              </a:pPr>
              <a:r>
                <a:rPr lang="en-US" sz="1000">
                  <a:latin typeface="Aptos Light" panose="020B0004020202020204" pitchFamily="34" charset="0"/>
                </a:rPr>
                <a:t>Leon, MX</a:t>
              </a:r>
            </a:p>
            <a:p>
              <a:pPr>
                <a:lnSpc>
                  <a:spcPct val="110000"/>
                </a:lnSpc>
                <a:spcAft>
                  <a:spcPts val="100"/>
                </a:spcAft>
                <a:buSzPct val="100000"/>
              </a:pPr>
              <a:r>
                <a:rPr lang="en-US" sz="1000">
                  <a:latin typeface="Aptos Light" panose="020B0004020202020204" pitchFamily="34" charset="0"/>
                </a:rPr>
                <a:t>San Jose, CR</a:t>
              </a:r>
            </a:p>
            <a:p>
              <a:pPr>
                <a:lnSpc>
                  <a:spcPct val="110000"/>
                </a:lnSpc>
                <a:spcAft>
                  <a:spcPts val="100"/>
                </a:spcAft>
                <a:buSzPct val="100000"/>
              </a:pPr>
              <a:r>
                <a:rPr lang="en-US" sz="1000">
                  <a:latin typeface="Aptos Light" panose="020B0004020202020204" pitchFamily="34" charset="0"/>
                </a:rPr>
                <a:t>Santiago, CL</a:t>
              </a:r>
            </a:p>
            <a:p>
              <a:pPr>
                <a:lnSpc>
                  <a:spcPct val="110000"/>
                </a:lnSpc>
                <a:spcAft>
                  <a:spcPts val="100"/>
                </a:spcAft>
                <a:buSzPct val="100000"/>
              </a:pPr>
              <a:r>
                <a:rPr lang="en-US" sz="1000">
                  <a:latin typeface="Aptos Light" panose="020B0004020202020204" pitchFamily="34" charset="0"/>
                </a:rPr>
                <a:t>Lima, PE</a:t>
              </a:r>
            </a:p>
            <a:p>
              <a:pPr>
                <a:lnSpc>
                  <a:spcPct val="110000"/>
                </a:lnSpc>
                <a:spcAft>
                  <a:spcPts val="100"/>
                </a:spcAft>
                <a:buSzPct val="100000"/>
              </a:pPr>
              <a:r>
                <a:rPr lang="en-US" sz="1000">
                  <a:latin typeface="Aptos Light" panose="020B0004020202020204" pitchFamily="34" charset="0"/>
                </a:rPr>
                <a:t>Sao Paulo, BR</a:t>
              </a:r>
            </a:p>
            <a:p>
              <a:pPr>
                <a:lnSpc>
                  <a:spcPct val="110000"/>
                </a:lnSpc>
                <a:spcAft>
                  <a:spcPts val="100"/>
                </a:spcAft>
                <a:buSzPct val="100000"/>
              </a:pPr>
              <a:r>
                <a:rPr lang="en-US" sz="1000">
                  <a:latin typeface="Aptos Light" panose="020B0004020202020204" pitchFamily="34" charset="0"/>
                </a:rPr>
                <a:t>Buenos Aires, AR</a:t>
              </a:r>
            </a:p>
          </p:txBody>
        </p:sp>
        <p:sp>
          <p:nvSpPr>
            <p:cNvPr id="6" name="TextBox 5">
              <a:extLst>
                <a:ext uri="{FF2B5EF4-FFF2-40B4-BE49-F238E27FC236}">
                  <a16:creationId xmlns:a16="http://schemas.microsoft.com/office/drawing/2014/main" id="{C1EFB048-5436-7A68-0735-9E51AD3BA80B}"/>
                </a:ext>
              </a:extLst>
            </p:cNvPr>
            <p:cNvSpPr txBox="1"/>
            <p:nvPr/>
          </p:nvSpPr>
          <p:spPr>
            <a:xfrm>
              <a:off x="11025049" y="2450336"/>
              <a:ext cx="1047871" cy="1855251"/>
            </a:xfrm>
            <a:prstGeom prst="rect">
              <a:avLst/>
            </a:prstGeom>
            <a:noFill/>
          </p:spPr>
          <p:txBody>
            <a:bodyPr wrap="square" lIns="0" tIns="0" rIns="0" bIns="0" rtlCol="0">
              <a:spAutoFit/>
            </a:bodyPr>
            <a:lstStyle/>
            <a:p>
              <a:pPr>
                <a:lnSpc>
                  <a:spcPct val="110000"/>
                </a:lnSpc>
                <a:buSzPct val="100000"/>
              </a:pPr>
              <a:r>
                <a:rPr lang="en-US" sz="1000" b="1">
                  <a:latin typeface="Aptos Light" panose="020B0004020202020204" pitchFamily="34" charset="0"/>
                </a:rPr>
                <a:t>APAC</a:t>
              </a:r>
            </a:p>
            <a:p>
              <a:pPr>
                <a:lnSpc>
                  <a:spcPct val="110000"/>
                </a:lnSpc>
                <a:buSzPct val="100000"/>
              </a:pPr>
              <a:r>
                <a:rPr lang="en-US" sz="1000">
                  <a:solidFill>
                    <a:schemeClr val="accent3"/>
                  </a:solidFill>
                  <a:latin typeface="Aptos Light" panose="020B0004020202020204" pitchFamily="34" charset="0"/>
                </a:rPr>
                <a:t>Singapore, SG</a:t>
              </a:r>
            </a:p>
            <a:p>
              <a:pPr>
                <a:lnSpc>
                  <a:spcPct val="110000"/>
                </a:lnSpc>
                <a:buSzPct val="100000"/>
              </a:pPr>
              <a:r>
                <a:rPr lang="en-US" sz="1000">
                  <a:latin typeface="Aptos Light" panose="020B0004020202020204" pitchFamily="34" charset="0"/>
                </a:rPr>
                <a:t>Manila, PH</a:t>
              </a:r>
            </a:p>
            <a:p>
              <a:pPr>
                <a:lnSpc>
                  <a:spcPct val="110000"/>
                </a:lnSpc>
                <a:buSzPct val="100000"/>
              </a:pPr>
              <a:r>
                <a:rPr lang="en-US" sz="1000">
                  <a:latin typeface="Aptos Light" panose="020B0004020202020204" pitchFamily="34" charset="0"/>
                </a:rPr>
                <a:t>Sydney, AU</a:t>
              </a:r>
            </a:p>
            <a:p>
              <a:pPr>
                <a:lnSpc>
                  <a:spcPct val="110000"/>
                </a:lnSpc>
                <a:buSzPct val="100000"/>
              </a:pPr>
              <a:r>
                <a:rPr lang="en-US" sz="1000">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a:latin typeface="Aptos Light" panose="020B0004020202020204" pitchFamily="34" charset="0"/>
                </a:rPr>
                <a:t>Brisbane, AU</a:t>
              </a:r>
            </a:p>
            <a:p>
              <a:pPr>
                <a:lnSpc>
                  <a:spcPct val="110000"/>
                </a:lnSpc>
                <a:buSzPct val="100000"/>
              </a:pPr>
              <a:r>
                <a:rPr lang="en-US" sz="1000">
                  <a:latin typeface="Aptos Light" panose="020B0004020202020204" pitchFamily="34" charset="0"/>
                </a:rPr>
                <a:t>Penang, MY</a:t>
              </a:r>
            </a:p>
            <a:p>
              <a:pPr>
                <a:lnSpc>
                  <a:spcPct val="110000"/>
                </a:lnSpc>
                <a:buSzPct val="100000"/>
              </a:pPr>
              <a:r>
                <a:rPr lang="en-US" sz="1000">
                  <a:latin typeface="Aptos Light" panose="020B0004020202020204" pitchFamily="34" charset="0"/>
                </a:rPr>
                <a:t>Kuala Lumpur, MY</a:t>
              </a:r>
            </a:p>
            <a:p>
              <a:pPr>
                <a:lnSpc>
                  <a:spcPct val="110000"/>
                </a:lnSpc>
                <a:buSzPct val="100000"/>
              </a:pPr>
              <a:r>
                <a:rPr lang="en-US" sz="1000">
                  <a:latin typeface="Aptos Light" panose="020B0004020202020204" pitchFamily="34" charset="0"/>
                </a:rPr>
                <a:t>Shanghai, CN</a:t>
              </a:r>
            </a:p>
            <a:p>
              <a:pPr>
                <a:lnSpc>
                  <a:spcPct val="110000"/>
                </a:lnSpc>
                <a:buSzPct val="100000"/>
              </a:pPr>
              <a:r>
                <a:rPr lang="en-US" sz="1000">
                  <a:latin typeface="Aptos Light" panose="020B0004020202020204" pitchFamily="34" charset="0"/>
                </a:rPr>
                <a:t>Taipei, TW</a:t>
              </a:r>
            </a:p>
            <a:p>
              <a:pPr>
                <a:lnSpc>
                  <a:spcPct val="110000"/>
                </a:lnSpc>
                <a:buSzPct val="100000"/>
              </a:pPr>
              <a:r>
                <a:rPr lang="en-US" sz="1000">
                  <a:latin typeface="Aptos Light" panose="020B0004020202020204" pitchFamily="34" charset="0"/>
                </a:rPr>
                <a:t>Hong Kong, HK</a:t>
              </a:r>
            </a:p>
          </p:txBody>
        </p:sp>
        <p:sp>
          <p:nvSpPr>
            <p:cNvPr id="7" name="TextBox 6">
              <a:extLst>
                <a:ext uri="{FF2B5EF4-FFF2-40B4-BE49-F238E27FC236}">
                  <a16:creationId xmlns:a16="http://schemas.microsoft.com/office/drawing/2014/main" id="{6397A03C-04DB-21D1-ED28-BFAAA7EAC0EB}"/>
                </a:ext>
              </a:extLst>
            </p:cNvPr>
            <p:cNvSpPr txBox="1"/>
            <p:nvPr/>
          </p:nvSpPr>
          <p:spPr>
            <a:xfrm>
              <a:off x="8950848" y="3803083"/>
              <a:ext cx="1099814" cy="1679627"/>
            </a:xfrm>
            <a:prstGeom prst="rect">
              <a:avLst/>
            </a:prstGeom>
            <a:noFill/>
          </p:spPr>
          <p:txBody>
            <a:bodyPr wrap="square" lIns="0" tIns="0" rIns="0" bIns="0" rtlCol="0">
              <a:spAutoFit/>
            </a:bodyPr>
            <a:lstStyle/>
            <a:p>
              <a:pPr>
                <a:lnSpc>
                  <a:spcPct val="110000"/>
                </a:lnSpc>
                <a:buSzPct val="100000"/>
              </a:pPr>
              <a:r>
                <a:rPr lang="en-US" sz="1000" b="1">
                  <a:latin typeface="Aptos Light" panose="020B0004020202020204" pitchFamily="34" charset="0"/>
                </a:rPr>
                <a:t>INDIA</a:t>
              </a:r>
            </a:p>
            <a:p>
              <a:pPr>
                <a:lnSpc>
                  <a:spcPct val="110000"/>
                </a:lnSpc>
                <a:buSzPct val="100000"/>
              </a:pPr>
              <a:r>
                <a:rPr lang="en-US" sz="1000">
                  <a:solidFill>
                    <a:schemeClr val="accent3"/>
                  </a:solidFill>
                  <a:latin typeface="Aptos Light" panose="020B0004020202020204" pitchFamily="34" charset="0"/>
                </a:rPr>
                <a:t>Trivandrum</a:t>
              </a:r>
            </a:p>
            <a:p>
              <a:pPr>
                <a:lnSpc>
                  <a:spcPct val="110000"/>
                </a:lnSpc>
                <a:buSzPct val="100000"/>
              </a:pPr>
              <a:r>
                <a:rPr lang="en-US" sz="1000">
                  <a:latin typeface="Aptos Light" panose="020B0004020202020204" pitchFamily="34" charset="0"/>
                </a:rPr>
                <a:t>Bangalore</a:t>
              </a:r>
            </a:p>
            <a:p>
              <a:pPr>
                <a:lnSpc>
                  <a:spcPct val="110000"/>
                </a:lnSpc>
                <a:buSzPct val="100000"/>
              </a:pPr>
              <a:r>
                <a:rPr lang="en-US" sz="1000">
                  <a:latin typeface="Aptos Light" panose="020B0004020202020204" pitchFamily="34" charset="0"/>
                </a:rPr>
                <a:t>Chennai</a:t>
              </a:r>
            </a:p>
            <a:p>
              <a:pPr>
                <a:lnSpc>
                  <a:spcPct val="110000"/>
                </a:lnSpc>
                <a:buSzPct val="100000"/>
              </a:pPr>
              <a:r>
                <a:rPr lang="en-US" sz="1000">
                  <a:latin typeface="Aptos Light" panose="020B0004020202020204" pitchFamily="34" charset="0"/>
                </a:rPr>
                <a:t>Hyderabad</a:t>
              </a:r>
            </a:p>
            <a:p>
              <a:pPr>
                <a:lnSpc>
                  <a:spcPct val="110000"/>
                </a:lnSpc>
                <a:buSzPct val="100000"/>
              </a:pPr>
              <a:r>
                <a:rPr lang="en-US" sz="1000">
                  <a:latin typeface="Aptos Light" panose="020B0004020202020204" pitchFamily="34" charset="0"/>
                </a:rPr>
                <a:t>Kochi</a:t>
              </a:r>
            </a:p>
            <a:p>
              <a:pPr>
                <a:lnSpc>
                  <a:spcPct val="110000"/>
                </a:lnSpc>
                <a:buSzPct val="100000"/>
              </a:pPr>
              <a:r>
                <a:rPr lang="en-US" sz="1000">
                  <a:latin typeface="Aptos Light" panose="020B0004020202020204" pitchFamily="34" charset="0"/>
                </a:rPr>
                <a:t>Delhi</a:t>
              </a:r>
            </a:p>
            <a:p>
              <a:pPr>
                <a:lnSpc>
                  <a:spcPct val="110000"/>
                </a:lnSpc>
                <a:buSzPct val="100000"/>
              </a:pPr>
              <a:r>
                <a:rPr lang="en-US" sz="1000">
                  <a:latin typeface="Aptos Light" panose="020B0004020202020204" pitchFamily="34" charset="0"/>
                </a:rPr>
                <a:t>Coimbatore </a:t>
              </a:r>
            </a:p>
            <a:p>
              <a:pPr>
                <a:lnSpc>
                  <a:spcPct val="110000"/>
                </a:lnSpc>
                <a:buSzPct val="100000"/>
              </a:pPr>
              <a:r>
                <a:rPr lang="en-US" sz="1000">
                  <a:latin typeface="Aptos Light" panose="020B0004020202020204" pitchFamily="34" charset="0"/>
                </a:rPr>
                <a:t>Hosur </a:t>
              </a:r>
            </a:p>
            <a:p>
              <a:pPr>
                <a:lnSpc>
                  <a:spcPct val="110000"/>
                </a:lnSpc>
                <a:buSzPct val="100000"/>
              </a:pPr>
              <a:r>
                <a:rPr lang="en-US" sz="1000">
                  <a:latin typeface="Aptos Light" panose="020B0004020202020204" pitchFamily="34" charset="0"/>
                </a:rPr>
                <a:t>Pune</a:t>
              </a:r>
            </a:p>
          </p:txBody>
        </p:sp>
        <p:sp>
          <p:nvSpPr>
            <p:cNvPr id="8" name="TextBox 7">
              <a:extLst>
                <a:ext uri="{FF2B5EF4-FFF2-40B4-BE49-F238E27FC236}">
                  <a16:creationId xmlns:a16="http://schemas.microsoft.com/office/drawing/2014/main" id="{73B2B6B8-698C-E923-5B62-40E7D695F1A5}"/>
                </a:ext>
              </a:extLst>
            </p:cNvPr>
            <p:cNvSpPr txBox="1"/>
            <p:nvPr/>
          </p:nvSpPr>
          <p:spPr>
            <a:xfrm>
              <a:off x="6163343" y="2482157"/>
              <a:ext cx="670055" cy="1347420"/>
            </a:xfrm>
            <a:prstGeom prst="rect">
              <a:avLst/>
            </a:prstGeom>
            <a:noFill/>
          </p:spPr>
          <p:txBody>
            <a:bodyPr wrap="none" lIns="0" tIns="0" rIns="0" bIns="0" rtlCol="0">
              <a:spAutoFit/>
            </a:bodyPr>
            <a:lstStyle/>
            <a:p>
              <a:pPr>
                <a:lnSpc>
                  <a:spcPct val="110000"/>
                </a:lnSpc>
                <a:buSzPct val="100000"/>
              </a:pPr>
              <a:r>
                <a:rPr lang="en-US" sz="1000" b="1">
                  <a:latin typeface="Aptos Light" panose="020B0004020202020204" pitchFamily="34" charset="0"/>
                </a:rPr>
                <a:t>EMEA</a:t>
              </a:r>
            </a:p>
            <a:p>
              <a:pPr>
                <a:lnSpc>
                  <a:spcPct val="110000"/>
                </a:lnSpc>
                <a:buSzPct val="100000"/>
              </a:pPr>
              <a:r>
                <a:rPr lang="en-US" sz="1000">
                  <a:solidFill>
                    <a:schemeClr val="accent3"/>
                  </a:solidFill>
                  <a:latin typeface="Aptos Light" panose="020B0004020202020204" pitchFamily="34" charset="0"/>
                </a:rPr>
                <a:t>London, UK</a:t>
              </a:r>
            </a:p>
            <a:p>
              <a:pPr>
                <a:lnSpc>
                  <a:spcPct val="110000"/>
                </a:lnSpc>
                <a:buSzPct val="100000"/>
              </a:pPr>
              <a:r>
                <a:rPr lang="en-US" sz="1000">
                  <a:latin typeface="Aptos Light" panose="020B0004020202020204" pitchFamily="34" charset="0"/>
                </a:rPr>
                <a:t>Leeds, UK</a:t>
              </a:r>
            </a:p>
            <a:p>
              <a:pPr>
                <a:lnSpc>
                  <a:spcPct val="110000"/>
                </a:lnSpc>
                <a:buSzPct val="100000"/>
              </a:pPr>
              <a:r>
                <a:rPr lang="en-US" sz="1000">
                  <a:latin typeface="Aptos Light" panose="020B0004020202020204" pitchFamily="34" charset="0"/>
                </a:rPr>
                <a:t>Dublin, IE</a:t>
              </a:r>
            </a:p>
            <a:p>
              <a:pPr>
                <a:lnSpc>
                  <a:spcPct val="110000"/>
                </a:lnSpc>
                <a:buSzPct val="100000"/>
              </a:pPr>
              <a:r>
                <a:rPr lang="en-US" sz="1000">
                  <a:latin typeface="Aptos Light" panose="020B0004020202020204" pitchFamily="34" charset="0"/>
                </a:rPr>
                <a:t>Madrid, ES</a:t>
              </a:r>
            </a:p>
            <a:p>
              <a:pPr>
                <a:lnSpc>
                  <a:spcPct val="110000"/>
                </a:lnSpc>
                <a:buSzPct val="100000"/>
              </a:pPr>
              <a:r>
                <a:rPr lang="en-US" sz="1000">
                  <a:latin typeface="Aptos Light" panose="020B0004020202020204" pitchFamily="34" charset="0"/>
                </a:rPr>
                <a:t>Tel Aviv, IS</a:t>
              </a:r>
            </a:p>
            <a:p>
              <a:pPr>
                <a:lnSpc>
                  <a:spcPct val="110000"/>
                </a:lnSpc>
                <a:buSzPct val="100000"/>
              </a:pPr>
              <a:r>
                <a:rPr lang="en-US" sz="1000">
                  <a:latin typeface="Aptos Light" panose="020B0004020202020204" pitchFamily="34" charset="0"/>
                </a:rPr>
                <a:t>Cologne, DE</a:t>
              </a:r>
            </a:p>
            <a:p>
              <a:pPr>
                <a:lnSpc>
                  <a:spcPct val="110000"/>
                </a:lnSpc>
                <a:buSzPct val="100000"/>
              </a:pPr>
              <a:r>
                <a:rPr lang="en-US" sz="1000">
                  <a:latin typeface="Aptos Light" panose="020B0004020202020204" pitchFamily="34" charset="0"/>
                </a:rPr>
                <a:t>Lisbon, PT</a:t>
              </a:r>
            </a:p>
          </p:txBody>
        </p:sp>
        <p:sp>
          <p:nvSpPr>
            <p:cNvPr id="9" name="TextBox 8">
              <a:extLst>
                <a:ext uri="{FF2B5EF4-FFF2-40B4-BE49-F238E27FC236}">
                  <a16:creationId xmlns:a16="http://schemas.microsoft.com/office/drawing/2014/main" id="{66C159A2-D440-E7CD-42D8-BD68676606F4}"/>
                </a:ext>
              </a:extLst>
            </p:cNvPr>
            <p:cNvSpPr txBox="1"/>
            <p:nvPr/>
          </p:nvSpPr>
          <p:spPr>
            <a:xfrm>
              <a:off x="6542019" y="3863646"/>
              <a:ext cx="910506" cy="2701637"/>
            </a:xfrm>
            <a:prstGeom prst="rect">
              <a:avLst/>
            </a:prstGeom>
            <a:noFill/>
          </p:spPr>
          <p:txBody>
            <a:bodyPr wrap="none" lIns="0" tIns="0" rIns="0" bIns="0" rtlCol="0">
              <a:spAutoFit/>
            </a:bodyPr>
            <a:lstStyle/>
            <a:p>
              <a:pPr>
                <a:lnSpc>
                  <a:spcPct val="110000"/>
                </a:lnSpc>
                <a:buSzPct val="100000"/>
              </a:pPr>
              <a:r>
                <a:rPr lang="en-US" sz="1000">
                  <a:latin typeface="Aptos Light" panose="020B0004020202020204" pitchFamily="34" charset="0"/>
                </a:rPr>
                <a:t>Paris, FR</a:t>
              </a:r>
            </a:p>
            <a:p>
              <a:pPr>
                <a:lnSpc>
                  <a:spcPct val="110000"/>
                </a:lnSpc>
                <a:buSzPct val="100000"/>
              </a:pPr>
              <a:r>
                <a:rPr lang="en-US" sz="1000">
                  <a:latin typeface="Aptos Light" panose="020B0004020202020204" pitchFamily="34" charset="0"/>
                </a:rPr>
                <a:t>Gdansk, PL</a:t>
              </a:r>
            </a:p>
            <a:p>
              <a:pPr>
                <a:lnSpc>
                  <a:spcPct val="110000"/>
                </a:lnSpc>
                <a:buSzPct val="100000"/>
              </a:pPr>
              <a:r>
                <a:rPr lang="en-US" sz="1000">
                  <a:latin typeface="Aptos Light" panose="020B0004020202020204" pitchFamily="34" charset="0"/>
                </a:rPr>
                <a:t>Bucharest, RO</a:t>
              </a:r>
            </a:p>
            <a:p>
              <a:pPr>
                <a:lnSpc>
                  <a:spcPct val="110000"/>
                </a:lnSpc>
                <a:buSzPct val="100000"/>
              </a:pPr>
              <a:r>
                <a:rPr lang="en-US" sz="1000">
                  <a:latin typeface="Aptos Light" panose="020B0004020202020204" pitchFamily="34" charset="0"/>
                </a:rPr>
                <a:t>Sofia, BG</a:t>
              </a:r>
            </a:p>
            <a:p>
              <a:pPr>
                <a:lnSpc>
                  <a:spcPct val="110000"/>
                </a:lnSpc>
                <a:buSzPct val="100000"/>
              </a:pPr>
              <a:r>
                <a:rPr lang="en-US" sz="1000">
                  <a:latin typeface="Aptos Light" panose="020B0004020202020204" pitchFamily="34" charset="0"/>
                </a:rPr>
                <a:t>Helmond, NL</a:t>
              </a:r>
            </a:p>
            <a:p>
              <a:pPr>
                <a:lnSpc>
                  <a:spcPct val="110000"/>
                </a:lnSpc>
                <a:buSzPct val="100000"/>
              </a:pPr>
              <a:r>
                <a:rPr lang="en-US" sz="1000">
                  <a:latin typeface="Aptos Light" panose="020B0004020202020204" pitchFamily="34" charset="0"/>
                </a:rPr>
                <a:t>Barcelona, ES</a:t>
              </a:r>
            </a:p>
            <a:p>
              <a:pPr>
                <a:lnSpc>
                  <a:spcPct val="110000"/>
                </a:lnSpc>
                <a:buSzPct val="100000"/>
              </a:pPr>
              <a:r>
                <a:rPr lang="en-US" sz="1000" b="0">
                  <a:latin typeface="Aptos Light" panose="020B0004020202020204" pitchFamily="34" charset="0"/>
                </a:rPr>
                <a:t>Bilbao, ES</a:t>
              </a:r>
            </a:p>
            <a:p>
              <a:pPr>
                <a:lnSpc>
                  <a:spcPct val="110000"/>
                </a:lnSpc>
                <a:buSzPct val="100000"/>
              </a:pPr>
              <a:r>
                <a:rPr lang="en-US" sz="1000">
                  <a:latin typeface="Aptos Light" panose="020B0004020202020204" pitchFamily="34" charset="0"/>
                </a:rPr>
                <a:t>Salamanca, ES</a:t>
              </a:r>
            </a:p>
            <a:p>
              <a:pPr>
                <a:lnSpc>
                  <a:spcPct val="110000"/>
                </a:lnSpc>
                <a:buSzPct val="100000"/>
              </a:pPr>
              <a:r>
                <a:rPr lang="en-US" sz="1000">
                  <a:latin typeface="Aptos Light" panose="020B0004020202020204" pitchFamily="34" charset="0"/>
                </a:rPr>
                <a:t>Valencia, ES</a:t>
              </a:r>
            </a:p>
            <a:p>
              <a:pPr>
                <a:lnSpc>
                  <a:spcPct val="110000"/>
                </a:lnSpc>
                <a:buSzPct val="100000"/>
              </a:pPr>
              <a:r>
                <a:rPr lang="en-US" sz="1000">
                  <a:latin typeface="Aptos Light" panose="020B0004020202020204" pitchFamily="34" charset="0"/>
                </a:rPr>
                <a:t>Zaragoza, ES</a:t>
              </a:r>
            </a:p>
            <a:p>
              <a:pPr>
                <a:lnSpc>
                  <a:spcPct val="110000"/>
                </a:lnSpc>
                <a:buSzPct val="100000"/>
              </a:pPr>
              <a:r>
                <a:rPr lang="en-US" sz="1000">
                  <a:latin typeface="Aptos Light" panose="020B0004020202020204" pitchFamily="34" charset="0"/>
                </a:rPr>
                <a:t>Copenhagen, DK</a:t>
              </a:r>
            </a:p>
            <a:p>
              <a:pPr>
                <a:lnSpc>
                  <a:spcPct val="110000"/>
                </a:lnSpc>
                <a:buSzPct val="100000"/>
              </a:pPr>
              <a:r>
                <a:rPr lang="en-US" sz="1000">
                  <a:latin typeface="Aptos Light" panose="020B0004020202020204" pitchFamily="34" charset="0"/>
                </a:rPr>
                <a:t>Zurich, CH</a:t>
              </a:r>
            </a:p>
            <a:p>
              <a:pPr>
                <a:lnSpc>
                  <a:spcPct val="110000"/>
                </a:lnSpc>
                <a:buSzPct val="100000"/>
              </a:pPr>
              <a:r>
                <a:rPr lang="en-US" sz="1000">
                  <a:latin typeface="Aptos Light" panose="020B0004020202020204" pitchFamily="34" charset="0"/>
                </a:rPr>
                <a:t>Fribourg, CH</a:t>
              </a:r>
            </a:p>
            <a:p>
              <a:pPr>
                <a:lnSpc>
                  <a:spcPct val="110000"/>
                </a:lnSpc>
                <a:buSzPct val="100000"/>
              </a:pPr>
              <a:r>
                <a:rPr lang="en-US" sz="1000">
                  <a:latin typeface="Aptos Light" panose="020B0004020202020204" pitchFamily="34" charset="0"/>
                </a:rPr>
                <a:t>Kyiv, UA</a:t>
              </a:r>
            </a:p>
            <a:p>
              <a:pPr>
                <a:lnSpc>
                  <a:spcPct val="110000"/>
                </a:lnSpc>
                <a:buSzPct val="100000"/>
              </a:pPr>
              <a:r>
                <a:rPr lang="en-US" sz="1000">
                  <a:latin typeface="Aptos Light" panose="020B0004020202020204" pitchFamily="34" charset="0"/>
                </a:rPr>
                <a:t>Prague, CZ</a:t>
              </a:r>
            </a:p>
            <a:p>
              <a:pPr>
                <a:lnSpc>
                  <a:spcPct val="110000"/>
                </a:lnSpc>
                <a:buSzPct val="100000"/>
              </a:pPr>
              <a:r>
                <a:rPr lang="en-US" sz="1000">
                  <a:latin typeface="Aptos Light" panose="020B0004020202020204" pitchFamily="34" charset="0"/>
                </a:rPr>
                <a:t>Cape Town, ZA</a:t>
              </a:r>
            </a:p>
          </p:txBody>
        </p:sp>
        <p:sp>
          <p:nvSpPr>
            <p:cNvPr id="10" name="World">
              <a:extLst>
                <a:ext uri="{FF2B5EF4-FFF2-40B4-BE49-F238E27FC236}">
                  <a16:creationId xmlns:a16="http://schemas.microsoft.com/office/drawing/2014/main" id="{9B97AD54-D667-F3B7-E4CC-DD76414704F1}"/>
                </a:ext>
              </a:extLst>
            </p:cNvPr>
            <p:cNvSpPr>
              <a:spLocks noChangeAspect="1" noEditPoints="1"/>
            </p:cNvSpPr>
            <p:nvPr/>
          </p:nvSpPr>
          <p:spPr bwMode="auto">
            <a:xfrm>
              <a:off x="3197218" y="963640"/>
              <a:ext cx="8858218" cy="459205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1" name="Square">
              <a:extLst>
                <a:ext uri="{FF2B5EF4-FFF2-40B4-BE49-F238E27FC236}">
                  <a16:creationId xmlns:a16="http://schemas.microsoft.com/office/drawing/2014/main" id="{6656930F-C391-E466-EEEB-E9ED04F107DF}"/>
                </a:ext>
              </a:extLst>
            </p:cNvPr>
            <p:cNvSpPr>
              <a:spLocks noChangeAspect="1"/>
            </p:cNvSpPr>
            <p:nvPr/>
          </p:nvSpPr>
          <p:spPr bwMode="auto">
            <a:xfrm>
              <a:off x="4218572" y="2786673"/>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2" name="Square">
              <a:extLst>
                <a:ext uri="{FF2B5EF4-FFF2-40B4-BE49-F238E27FC236}">
                  <a16:creationId xmlns:a16="http://schemas.microsoft.com/office/drawing/2014/main" id="{7E068AA8-9832-E1A7-A4E3-85856C113A38}"/>
                </a:ext>
              </a:extLst>
            </p:cNvPr>
            <p:cNvSpPr>
              <a:spLocks noChangeAspect="1"/>
            </p:cNvSpPr>
            <p:nvPr/>
          </p:nvSpPr>
          <p:spPr bwMode="auto">
            <a:xfrm>
              <a:off x="5120977" y="238174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3" name="Square">
              <a:extLst>
                <a:ext uri="{FF2B5EF4-FFF2-40B4-BE49-F238E27FC236}">
                  <a16:creationId xmlns:a16="http://schemas.microsoft.com/office/drawing/2014/main" id="{10D2CCFC-CD54-8F80-0712-B19001E5BBBC}"/>
                </a:ext>
              </a:extLst>
            </p:cNvPr>
            <p:cNvSpPr>
              <a:spLocks noChangeAspect="1"/>
            </p:cNvSpPr>
            <p:nvPr/>
          </p:nvSpPr>
          <p:spPr bwMode="auto">
            <a:xfrm>
              <a:off x="5346388"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4" name="Square">
              <a:extLst>
                <a:ext uri="{FF2B5EF4-FFF2-40B4-BE49-F238E27FC236}">
                  <a16:creationId xmlns:a16="http://schemas.microsoft.com/office/drawing/2014/main" id="{1549D482-63D2-1E78-16D2-C20B971AE8C0}"/>
                </a:ext>
              </a:extLst>
            </p:cNvPr>
            <p:cNvSpPr>
              <a:spLocks noChangeAspect="1"/>
            </p:cNvSpPr>
            <p:nvPr/>
          </p:nvSpPr>
          <p:spPr bwMode="auto">
            <a:xfrm>
              <a:off x="5026474"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5" name="Square">
              <a:extLst>
                <a:ext uri="{FF2B5EF4-FFF2-40B4-BE49-F238E27FC236}">
                  <a16:creationId xmlns:a16="http://schemas.microsoft.com/office/drawing/2014/main" id="{595136FC-9FB0-259D-5740-2ED445000A93}"/>
                </a:ext>
              </a:extLst>
            </p:cNvPr>
            <p:cNvSpPr>
              <a:spLocks noChangeAspect="1"/>
            </p:cNvSpPr>
            <p:nvPr/>
          </p:nvSpPr>
          <p:spPr bwMode="auto">
            <a:xfrm>
              <a:off x="5311053" y="25384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6" name="Square">
              <a:extLst>
                <a:ext uri="{FF2B5EF4-FFF2-40B4-BE49-F238E27FC236}">
                  <a16:creationId xmlns:a16="http://schemas.microsoft.com/office/drawing/2014/main" id="{702DF369-2B66-A773-65D8-79649507016B}"/>
                </a:ext>
              </a:extLst>
            </p:cNvPr>
            <p:cNvSpPr>
              <a:spLocks noChangeAspect="1"/>
            </p:cNvSpPr>
            <p:nvPr/>
          </p:nvSpPr>
          <p:spPr bwMode="auto">
            <a:xfrm>
              <a:off x="5181190" y="288849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7" name="Square">
              <a:extLst>
                <a:ext uri="{FF2B5EF4-FFF2-40B4-BE49-F238E27FC236}">
                  <a16:creationId xmlns:a16="http://schemas.microsoft.com/office/drawing/2014/main" id="{CC7545D1-E0D9-585F-C0CC-E5DC4E29CD1A}"/>
                </a:ext>
              </a:extLst>
            </p:cNvPr>
            <p:cNvSpPr>
              <a:spLocks noChangeAspect="1"/>
            </p:cNvSpPr>
            <p:nvPr/>
          </p:nvSpPr>
          <p:spPr bwMode="auto">
            <a:xfrm>
              <a:off x="4946004" y="293314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8" name="Square">
              <a:extLst>
                <a:ext uri="{FF2B5EF4-FFF2-40B4-BE49-F238E27FC236}">
                  <a16:creationId xmlns:a16="http://schemas.microsoft.com/office/drawing/2014/main" id="{7CDE4DC6-F1DD-7D6F-FE8D-0A7B63AC1858}"/>
                </a:ext>
              </a:extLst>
            </p:cNvPr>
            <p:cNvSpPr>
              <a:spLocks noChangeAspect="1"/>
            </p:cNvSpPr>
            <p:nvPr/>
          </p:nvSpPr>
          <p:spPr bwMode="auto">
            <a:xfrm>
              <a:off x="4766794" y="240969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9" name="Square">
              <a:extLst>
                <a:ext uri="{FF2B5EF4-FFF2-40B4-BE49-F238E27FC236}">
                  <a16:creationId xmlns:a16="http://schemas.microsoft.com/office/drawing/2014/main" id="{69B534DB-8364-5AEB-5F26-A2E8360556A6}"/>
                </a:ext>
              </a:extLst>
            </p:cNvPr>
            <p:cNvSpPr>
              <a:spLocks noChangeAspect="1"/>
            </p:cNvSpPr>
            <p:nvPr/>
          </p:nvSpPr>
          <p:spPr bwMode="auto">
            <a:xfrm>
              <a:off x="5495321" y="22729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0" name="Square">
              <a:extLst>
                <a:ext uri="{FF2B5EF4-FFF2-40B4-BE49-F238E27FC236}">
                  <a16:creationId xmlns:a16="http://schemas.microsoft.com/office/drawing/2014/main" id="{3C6C6023-5B70-C842-05D1-1912EA3F1537}"/>
                </a:ext>
              </a:extLst>
            </p:cNvPr>
            <p:cNvSpPr>
              <a:spLocks noChangeAspect="1"/>
            </p:cNvSpPr>
            <p:nvPr/>
          </p:nvSpPr>
          <p:spPr bwMode="auto">
            <a:xfrm>
              <a:off x="4985076" y="34056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1" name="Square">
              <a:extLst>
                <a:ext uri="{FF2B5EF4-FFF2-40B4-BE49-F238E27FC236}">
                  <a16:creationId xmlns:a16="http://schemas.microsoft.com/office/drawing/2014/main" id="{DF350A55-0CB3-EEA0-5828-360A7E944876}"/>
                </a:ext>
              </a:extLst>
            </p:cNvPr>
            <p:cNvSpPr>
              <a:spLocks noChangeAspect="1"/>
            </p:cNvSpPr>
            <p:nvPr/>
          </p:nvSpPr>
          <p:spPr bwMode="auto">
            <a:xfrm>
              <a:off x="4827563" y="332601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2" name="Square">
              <a:extLst>
                <a:ext uri="{FF2B5EF4-FFF2-40B4-BE49-F238E27FC236}">
                  <a16:creationId xmlns:a16="http://schemas.microsoft.com/office/drawing/2014/main" id="{70711DA5-A8BB-6554-5BBE-C8016E11E057}"/>
                </a:ext>
              </a:extLst>
            </p:cNvPr>
            <p:cNvSpPr>
              <a:spLocks noChangeAspect="1"/>
            </p:cNvSpPr>
            <p:nvPr/>
          </p:nvSpPr>
          <p:spPr bwMode="auto">
            <a:xfrm>
              <a:off x="5126000" y="349263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3" name="Square">
              <a:extLst>
                <a:ext uri="{FF2B5EF4-FFF2-40B4-BE49-F238E27FC236}">
                  <a16:creationId xmlns:a16="http://schemas.microsoft.com/office/drawing/2014/main" id="{7A0BDA2A-FE35-2264-4769-520BE05D0DF0}"/>
                </a:ext>
              </a:extLst>
            </p:cNvPr>
            <p:cNvSpPr>
              <a:spLocks noChangeAspect="1"/>
            </p:cNvSpPr>
            <p:nvPr/>
          </p:nvSpPr>
          <p:spPr bwMode="auto">
            <a:xfrm>
              <a:off x="5518800" y="467448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4" name="Square">
              <a:extLst>
                <a:ext uri="{FF2B5EF4-FFF2-40B4-BE49-F238E27FC236}">
                  <a16:creationId xmlns:a16="http://schemas.microsoft.com/office/drawing/2014/main" id="{E1D12590-46F7-A98C-4517-FE4395168600}"/>
                </a:ext>
              </a:extLst>
            </p:cNvPr>
            <p:cNvSpPr>
              <a:spLocks noChangeAspect="1"/>
            </p:cNvSpPr>
            <p:nvPr/>
          </p:nvSpPr>
          <p:spPr bwMode="auto">
            <a:xfrm>
              <a:off x="5417177" y="409766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5" name="Square">
              <a:extLst>
                <a:ext uri="{FF2B5EF4-FFF2-40B4-BE49-F238E27FC236}">
                  <a16:creationId xmlns:a16="http://schemas.microsoft.com/office/drawing/2014/main" id="{2105F4DA-02A6-BE4D-EA63-CCB921DD5E9C}"/>
                </a:ext>
              </a:extLst>
            </p:cNvPr>
            <p:cNvSpPr>
              <a:spLocks noChangeAspect="1"/>
            </p:cNvSpPr>
            <p:nvPr/>
          </p:nvSpPr>
          <p:spPr bwMode="auto">
            <a:xfrm>
              <a:off x="6085199" y="461458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6" name="Square">
              <a:extLst>
                <a:ext uri="{FF2B5EF4-FFF2-40B4-BE49-F238E27FC236}">
                  <a16:creationId xmlns:a16="http://schemas.microsoft.com/office/drawing/2014/main" id="{7D443A60-C500-54F5-A74D-24173BAEEEF6}"/>
                </a:ext>
              </a:extLst>
            </p:cNvPr>
            <p:cNvSpPr>
              <a:spLocks noChangeAspect="1"/>
            </p:cNvSpPr>
            <p:nvPr/>
          </p:nvSpPr>
          <p:spPr bwMode="auto">
            <a:xfrm>
              <a:off x="5815324" y="48982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7" name="Square">
              <a:extLst>
                <a:ext uri="{FF2B5EF4-FFF2-40B4-BE49-F238E27FC236}">
                  <a16:creationId xmlns:a16="http://schemas.microsoft.com/office/drawing/2014/main" id="{BB0A1409-E851-EFFC-4549-E480FBF27B94}"/>
                </a:ext>
              </a:extLst>
            </p:cNvPr>
            <p:cNvSpPr>
              <a:spLocks noChangeAspect="1"/>
            </p:cNvSpPr>
            <p:nvPr/>
          </p:nvSpPr>
          <p:spPr bwMode="auto">
            <a:xfrm>
              <a:off x="7206037" y="2304280"/>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8" name="Square">
              <a:extLst>
                <a:ext uri="{FF2B5EF4-FFF2-40B4-BE49-F238E27FC236}">
                  <a16:creationId xmlns:a16="http://schemas.microsoft.com/office/drawing/2014/main" id="{60D76058-942B-40A8-2596-C2A7D97D6D08}"/>
                </a:ext>
              </a:extLst>
            </p:cNvPr>
            <p:cNvSpPr>
              <a:spLocks noChangeAspect="1"/>
            </p:cNvSpPr>
            <p:nvPr/>
          </p:nvSpPr>
          <p:spPr bwMode="auto">
            <a:xfrm>
              <a:off x="9148033" y="360077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9" name="Square">
              <a:extLst>
                <a:ext uri="{FF2B5EF4-FFF2-40B4-BE49-F238E27FC236}">
                  <a16:creationId xmlns:a16="http://schemas.microsoft.com/office/drawing/2014/main" id="{5BA68179-BF96-809C-22EC-4E9856446D06}"/>
                </a:ext>
              </a:extLst>
            </p:cNvPr>
            <p:cNvSpPr>
              <a:spLocks noChangeAspect="1"/>
            </p:cNvSpPr>
            <p:nvPr/>
          </p:nvSpPr>
          <p:spPr bwMode="auto">
            <a:xfrm>
              <a:off x="9792956" y="362652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0" name="Square">
              <a:extLst>
                <a:ext uri="{FF2B5EF4-FFF2-40B4-BE49-F238E27FC236}">
                  <a16:creationId xmlns:a16="http://schemas.microsoft.com/office/drawing/2014/main" id="{DC016FD3-AC53-1FFB-00E8-46242AAD48A5}"/>
                </a:ext>
              </a:extLst>
            </p:cNvPr>
            <p:cNvSpPr>
              <a:spLocks noChangeAspect="1"/>
            </p:cNvSpPr>
            <p:nvPr/>
          </p:nvSpPr>
          <p:spPr bwMode="auto">
            <a:xfrm>
              <a:off x="7186502" y="219336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1" name="Square">
              <a:extLst>
                <a:ext uri="{FF2B5EF4-FFF2-40B4-BE49-F238E27FC236}">
                  <a16:creationId xmlns:a16="http://schemas.microsoft.com/office/drawing/2014/main" id="{34B4ADB2-4B0C-F217-EFB0-6903593A054D}"/>
                </a:ext>
              </a:extLst>
            </p:cNvPr>
            <p:cNvSpPr>
              <a:spLocks noChangeAspect="1"/>
            </p:cNvSpPr>
            <p:nvPr/>
          </p:nvSpPr>
          <p:spPr bwMode="auto">
            <a:xfrm>
              <a:off x="10389451" y="35633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3" name="Square">
              <a:extLst>
                <a:ext uri="{FF2B5EF4-FFF2-40B4-BE49-F238E27FC236}">
                  <a16:creationId xmlns:a16="http://schemas.microsoft.com/office/drawing/2014/main" id="{5A6F6E27-A7EB-C573-B6F1-BB4DD2323A6F}"/>
                </a:ext>
              </a:extLst>
            </p:cNvPr>
            <p:cNvSpPr>
              <a:spLocks noChangeAspect="1"/>
            </p:cNvSpPr>
            <p:nvPr/>
          </p:nvSpPr>
          <p:spPr bwMode="auto">
            <a:xfrm>
              <a:off x="11095354" y="465360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4" name="Square">
              <a:extLst>
                <a:ext uri="{FF2B5EF4-FFF2-40B4-BE49-F238E27FC236}">
                  <a16:creationId xmlns:a16="http://schemas.microsoft.com/office/drawing/2014/main" id="{C88272EC-5B85-1032-FE24-1F7AE0CC299B}"/>
                </a:ext>
              </a:extLst>
            </p:cNvPr>
            <p:cNvSpPr>
              <a:spLocks noChangeAspect="1"/>
            </p:cNvSpPr>
            <p:nvPr/>
          </p:nvSpPr>
          <p:spPr bwMode="auto">
            <a:xfrm>
              <a:off x="11095354" y="449520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5" name="Square">
              <a:extLst>
                <a:ext uri="{FF2B5EF4-FFF2-40B4-BE49-F238E27FC236}">
                  <a16:creationId xmlns:a16="http://schemas.microsoft.com/office/drawing/2014/main" id="{6126E74C-D86E-0319-070A-4807A709B881}"/>
                </a:ext>
              </a:extLst>
            </p:cNvPr>
            <p:cNvSpPr>
              <a:spLocks noChangeAspect="1"/>
            </p:cNvSpPr>
            <p:nvPr/>
          </p:nvSpPr>
          <p:spPr bwMode="auto">
            <a:xfrm>
              <a:off x="9869049" y="374275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6" name="Square">
              <a:extLst>
                <a:ext uri="{FF2B5EF4-FFF2-40B4-BE49-F238E27FC236}">
                  <a16:creationId xmlns:a16="http://schemas.microsoft.com/office/drawing/2014/main" id="{D84A75A5-0A7F-B6C0-B09B-2402E6E4EEEF}"/>
                </a:ext>
              </a:extLst>
            </p:cNvPr>
            <p:cNvSpPr>
              <a:spLocks noChangeAspect="1"/>
            </p:cNvSpPr>
            <p:nvPr/>
          </p:nvSpPr>
          <p:spPr bwMode="auto">
            <a:xfrm>
              <a:off x="10259656" y="31024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7" name="Square">
              <a:extLst>
                <a:ext uri="{FF2B5EF4-FFF2-40B4-BE49-F238E27FC236}">
                  <a16:creationId xmlns:a16="http://schemas.microsoft.com/office/drawing/2014/main" id="{DBD130F4-40C4-0871-B935-F39F8D33EE5A}"/>
                </a:ext>
              </a:extLst>
            </p:cNvPr>
            <p:cNvSpPr>
              <a:spLocks noChangeAspect="1"/>
            </p:cNvSpPr>
            <p:nvPr/>
          </p:nvSpPr>
          <p:spPr bwMode="auto">
            <a:xfrm>
              <a:off x="10093206" y="327022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8" name="Square">
              <a:extLst>
                <a:ext uri="{FF2B5EF4-FFF2-40B4-BE49-F238E27FC236}">
                  <a16:creationId xmlns:a16="http://schemas.microsoft.com/office/drawing/2014/main" id="{1548F4C7-DDC5-C11D-F4F0-18605C7446E7}"/>
                </a:ext>
              </a:extLst>
            </p:cNvPr>
            <p:cNvSpPr>
              <a:spLocks noChangeAspect="1"/>
            </p:cNvSpPr>
            <p:nvPr/>
          </p:nvSpPr>
          <p:spPr bwMode="auto">
            <a:xfrm>
              <a:off x="7413453" y="237480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9" name="Square">
              <a:extLst>
                <a:ext uri="{FF2B5EF4-FFF2-40B4-BE49-F238E27FC236}">
                  <a16:creationId xmlns:a16="http://schemas.microsoft.com/office/drawing/2014/main" id="{A49FA9A1-161D-33BF-BCBE-E84639EEE6FF}"/>
                </a:ext>
              </a:extLst>
            </p:cNvPr>
            <p:cNvSpPr>
              <a:spLocks noChangeAspect="1"/>
            </p:cNvSpPr>
            <p:nvPr/>
          </p:nvSpPr>
          <p:spPr bwMode="auto">
            <a:xfrm>
              <a:off x="7091469" y="27377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0" name="Square">
              <a:extLst>
                <a:ext uri="{FF2B5EF4-FFF2-40B4-BE49-F238E27FC236}">
                  <a16:creationId xmlns:a16="http://schemas.microsoft.com/office/drawing/2014/main" id="{9BE80584-3BA1-A03A-5C88-247B8D2AF494}"/>
                </a:ext>
              </a:extLst>
            </p:cNvPr>
            <p:cNvSpPr>
              <a:spLocks noChangeAspect="1"/>
            </p:cNvSpPr>
            <p:nvPr/>
          </p:nvSpPr>
          <p:spPr bwMode="auto">
            <a:xfrm>
              <a:off x="7358166" y="248202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1" name="Square">
              <a:extLst>
                <a:ext uri="{FF2B5EF4-FFF2-40B4-BE49-F238E27FC236}">
                  <a16:creationId xmlns:a16="http://schemas.microsoft.com/office/drawing/2014/main" id="{D0045362-FD21-2C58-CE3C-666D2D4F85D5}"/>
                </a:ext>
              </a:extLst>
            </p:cNvPr>
            <p:cNvSpPr>
              <a:spLocks noChangeAspect="1"/>
            </p:cNvSpPr>
            <p:nvPr/>
          </p:nvSpPr>
          <p:spPr bwMode="auto">
            <a:xfrm>
              <a:off x="7676218" y="224172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2" name="Square">
              <a:extLst>
                <a:ext uri="{FF2B5EF4-FFF2-40B4-BE49-F238E27FC236}">
                  <a16:creationId xmlns:a16="http://schemas.microsoft.com/office/drawing/2014/main" id="{4AC6AA0C-E3EC-5C08-526B-5E780188F3FF}"/>
                </a:ext>
              </a:extLst>
            </p:cNvPr>
            <p:cNvSpPr>
              <a:spLocks noChangeAspect="1"/>
            </p:cNvSpPr>
            <p:nvPr/>
          </p:nvSpPr>
          <p:spPr bwMode="auto">
            <a:xfrm>
              <a:off x="8384508" y="261086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3" name="Square">
              <a:extLst>
                <a:ext uri="{FF2B5EF4-FFF2-40B4-BE49-F238E27FC236}">
                  <a16:creationId xmlns:a16="http://schemas.microsoft.com/office/drawing/2014/main" id="{38464507-2EAC-24D0-1E21-DE56286DCCBA}"/>
                </a:ext>
              </a:extLst>
            </p:cNvPr>
            <p:cNvSpPr>
              <a:spLocks noChangeAspect="1"/>
            </p:cNvSpPr>
            <p:nvPr/>
          </p:nvSpPr>
          <p:spPr bwMode="auto">
            <a:xfrm>
              <a:off x="8290735" y="270277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4" name="Square">
              <a:extLst>
                <a:ext uri="{FF2B5EF4-FFF2-40B4-BE49-F238E27FC236}">
                  <a16:creationId xmlns:a16="http://schemas.microsoft.com/office/drawing/2014/main" id="{2400CE7B-698F-4284-E5DD-7DA1C5982045}"/>
                </a:ext>
              </a:extLst>
            </p:cNvPr>
            <p:cNvSpPr>
              <a:spLocks noChangeAspect="1"/>
            </p:cNvSpPr>
            <p:nvPr/>
          </p:nvSpPr>
          <p:spPr bwMode="auto">
            <a:xfrm>
              <a:off x="9119418" y="3496923"/>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5" name="Square">
              <a:extLst>
                <a:ext uri="{FF2B5EF4-FFF2-40B4-BE49-F238E27FC236}">
                  <a16:creationId xmlns:a16="http://schemas.microsoft.com/office/drawing/2014/main" id="{C470D999-B185-8BB5-47BA-4DF8E767BFAF}"/>
                </a:ext>
              </a:extLst>
            </p:cNvPr>
            <p:cNvSpPr>
              <a:spLocks noChangeAspect="1"/>
            </p:cNvSpPr>
            <p:nvPr/>
          </p:nvSpPr>
          <p:spPr bwMode="auto">
            <a:xfrm>
              <a:off x="9220258" y="335131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6" name="Square">
              <a:extLst>
                <a:ext uri="{FF2B5EF4-FFF2-40B4-BE49-F238E27FC236}">
                  <a16:creationId xmlns:a16="http://schemas.microsoft.com/office/drawing/2014/main" id="{9B82A3BD-81D9-03ED-4AE4-625022F9E46D}"/>
                </a:ext>
              </a:extLst>
            </p:cNvPr>
            <p:cNvSpPr>
              <a:spLocks noChangeAspect="1"/>
            </p:cNvSpPr>
            <p:nvPr/>
          </p:nvSpPr>
          <p:spPr bwMode="auto">
            <a:xfrm>
              <a:off x="9069889" y="31168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7" name="Square">
              <a:extLst>
                <a:ext uri="{FF2B5EF4-FFF2-40B4-BE49-F238E27FC236}">
                  <a16:creationId xmlns:a16="http://schemas.microsoft.com/office/drawing/2014/main" id="{359EA5AA-0579-5B56-1C4D-DC4ACD881273}"/>
                </a:ext>
              </a:extLst>
            </p:cNvPr>
            <p:cNvSpPr>
              <a:spLocks noChangeAspect="1"/>
            </p:cNvSpPr>
            <p:nvPr/>
          </p:nvSpPr>
          <p:spPr bwMode="auto">
            <a:xfrm>
              <a:off x="7037387" y="22729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8" name="Square">
              <a:extLst>
                <a:ext uri="{FF2B5EF4-FFF2-40B4-BE49-F238E27FC236}">
                  <a16:creationId xmlns:a16="http://schemas.microsoft.com/office/drawing/2014/main" id="{D4F5C0F1-2525-06A4-2544-77A556A01ACA}"/>
                </a:ext>
              </a:extLst>
            </p:cNvPr>
            <p:cNvSpPr>
              <a:spLocks noChangeAspect="1"/>
            </p:cNvSpPr>
            <p:nvPr/>
          </p:nvSpPr>
          <p:spPr bwMode="auto">
            <a:xfrm>
              <a:off x="8167494" y="30778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 name="Square">
              <a:extLst>
                <a:ext uri="{FF2B5EF4-FFF2-40B4-BE49-F238E27FC236}">
                  <a16:creationId xmlns:a16="http://schemas.microsoft.com/office/drawing/2014/main" id="{3781D579-6BB4-5AA9-982E-D904135174D1}"/>
                </a:ext>
              </a:extLst>
            </p:cNvPr>
            <p:cNvSpPr>
              <a:spLocks noChangeAspect="1"/>
            </p:cNvSpPr>
            <p:nvPr userDrawn="1"/>
          </p:nvSpPr>
          <p:spPr bwMode="auto">
            <a:xfrm>
              <a:off x="10871541" y="4797838"/>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grpSp>
    </p:spTree>
    <p:extLst>
      <p:ext uri="{BB962C8B-B14F-4D97-AF65-F5344CB8AC3E}">
        <p14:creationId xmlns:p14="http://schemas.microsoft.com/office/powerpoint/2010/main" val="5087474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6_Worldwide office locations Updated">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a:solidFill>
                  <a:schemeClr val="bg1"/>
                </a:solidFill>
                <a:latin typeface="Aptos Light" panose="020B0004020202020204" pitchFamily="34" charset="0"/>
              </a:rPr>
              <a:t>Engineering change </a:t>
            </a:r>
            <a:br>
              <a:rPr lang="en-US" b="0">
                <a:solidFill>
                  <a:schemeClr val="bg1"/>
                </a:solidFill>
                <a:latin typeface="Aptos Light" panose="020B0004020202020204" pitchFamily="34" charset="0"/>
              </a:rPr>
            </a:br>
            <a:r>
              <a:rPr lang="en-US" b="0">
                <a:solidFill>
                  <a:schemeClr val="bg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solidFill>
                  <a:schemeClr val="bg1"/>
                </a:solidFill>
                <a:latin typeface="Aptos Light" panose="020B0004020202020204" pitchFamily="34" charset="0"/>
              </a:rPr>
              <a:t>*To see a list of all offices, visit </a:t>
            </a:r>
            <a:r>
              <a:rPr lang="en-US" sz="1050" b="1" i="0" u="sng">
                <a:solidFill>
                  <a:schemeClr val="bg1"/>
                </a:solidFill>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a:solidFill>
                    <a:schemeClr val="bg1"/>
                  </a:solidFill>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a:solidFill>
                    <a:schemeClr val="bg1"/>
                  </a:solidFill>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5" name="UST" descr="UST">
            <a:extLst>
              <a:ext uri="{FF2B5EF4-FFF2-40B4-BE49-F238E27FC236}">
                <a16:creationId xmlns:a16="http://schemas.microsoft.com/office/drawing/2014/main" id="{72D52E3F-9A96-46B2-35AF-A2385C66C267}"/>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1F20"/>
              </a:solidFill>
              <a:effectLst/>
              <a:uLnTx/>
              <a:uFillTx/>
            </a:endParaRPr>
          </a:p>
        </p:txBody>
      </p:sp>
      <p:sp>
        <p:nvSpPr>
          <p:cNvPr id="6" name="Legal">
            <a:extLst>
              <a:ext uri="{FF2B5EF4-FFF2-40B4-BE49-F238E27FC236}">
                <a16:creationId xmlns:a16="http://schemas.microsoft.com/office/drawing/2014/main" id="{91C9DE65-92FF-E31B-4F50-1D04E1E2AEE3}"/>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solidFill>
                  <a:schemeClr val="bg1"/>
                </a:solidFill>
                <a:latin typeface="Aptos Light" panose="020B0004020202020204" pitchFamily="34" charset="0"/>
              </a:rPr>
              <a:t>Confidential and Proprietary. © 2025 UST Global Inc</a:t>
            </a:r>
          </a:p>
        </p:txBody>
      </p:sp>
      <p:sp>
        <p:nvSpPr>
          <p:cNvPr id="7" name="Slide Number Placeholder 10">
            <a:extLst>
              <a:ext uri="{FF2B5EF4-FFF2-40B4-BE49-F238E27FC236}">
                <a16:creationId xmlns:a16="http://schemas.microsoft.com/office/drawing/2014/main" id="{B0A46B1E-3B82-5F78-393F-101F550F1FF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a:solidFill>
                <a:schemeClr val="bg1"/>
              </a:solidFill>
              <a:latin typeface="Aptos Light" panose="020B0004020202020204" pitchFamily="34" charset="0"/>
              <a:cs typeface="Trebuchet MS"/>
            </a:endParaRPr>
          </a:p>
        </p:txBody>
      </p:sp>
      <p:grpSp>
        <p:nvGrpSpPr>
          <p:cNvPr id="4" name="Group 3">
            <a:extLst>
              <a:ext uri="{FF2B5EF4-FFF2-40B4-BE49-F238E27FC236}">
                <a16:creationId xmlns:a16="http://schemas.microsoft.com/office/drawing/2014/main" id="{CD18870A-E346-F1B2-22A6-D46ECBEBD2E6}"/>
              </a:ext>
            </a:extLst>
          </p:cNvPr>
          <p:cNvGrpSpPr>
            <a:grpSpLocks noChangeAspect="1"/>
          </p:cNvGrpSpPr>
          <p:nvPr userDrawn="1"/>
        </p:nvGrpSpPr>
        <p:grpSpPr>
          <a:xfrm>
            <a:off x="2845949" y="1020802"/>
            <a:ext cx="8869680" cy="5531539"/>
            <a:chOff x="2983517" y="963640"/>
            <a:chExt cx="9089403" cy="5668569"/>
          </a:xfrm>
        </p:grpSpPr>
        <p:sp>
          <p:nvSpPr>
            <p:cNvPr id="8" name="TextBox 7">
              <a:extLst>
                <a:ext uri="{FF2B5EF4-FFF2-40B4-BE49-F238E27FC236}">
                  <a16:creationId xmlns:a16="http://schemas.microsoft.com/office/drawing/2014/main" id="{E21A6580-CB67-7235-1A71-2DB477216581}"/>
                </a:ext>
              </a:extLst>
            </p:cNvPr>
            <p:cNvSpPr txBox="1"/>
            <p:nvPr/>
          </p:nvSpPr>
          <p:spPr>
            <a:xfrm>
              <a:off x="2983517" y="2312060"/>
              <a:ext cx="1125259" cy="3325772"/>
            </a:xfrm>
            <a:prstGeom prst="rect">
              <a:avLst/>
            </a:prstGeom>
            <a:noFill/>
          </p:spPr>
          <p:txBody>
            <a:bodyPr wrap="none" lIns="0" tIns="0" rIns="0" bIns="0" rtlCol="0">
              <a:spAutoFit/>
            </a:bodyPr>
            <a:lstStyle/>
            <a:p>
              <a:pPr>
                <a:lnSpc>
                  <a:spcPct val="110000"/>
                </a:lnSpc>
                <a:spcAft>
                  <a:spcPts val="100"/>
                </a:spcAft>
                <a:buSzPct val="100000"/>
              </a:pPr>
              <a:r>
                <a:rPr lang="en-US" sz="1000" b="1">
                  <a:solidFill>
                    <a:schemeClr val="bg1"/>
                  </a:solidFill>
                  <a:latin typeface="Aptos Light" panose="020B0004020202020204" pitchFamily="34" charset="0"/>
                </a:rPr>
                <a:t>AMERICAS</a:t>
              </a:r>
            </a:p>
            <a:p>
              <a:pPr>
                <a:lnSpc>
                  <a:spcPct val="110000"/>
                </a:lnSpc>
                <a:spcAft>
                  <a:spcPts val="100"/>
                </a:spcAft>
                <a:buSzPct val="100000"/>
              </a:pPr>
              <a:r>
                <a:rPr lang="en-US" sz="1000">
                  <a:solidFill>
                    <a:schemeClr val="accent6"/>
                  </a:solidFill>
                  <a:latin typeface="Aptos Light" panose="020B0004020202020204" pitchFamily="34" charset="0"/>
                </a:rPr>
                <a:t>Global HQ – Orange </a:t>
              </a:r>
              <a:br>
                <a:rPr lang="en-US" sz="1000">
                  <a:solidFill>
                    <a:schemeClr val="accent6"/>
                  </a:solidFill>
                  <a:latin typeface="Aptos Light" panose="020B0004020202020204" pitchFamily="34" charset="0"/>
                </a:rPr>
              </a:br>
              <a:r>
                <a:rPr lang="en-US" sz="1000">
                  <a:solidFill>
                    <a:schemeClr val="accent6"/>
                  </a:solidFill>
                  <a:latin typeface="Aptos Light" panose="020B0004020202020204" pitchFamily="34" charset="0"/>
                </a:rPr>
                <a:t>County, CA</a:t>
              </a:r>
            </a:p>
            <a:p>
              <a:pPr>
                <a:lnSpc>
                  <a:spcPct val="110000"/>
                </a:lnSpc>
                <a:spcAft>
                  <a:spcPts val="100"/>
                </a:spcAft>
                <a:buSzPct val="100000"/>
              </a:pPr>
              <a:r>
                <a:rPr lang="en-US" sz="1000">
                  <a:solidFill>
                    <a:schemeClr val="bg1"/>
                  </a:solidFill>
                  <a:latin typeface="Aptos Light" panose="020B0004020202020204" pitchFamily="34" charset="0"/>
                </a:rPr>
                <a:t>Bentonville, AR</a:t>
              </a:r>
            </a:p>
            <a:p>
              <a:pPr>
                <a:lnSpc>
                  <a:spcPct val="110000"/>
                </a:lnSpc>
                <a:spcAft>
                  <a:spcPts val="100"/>
                </a:spcAft>
                <a:buSzPct val="100000"/>
              </a:pPr>
              <a:r>
                <a:rPr lang="en-US" sz="1000">
                  <a:solidFill>
                    <a:schemeClr val="bg1"/>
                  </a:solidFill>
                  <a:latin typeface="Aptos Light" panose="020B0004020202020204" pitchFamily="34" charset="0"/>
                </a:rPr>
                <a:t>Chicago, IL </a:t>
              </a:r>
            </a:p>
            <a:p>
              <a:pPr>
                <a:lnSpc>
                  <a:spcPct val="110000"/>
                </a:lnSpc>
                <a:spcAft>
                  <a:spcPts val="100"/>
                </a:spcAft>
                <a:buSzPct val="100000"/>
              </a:pPr>
              <a:r>
                <a:rPr lang="en-US" sz="1000">
                  <a:solidFill>
                    <a:schemeClr val="bg1"/>
                  </a:solidFill>
                  <a:latin typeface="Aptos Light" panose="020B0004020202020204" pitchFamily="34" charset="0"/>
                </a:rPr>
                <a:t>Norfolk, VA</a:t>
              </a:r>
            </a:p>
            <a:p>
              <a:pPr>
                <a:lnSpc>
                  <a:spcPct val="110000"/>
                </a:lnSpc>
                <a:spcAft>
                  <a:spcPts val="100"/>
                </a:spcAft>
                <a:buSzPct val="100000"/>
              </a:pPr>
              <a:r>
                <a:rPr lang="en-US" sz="1000">
                  <a:solidFill>
                    <a:schemeClr val="bg1"/>
                  </a:solidFill>
                  <a:latin typeface="Aptos Light" panose="020B0004020202020204" pitchFamily="34" charset="0"/>
                </a:rPr>
                <a:t>Columbus, OH</a:t>
              </a:r>
            </a:p>
            <a:p>
              <a:pPr>
                <a:lnSpc>
                  <a:spcPct val="110000"/>
                </a:lnSpc>
                <a:spcAft>
                  <a:spcPts val="100"/>
                </a:spcAft>
                <a:buSzPct val="100000"/>
              </a:pPr>
              <a:r>
                <a:rPr lang="en-US" sz="1000">
                  <a:solidFill>
                    <a:schemeClr val="bg1"/>
                  </a:solidFill>
                  <a:latin typeface="Aptos Light" panose="020B0004020202020204" pitchFamily="34" charset="0"/>
                </a:rPr>
                <a:t>Atlanta, GA</a:t>
              </a:r>
            </a:p>
            <a:p>
              <a:pPr>
                <a:lnSpc>
                  <a:spcPct val="110000"/>
                </a:lnSpc>
                <a:spcAft>
                  <a:spcPts val="100"/>
                </a:spcAft>
                <a:buSzPct val="100000"/>
              </a:pPr>
              <a:r>
                <a:rPr lang="en-US" sz="1000">
                  <a:solidFill>
                    <a:schemeClr val="bg1"/>
                  </a:solidFill>
                  <a:latin typeface="Aptos Light" panose="020B0004020202020204" pitchFamily="34" charset="0"/>
                </a:rPr>
                <a:t>Dallas, TX</a:t>
              </a:r>
            </a:p>
            <a:p>
              <a:pPr>
                <a:lnSpc>
                  <a:spcPct val="110000"/>
                </a:lnSpc>
                <a:spcAft>
                  <a:spcPts val="100"/>
                </a:spcAft>
                <a:buSzPct val="100000"/>
              </a:pPr>
              <a:r>
                <a:rPr lang="en-US" sz="1000">
                  <a:solidFill>
                    <a:schemeClr val="bg1"/>
                  </a:solidFill>
                  <a:latin typeface="Aptos Light" panose="020B0004020202020204" pitchFamily="34" charset="0"/>
                </a:rPr>
                <a:t>Ames, IA </a:t>
              </a:r>
            </a:p>
            <a:p>
              <a:pPr>
                <a:lnSpc>
                  <a:spcPct val="110000"/>
                </a:lnSpc>
                <a:spcAft>
                  <a:spcPts val="100"/>
                </a:spcAft>
                <a:buSzPct val="100000"/>
              </a:pPr>
              <a:r>
                <a:rPr lang="en-US" sz="1000">
                  <a:solidFill>
                    <a:schemeClr val="bg1"/>
                  </a:solidFill>
                  <a:latin typeface="Aptos Light" panose="020B0004020202020204" pitchFamily="34" charset="0"/>
                </a:rPr>
                <a:t>Toronto, CA</a:t>
              </a:r>
            </a:p>
            <a:p>
              <a:pPr>
                <a:lnSpc>
                  <a:spcPct val="110000"/>
                </a:lnSpc>
                <a:spcAft>
                  <a:spcPts val="100"/>
                </a:spcAft>
                <a:buSzPct val="100000"/>
              </a:pPr>
              <a:r>
                <a:rPr lang="en-US" sz="1000">
                  <a:solidFill>
                    <a:schemeClr val="bg1"/>
                  </a:solidFill>
                  <a:latin typeface="Aptos Light" panose="020B0004020202020204" pitchFamily="34" charset="0"/>
                </a:rPr>
                <a:t>Guadalajara, MX</a:t>
              </a:r>
            </a:p>
            <a:p>
              <a:pPr>
                <a:lnSpc>
                  <a:spcPct val="110000"/>
                </a:lnSpc>
                <a:spcAft>
                  <a:spcPts val="100"/>
                </a:spcAft>
                <a:buSzPct val="100000"/>
              </a:pPr>
              <a:r>
                <a:rPr lang="en-US" sz="1000">
                  <a:solidFill>
                    <a:schemeClr val="bg1"/>
                  </a:solidFill>
                  <a:latin typeface="Aptos Light" panose="020B0004020202020204" pitchFamily="34" charset="0"/>
                </a:rPr>
                <a:t>Leon, MX</a:t>
              </a:r>
            </a:p>
            <a:p>
              <a:pPr>
                <a:lnSpc>
                  <a:spcPct val="110000"/>
                </a:lnSpc>
                <a:spcAft>
                  <a:spcPts val="100"/>
                </a:spcAft>
                <a:buSzPct val="100000"/>
              </a:pPr>
              <a:r>
                <a:rPr lang="en-US" sz="1000">
                  <a:solidFill>
                    <a:schemeClr val="bg1"/>
                  </a:solidFill>
                  <a:latin typeface="Aptos Light" panose="020B0004020202020204" pitchFamily="34" charset="0"/>
                </a:rPr>
                <a:t>San Jose, CR</a:t>
              </a:r>
            </a:p>
            <a:p>
              <a:pPr>
                <a:lnSpc>
                  <a:spcPct val="110000"/>
                </a:lnSpc>
                <a:spcAft>
                  <a:spcPts val="100"/>
                </a:spcAft>
                <a:buSzPct val="100000"/>
              </a:pPr>
              <a:r>
                <a:rPr lang="en-US" sz="1000">
                  <a:solidFill>
                    <a:schemeClr val="bg1"/>
                  </a:solidFill>
                  <a:latin typeface="Aptos Light" panose="020B0004020202020204" pitchFamily="34" charset="0"/>
                </a:rPr>
                <a:t>Santiago, CL</a:t>
              </a:r>
            </a:p>
            <a:p>
              <a:pPr>
                <a:lnSpc>
                  <a:spcPct val="110000"/>
                </a:lnSpc>
                <a:spcAft>
                  <a:spcPts val="100"/>
                </a:spcAft>
                <a:buSzPct val="100000"/>
              </a:pPr>
              <a:r>
                <a:rPr lang="en-US" sz="1000">
                  <a:solidFill>
                    <a:schemeClr val="bg1"/>
                  </a:solidFill>
                  <a:latin typeface="Aptos Light" panose="020B0004020202020204" pitchFamily="34" charset="0"/>
                </a:rPr>
                <a:t>Lima, PE</a:t>
              </a:r>
            </a:p>
            <a:p>
              <a:pPr>
                <a:lnSpc>
                  <a:spcPct val="110000"/>
                </a:lnSpc>
                <a:spcAft>
                  <a:spcPts val="100"/>
                </a:spcAft>
                <a:buSzPct val="100000"/>
              </a:pPr>
              <a:r>
                <a:rPr lang="en-US" sz="1000">
                  <a:solidFill>
                    <a:schemeClr val="bg1"/>
                  </a:solidFill>
                  <a:latin typeface="Aptos Light" panose="020B0004020202020204" pitchFamily="34" charset="0"/>
                </a:rPr>
                <a:t>Sao Paulo, BR</a:t>
              </a:r>
            </a:p>
            <a:p>
              <a:pPr>
                <a:lnSpc>
                  <a:spcPct val="110000"/>
                </a:lnSpc>
                <a:spcAft>
                  <a:spcPts val="100"/>
                </a:spcAft>
                <a:buSzPct val="100000"/>
              </a:pPr>
              <a:r>
                <a:rPr lang="en-US" sz="1000">
                  <a:solidFill>
                    <a:schemeClr val="bg1"/>
                  </a:solidFill>
                  <a:latin typeface="Aptos Light" panose="020B0004020202020204" pitchFamily="34" charset="0"/>
                </a:rPr>
                <a:t>Buenos Aires, AR</a:t>
              </a:r>
            </a:p>
          </p:txBody>
        </p:sp>
        <p:sp>
          <p:nvSpPr>
            <p:cNvPr id="9" name="TextBox 8">
              <a:extLst>
                <a:ext uri="{FF2B5EF4-FFF2-40B4-BE49-F238E27FC236}">
                  <a16:creationId xmlns:a16="http://schemas.microsoft.com/office/drawing/2014/main" id="{1FD924E6-DC1D-FF89-9FAC-6F9CFF27087A}"/>
                </a:ext>
              </a:extLst>
            </p:cNvPr>
            <p:cNvSpPr txBox="1"/>
            <p:nvPr/>
          </p:nvSpPr>
          <p:spPr>
            <a:xfrm>
              <a:off x="11025049" y="2450336"/>
              <a:ext cx="1047871" cy="1901210"/>
            </a:xfrm>
            <a:prstGeom prst="rect">
              <a:avLst/>
            </a:prstGeom>
            <a:noFill/>
          </p:spPr>
          <p:txBody>
            <a:bodyPr wrap="square" lIns="0" tIns="0" rIns="0" bIns="0" rtlCol="0">
              <a:spAutoFit/>
            </a:bodyPr>
            <a:lstStyle/>
            <a:p>
              <a:pPr>
                <a:lnSpc>
                  <a:spcPct val="110000"/>
                </a:lnSpc>
                <a:buSzPct val="100000"/>
              </a:pPr>
              <a:r>
                <a:rPr lang="en-US" sz="1000" b="1">
                  <a:solidFill>
                    <a:schemeClr val="bg1"/>
                  </a:solidFill>
                  <a:latin typeface="Aptos Light" panose="020B0004020202020204" pitchFamily="34" charset="0"/>
                </a:rPr>
                <a:t>APAC</a:t>
              </a:r>
            </a:p>
            <a:p>
              <a:pPr>
                <a:lnSpc>
                  <a:spcPct val="110000"/>
                </a:lnSpc>
                <a:buSzPct val="100000"/>
              </a:pPr>
              <a:r>
                <a:rPr lang="en-US" sz="1000">
                  <a:solidFill>
                    <a:schemeClr val="accent3"/>
                  </a:solidFill>
                  <a:latin typeface="Aptos Light" panose="020B0004020202020204" pitchFamily="34" charset="0"/>
                </a:rPr>
                <a:t>Singapore, SG</a:t>
              </a:r>
            </a:p>
            <a:p>
              <a:pPr>
                <a:lnSpc>
                  <a:spcPct val="110000"/>
                </a:lnSpc>
                <a:buSzPct val="100000"/>
              </a:pPr>
              <a:r>
                <a:rPr lang="en-US" sz="1000">
                  <a:solidFill>
                    <a:schemeClr val="bg1"/>
                  </a:solidFill>
                  <a:latin typeface="Aptos Light" panose="020B0004020202020204" pitchFamily="34" charset="0"/>
                </a:rPr>
                <a:t>Manila, PH</a:t>
              </a:r>
            </a:p>
            <a:p>
              <a:pPr>
                <a:lnSpc>
                  <a:spcPct val="110000"/>
                </a:lnSpc>
                <a:buSzPct val="100000"/>
              </a:pPr>
              <a:r>
                <a:rPr lang="en-US" sz="1000">
                  <a:solidFill>
                    <a:schemeClr val="bg1"/>
                  </a:solidFill>
                  <a:latin typeface="Aptos Light" panose="020B0004020202020204" pitchFamily="34" charset="0"/>
                </a:rPr>
                <a:t>Sydney, AU</a:t>
              </a:r>
            </a:p>
            <a:p>
              <a:pPr>
                <a:lnSpc>
                  <a:spcPct val="110000"/>
                </a:lnSpc>
                <a:buSzPct val="100000"/>
              </a:pPr>
              <a:r>
                <a:rPr lang="en-US" sz="1000">
                  <a:solidFill>
                    <a:schemeClr val="bg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a:solidFill>
                    <a:schemeClr val="bg1"/>
                  </a:solidFill>
                  <a:latin typeface="Aptos Light" panose="020B0004020202020204" pitchFamily="34" charset="0"/>
                </a:rPr>
                <a:t>Brisbane, AU</a:t>
              </a:r>
            </a:p>
            <a:p>
              <a:pPr>
                <a:lnSpc>
                  <a:spcPct val="110000"/>
                </a:lnSpc>
                <a:buSzPct val="100000"/>
              </a:pPr>
              <a:r>
                <a:rPr lang="en-US" sz="1000">
                  <a:solidFill>
                    <a:schemeClr val="bg1"/>
                  </a:solidFill>
                  <a:latin typeface="Aptos Light" panose="020B0004020202020204" pitchFamily="34" charset="0"/>
                </a:rPr>
                <a:t>Penang, MY</a:t>
              </a:r>
            </a:p>
            <a:p>
              <a:pPr>
                <a:lnSpc>
                  <a:spcPct val="110000"/>
                </a:lnSpc>
                <a:buSzPct val="100000"/>
              </a:pPr>
              <a:r>
                <a:rPr lang="en-US" sz="1000">
                  <a:solidFill>
                    <a:schemeClr val="bg1"/>
                  </a:solidFill>
                  <a:latin typeface="Aptos Light" panose="020B0004020202020204" pitchFamily="34" charset="0"/>
                </a:rPr>
                <a:t>Kuala Lumpur, MY</a:t>
              </a:r>
            </a:p>
            <a:p>
              <a:pPr>
                <a:lnSpc>
                  <a:spcPct val="110000"/>
                </a:lnSpc>
                <a:buSzPct val="100000"/>
              </a:pPr>
              <a:r>
                <a:rPr lang="en-US" sz="1000">
                  <a:solidFill>
                    <a:schemeClr val="bg1"/>
                  </a:solidFill>
                  <a:latin typeface="Aptos Light" panose="020B0004020202020204" pitchFamily="34" charset="0"/>
                </a:rPr>
                <a:t>Shanghai, CN</a:t>
              </a:r>
            </a:p>
            <a:p>
              <a:pPr>
                <a:lnSpc>
                  <a:spcPct val="110000"/>
                </a:lnSpc>
                <a:buSzPct val="100000"/>
              </a:pPr>
              <a:r>
                <a:rPr lang="en-US" sz="1000">
                  <a:solidFill>
                    <a:schemeClr val="bg1"/>
                  </a:solidFill>
                  <a:latin typeface="Aptos Light" panose="020B0004020202020204" pitchFamily="34" charset="0"/>
                </a:rPr>
                <a:t>Taipei, TW</a:t>
              </a:r>
            </a:p>
            <a:p>
              <a:pPr>
                <a:lnSpc>
                  <a:spcPct val="110000"/>
                </a:lnSpc>
                <a:buSzPct val="100000"/>
              </a:pPr>
              <a:r>
                <a:rPr lang="en-US" sz="1000">
                  <a:solidFill>
                    <a:schemeClr val="bg1"/>
                  </a:solidFill>
                  <a:latin typeface="Aptos Light" panose="020B0004020202020204" pitchFamily="34" charset="0"/>
                </a:rPr>
                <a:t>Hong Kong, HK</a:t>
              </a:r>
            </a:p>
          </p:txBody>
        </p:sp>
        <p:sp>
          <p:nvSpPr>
            <p:cNvPr id="10" name="TextBox 9">
              <a:extLst>
                <a:ext uri="{FF2B5EF4-FFF2-40B4-BE49-F238E27FC236}">
                  <a16:creationId xmlns:a16="http://schemas.microsoft.com/office/drawing/2014/main" id="{C70066C9-A070-DA2F-AE1B-7C806B961544}"/>
                </a:ext>
              </a:extLst>
            </p:cNvPr>
            <p:cNvSpPr txBox="1"/>
            <p:nvPr/>
          </p:nvSpPr>
          <p:spPr>
            <a:xfrm>
              <a:off x="8950848" y="3803083"/>
              <a:ext cx="1099814" cy="1727740"/>
            </a:xfrm>
            <a:prstGeom prst="rect">
              <a:avLst/>
            </a:prstGeom>
            <a:noFill/>
          </p:spPr>
          <p:txBody>
            <a:bodyPr wrap="square" lIns="0" tIns="0" rIns="0" bIns="0" rtlCol="0">
              <a:spAutoFit/>
            </a:bodyPr>
            <a:lstStyle/>
            <a:p>
              <a:pPr>
                <a:lnSpc>
                  <a:spcPct val="110000"/>
                </a:lnSpc>
                <a:buSzPct val="100000"/>
              </a:pPr>
              <a:r>
                <a:rPr lang="en-US" sz="1000" b="1">
                  <a:solidFill>
                    <a:schemeClr val="bg1"/>
                  </a:solidFill>
                  <a:latin typeface="Aptos Light" panose="020B0004020202020204" pitchFamily="34" charset="0"/>
                </a:rPr>
                <a:t>INDIA</a:t>
              </a:r>
            </a:p>
            <a:p>
              <a:pPr>
                <a:lnSpc>
                  <a:spcPct val="110000"/>
                </a:lnSpc>
                <a:buSzPct val="100000"/>
              </a:pPr>
              <a:r>
                <a:rPr lang="en-US" sz="1000">
                  <a:solidFill>
                    <a:schemeClr val="accent3"/>
                  </a:solidFill>
                  <a:latin typeface="Aptos Light" panose="020B0004020202020204" pitchFamily="34" charset="0"/>
                </a:rPr>
                <a:t>Trivandrum</a:t>
              </a:r>
            </a:p>
            <a:p>
              <a:pPr>
                <a:lnSpc>
                  <a:spcPct val="110000"/>
                </a:lnSpc>
                <a:buSzPct val="100000"/>
              </a:pPr>
              <a:r>
                <a:rPr lang="en-US" sz="1000">
                  <a:solidFill>
                    <a:schemeClr val="bg1"/>
                  </a:solidFill>
                  <a:latin typeface="Aptos Light" panose="020B0004020202020204" pitchFamily="34" charset="0"/>
                </a:rPr>
                <a:t>Bangalore</a:t>
              </a:r>
            </a:p>
            <a:p>
              <a:pPr>
                <a:lnSpc>
                  <a:spcPct val="110000"/>
                </a:lnSpc>
                <a:buSzPct val="100000"/>
              </a:pPr>
              <a:r>
                <a:rPr lang="en-US" sz="1000">
                  <a:solidFill>
                    <a:schemeClr val="bg1"/>
                  </a:solidFill>
                  <a:latin typeface="Aptos Light" panose="020B0004020202020204" pitchFamily="34" charset="0"/>
                </a:rPr>
                <a:t>Chennai</a:t>
              </a:r>
            </a:p>
            <a:p>
              <a:pPr>
                <a:lnSpc>
                  <a:spcPct val="110000"/>
                </a:lnSpc>
                <a:buSzPct val="100000"/>
              </a:pPr>
              <a:r>
                <a:rPr lang="en-US" sz="1000">
                  <a:solidFill>
                    <a:schemeClr val="bg1"/>
                  </a:solidFill>
                  <a:latin typeface="Aptos Light" panose="020B0004020202020204" pitchFamily="34" charset="0"/>
                </a:rPr>
                <a:t>Hyderabad</a:t>
              </a:r>
            </a:p>
            <a:p>
              <a:pPr>
                <a:lnSpc>
                  <a:spcPct val="110000"/>
                </a:lnSpc>
                <a:buSzPct val="100000"/>
              </a:pPr>
              <a:r>
                <a:rPr lang="en-US" sz="1000">
                  <a:solidFill>
                    <a:schemeClr val="bg1"/>
                  </a:solidFill>
                  <a:latin typeface="Aptos Light" panose="020B0004020202020204" pitchFamily="34" charset="0"/>
                </a:rPr>
                <a:t>Kochi</a:t>
              </a:r>
            </a:p>
            <a:p>
              <a:pPr>
                <a:lnSpc>
                  <a:spcPct val="110000"/>
                </a:lnSpc>
                <a:buSzPct val="100000"/>
              </a:pPr>
              <a:r>
                <a:rPr lang="en-US" sz="1000">
                  <a:solidFill>
                    <a:schemeClr val="bg1"/>
                  </a:solidFill>
                  <a:latin typeface="Aptos Light" panose="020B0004020202020204" pitchFamily="34" charset="0"/>
                </a:rPr>
                <a:t>Delhi</a:t>
              </a:r>
            </a:p>
            <a:p>
              <a:pPr>
                <a:lnSpc>
                  <a:spcPct val="110000"/>
                </a:lnSpc>
                <a:buSzPct val="100000"/>
              </a:pPr>
              <a:r>
                <a:rPr lang="en-US" sz="1000">
                  <a:solidFill>
                    <a:schemeClr val="bg1"/>
                  </a:solidFill>
                  <a:latin typeface="Aptos Light" panose="020B0004020202020204" pitchFamily="34" charset="0"/>
                </a:rPr>
                <a:t>Coimbatore </a:t>
              </a:r>
            </a:p>
            <a:p>
              <a:pPr>
                <a:lnSpc>
                  <a:spcPct val="110000"/>
                </a:lnSpc>
                <a:buSzPct val="100000"/>
              </a:pPr>
              <a:r>
                <a:rPr lang="en-US" sz="1000">
                  <a:solidFill>
                    <a:schemeClr val="bg1"/>
                  </a:solidFill>
                  <a:latin typeface="Aptos Light" panose="020B0004020202020204" pitchFamily="34" charset="0"/>
                </a:rPr>
                <a:t>Hosur </a:t>
              </a:r>
            </a:p>
            <a:p>
              <a:pPr>
                <a:lnSpc>
                  <a:spcPct val="110000"/>
                </a:lnSpc>
                <a:buSzPct val="100000"/>
              </a:pPr>
              <a:r>
                <a:rPr lang="en-US" sz="1000">
                  <a:solidFill>
                    <a:schemeClr val="bg1"/>
                  </a:solidFill>
                  <a:latin typeface="Aptos Light" panose="020B0004020202020204" pitchFamily="34" charset="0"/>
                </a:rPr>
                <a:t>Pune</a:t>
              </a:r>
            </a:p>
          </p:txBody>
        </p:sp>
        <p:sp>
          <p:nvSpPr>
            <p:cNvPr id="11" name="TextBox 10">
              <a:extLst>
                <a:ext uri="{FF2B5EF4-FFF2-40B4-BE49-F238E27FC236}">
                  <a16:creationId xmlns:a16="http://schemas.microsoft.com/office/drawing/2014/main" id="{70FA4FF3-9138-1908-EA5F-3BE0D3DC16A3}"/>
                </a:ext>
              </a:extLst>
            </p:cNvPr>
            <p:cNvSpPr txBox="1"/>
            <p:nvPr/>
          </p:nvSpPr>
          <p:spPr>
            <a:xfrm>
              <a:off x="6163343" y="2482157"/>
              <a:ext cx="686654" cy="1380799"/>
            </a:xfrm>
            <a:prstGeom prst="rect">
              <a:avLst/>
            </a:prstGeom>
            <a:noFill/>
          </p:spPr>
          <p:txBody>
            <a:bodyPr wrap="none" lIns="0" tIns="0" rIns="0" bIns="0" rtlCol="0">
              <a:spAutoFit/>
            </a:bodyPr>
            <a:lstStyle/>
            <a:p>
              <a:pPr>
                <a:lnSpc>
                  <a:spcPct val="110000"/>
                </a:lnSpc>
                <a:buSzPct val="100000"/>
              </a:pPr>
              <a:r>
                <a:rPr lang="en-US" sz="1000" b="1">
                  <a:solidFill>
                    <a:schemeClr val="bg1"/>
                  </a:solidFill>
                  <a:latin typeface="Aptos Light" panose="020B0004020202020204" pitchFamily="34" charset="0"/>
                </a:rPr>
                <a:t>EMEA</a:t>
              </a:r>
            </a:p>
            <a:p>
              <a:pPr>
                <a:lnSpc>
                  <a:spcPct val="110000"/>
                </a:lnSpc>
                <a:buSzPct val="100000"/>
              </a:pPr>
              <a:r>
                <a:rPr lang="en-US" sz="1000">
                  <a:solidFill>
                    <a:schemeClr val="accent3"/>
                  </a:solidFill>
                  <a:latin typeface="Aptos Light" panose="020B0004020202020204" pitchFamily="34" charset="0"/>
                </a:rPr>
                <a:t>London, UK</a:t>
              </a:r>
            </a:p>
            <a:p>
              <a:pPr>
                <a:lnSpc>
                  <a:spcPct val="110000"/>
                </a:lnSpc>
                <a:buSzPct val="100000"/>
              </a:pPr>
              <a:r>
                <a:rPr lang="en-US" sz="1000">
                  <a:solidFill>
                    <a:schemeClr val="bg1"/>
                  </a:solidFill>
                  <a:latin typeface="Aptos Light" panose="020B0004020202020204" pitchFamily="34" charset="0"/>
                </a:rPr>
                <a:t>Leeds, UK</a:t>
              </a:r>
            </a:p>
            <a:p>
              <a:pPr>
                <a:lnSpc>
                  <a:spcPct val="110000"/>
                </a:lnSpc>
                <a:buSzPct val="100000"/>
              </a:pPr>
              <a:r>
                <a:rPr lang="en-US" sz="1000">
                  <a:solidFill>
                    <a:schemeClr val="bg1"/>
                  </a:solidFill>
                  <a:latin typeface="Aptos Light" panose="020B0004020202020204" pitchFamily="34" charset="0"/>
                </a:rPr>
                <a:t>Dublin, IE</a:t>
              </a:r>
            </a:p>
            <a:p>
              <a:pPr>
                <a:lnSpc>
                  <a:spcPct val="110000"/>
                </a:lnSpc>
                <a:buSzPct val="100000"/>
              </a:pPr>
              <a:r>
                <a:rPr lang="en-US" sz="1000">
                  <a:solidFill>
                    <a:schemeClr val="bg1"/>
                  </a:solidFill>
                  <a:latin typeface="Aptos Light" panose="020B0004020202020204" pitchFamily="34" charset="0"/>
                </a:rPr>
                <a:t>Madrid, ES</a:t>
              </a:r>
            </a:p>
            <a:p>
              <a:pPr>
                <a:lnSpc>
                  <a:spcPct val="110000"/>
                </a:lnSpc>
                <a:buSzPct val="100000"/>
              </a:pPr>
              <a:r>
                <a:rPr lang="en-US" sz="1000">
                  <a:solidFill>
                    <a:schemeClr val="bg1"/>
                  </a:solidFill>
                  <a:latin typeface="Aptos Light" panose="020B0004020202020204" pitchFamily="34" charset="0"/>
                </a:rPr>
                <a:t>Tel Aviv, IS</a:t>
              </a:r>
            </a:p>
            <a:p>
              <a:pPr>
                <a:lnSpc>
                  <a:spcPct val="110000"/>
                </a:lnSpc>
                <a:buSzPct val="100000"/>
              </a:pPr>
              <a:r>
                <a:rPr lang="en-US" sz="1000">
                  <a:solidFill>
                    <a:schemeClr val="bg1"/>
                  </a:solidFill>
                  <a:latin typeface="Aptos Light" panose="020B0004020202020204" pitchFamily="34" charset="0"/>
                </a:rPr>
                <a:t>Cologne, DE</a:t>
              </a:r>
            </a:p>
            <a:p>
              <a:pPr>
                <a:lnSpc>
                  <a:spcPct val="110000"/>
                </a:lnSpc>
                <a:buSzPct val="100000"/>
              </a:pPr>
              <a:r>
                <a:rPr lang="en-US" sz="1000">
                  <a:solidFill>
                    <a:schemeClr val="bg1"/>
                  </a:solidFill>
                  <a:latin typeface="Aptos Light" panose="020B0004020202020204" pitchFamily="34" charset="0"/>
                </a:rPr>
                <a:t>Lisbon, PT</a:t>
              </a:r>
            </a:p>
          </p:txBody>
        </p:sp>
        <p:sp>
          <p:nvSpPr>
            <p:cNvPr id="12" name="TextBox 11">
              <a:extLst>
                <a:ext uri="{FF2B5EF4-FFF2-40B4-BE49-F238E27FC236}">
                  <a16:creationId xmlns:a16="http://schemas.microsoft.com/office/drawing/2014/main" id="{C96D7703-3D90-ACDD-6DC3-50CC3EAA99DC}"/>
                </a:ext>
              </a:extLst>
            </p:cNvPr>
            <p:cNvSpPr txBox="1"/>
            <p:nvPr/>
          </p:nvSpPr>
          <p:spPr>
            <a:xfrm>
              <a:off x="6542019" y="3863646"/>
              <a:ext cx="933061" cy="2768563"/>
            </a:xfrm>
            <a:prstGeom prst="rect">
              <a:avLst/>
            </a:prstGeom>
            <a:noFill/>
          </p:spPr>
          <p:txBody>
            <a:bodyPr wrap="none" lIns="0" tIns="0" rIns="0" bIns="0" rtlCol="0">
              <a:spAutoFit/>
            </a:bodyPr>
            <a:lstStyle/>
            <a:p>
              <a:pPr>
                <a:lnSpc>
                  <a:spcPct val="110000"/>
                </a:lnSpc>
                <a:buSzPct val="100000"/>
              </a:pPr>
              <a:r>
                <a:rPr lang="en-US" sz="1000">
                  <a:solidFill>
                    <a:schemeClr val="bg1"/>
                  </a:solidFill>
                  <a:latin typeface="Aptos Light" panose="020B0004020202020204" pitchFamily="34" charset="0"/>
                </a:rPr>
                <a:t>Paris, FR</a:t>
              </a:r>
            </a:p>
            <a:p>
              <a:pPr>
                <a:lnSpc>
                  <a:spcPct val="110000"/>
                </a:lnSpc>
                <a:buSzPct val="100000"/>
              </a:pPr>
              <a:r>
                <a:rPr lang="en-US" sz="1000">
                  <a:solidFill>
                    <a:schemeClr val="bg1"/>
                  </a:solidFill>
                  <a:latin typeface="Aptos Light" panose="020B0004020202020204" pitchFamily="34" charset="0"/>
                </a:rPr>
                <a:t>Gdansk, PL</a:t>
              </a:r>
            </a:p>
            <a:p>
              <a:pPr>
                <a:lnSpc>
                  <a:spcPct val="110000"/>
                </a:lnSpc>
                <a:buSzPct val="100000"/>
              </a:pPr>
              <a:r>
                <a:rPr lang="en-US" sz="1000">
                  <a:solidFill>
                    <a:schemeClr val="bg1"/>
                  </a:solidFill>
                  <a:latin typeface="Aptos Light" panose="020B0004020202020204" pitchFamily="34" charset="0"/>
                </a:rPr>
                <a:t>Bucharest, RO</a:t>
              </a:r>
            </a:p>
            <a:p>
              <a:pPr>
                <a:lnSpc>
                  <a:spcPct val="110000"/>
                </a:lnSpc>
                <a:buSzPct val="100000"/>
              </a:pPr>
              <a:r>
                <a:rPr lang="en-US" sz="1000">
                  <a:solidFill>
                    <a:schemeClr val="bg1"/>
                  </a:solidFill>
                  <a:latin typeface="Aptos Light" panose="020B0004020202020204" pitchFamily="34" charset="0"/>
                </a:rPr>
                <a:t>Sofia, BG</a:t>
              </a:r>
            </a:p>
            <a:p>
              <a:pPr>
                <a:lnSpc>
                  <a:spcPct val="110000"/>
                </a:lnSpc>
                <a:buSzPct val="100000"/>
              </a:pPr>
              <a:r>
                <a:rPr lang="en-US" sz="1000">
                  <a:solidFill>
                    <a:schemeClr val="bg1"/>
                  </a:solidFill>
                  <a:latin typeface="Aptos Light" panose="020B0004020202020204" pitchFamily="34" charset="0"/>
                </a:rPr>
                <a:t>Helmond, NL</a:t>
              </a:r>
            </a:p>
            <a:p>
              <a:pPr>
                <a:lnSpc>
                  <a:spcPct val="110000"/>
                </a:lnSpc>
                <a:buSzPct val="100000"/>
              </a:pPr>
              <a:r>
                <a:rPr lang="en-US" sz="1000">
                  <a:solidFill>
                    <a:schemeClr val="bg1"/>
                  </a:solidFill>
                  <a:latin typeface="Aptos Light" panose="020B0004020202020204" pitchFamily="34" charset="0"/>
                </a:rPr>
                <a:t>Barcelona, ES</a:t>
              </a:r>
            </a:p>
            <a:p>
              <a:pPr>
                <a:lnSpc>
                  <a:spcPct val="110000"/>
                </a:lnSpc>
                <a:buSzPct val="100000"/>
              </a:pPr>
              <a:r>
                <a:rPr lang="en-US" sz="1000" b="0">
                  <a:solidFill>
                    <a:schemeClr val="bg1"/>
                  </a:solidFill>
                  <a:latin typeface="Aptos Light" panose="020B0004020202020204" pitchFamily="34" charset="0"/>
                </a:rPr>
                <a:t>Bilbao, ES</a:t>
              </a:r>
            </a:p>
            <a:p>
              <a:pPr>
                <a:lnSpc>
                  <a:spcPct val="110000"/>
                </a:lnSpc>
                <a:buSzPct val="100000"/>
              </a:pPr>
              <a:r>
                <a:rPr lang="en-US" sz="1000">
                  <a:solidFill>
                    <a:schemeClr val="bg1"/>
                  </a:solidFill>
                  <a:latin typeface="Aptos Light" panose="020B0004020202020204" pitchFamily="34" charset="0"/>
                </a:rPr>
                <a:t>Salamanca, ES</a:t>
              </a:r>
            </a:p>
            <a:p>
              <a:pPr>
                <a:lnSpc>
                  <a:spcPct val="110000"/>
                </a:lnSpc>
                <a:buSzPct val="100000"/>
              </a:pPr>
              <a:r>
                <a:rPr lang="en-US" sz="1000">
                  <a:solidFill>
                    <a:schemeClr val="bg1"/>
                  </a:solidFill>
                  <a:latin typeface="Aptos Light" panose="020B0004020202020204" pitchFamily="34" charset="0"/>
                </a:rPr>
                <a:t>Valencia, ES</a:t>
              </a:r>
            </a:p>
            <a:p>
              <a:pPr>
                <a:lnSpc>
                  <a:spcPct val="110000"/>
                </a:lnSpc>
                <a:buSzPct val="100000"/>
              </a:pPr>
              <a:r>
                <a:rPr lang="en-US" sz="1000">
                  <a:solidFill>
                    <a:schemeClr val="bg1"/>
                  </a:solidFill>
                  <a:latin typeface="Aptos Light" panose="020B0004020202020204" pitchFamily="34" charset="0"/>
                </a:rPr>
                <a:t>Zaragoza, ES</a:t>
              </a:r>
            </a:p>
            <a:p>
              <a:pPr>
                <a:lnSpc>
                  <a:spcPct val="110000"/>
                </a:lnSpc>
                <a:buSzPct val="100000"/>
              </a:pPr>
              <a:r>
                <a:rPr lang="en-US" sz="1000">
                  <a:solidFill>
                    <a:schemeClr val="bg1"/>
                  </a:solidFill>
                  <a:latin typeface="Aptos Light" panose="020B0004020202020204" pitchFamily="34" charset="0"/>
                </a:rPr>
                <a:t>Copenhagen, DK</a:t>
              </a:r>
            </a:p>
            <a:p>
              <a:pPr>
                <a:lnSpc>
                  <a:spcPct val="110000"/>
                </a:lnSpc>
                <a:buSzPct val="100000"/>
              </a:pPr>
              <a:r>
                <a:rPr lang="en-US" sz="1000">
                  <a:solidFill>
                    <a:schemeClr val="bg1"/>
                  </a:solidFill>
                  <a:latin typeface="Aptos Light" panose="020B0004020202020204" pitchFamily="34" charset="0"/>
                </a:rPr>
                <a:t>Zurich, CH</a:t>
              </a:r>
            </a:p>
            <a:p>
              <a:pPr>
                <a:lnSpc>
                  <a:spcPct val="110000"/>
                </a:lnSpc>
                <a:buSzPct val="100000"/>
              </a:pPr>
              <a:r>
                <a:rPr lang="en-US" sz="1000">
                  <a:solidFill>
                    <a:schemeClr val="bg1"/>
                  </a:solidFill>
                  <a:latin typeface="Aptos Light" panose="020B0004020202020204" pitchFamily="34" charset="0"/>
                </a:rPr>
                <a:t>Fribourg, CH</a:t>
              </a:r>
            </a:p>
            <a:p>
              <a:pPr>
                <a:lnSpc>
                  <a:spcPct val="110000"/>
                </a:lnSpc>
                <a:buSzPct val="100000"/>
              </a:pPr>
              <a:r>
                <a:rPr lang="en-US" sz="1000">
                  <a:solidFill>
                    <a:schemeClr val="bg1"/>
                  </a:solidFill>
                  <a:latin typeface="Aptos Light" panose="020B0004020202020204" pitchFamily="34" charset="0"/>
                </a:rPr>
                <a:t>Kyiv, UA</a:t>
              </a:r>
            </a:p>
            <a:p>
              <a:pPr>
                <a:lnSpc>
                  <a:spcPct val="110000"/>
                </a:lnSpc>
                <a:buSzPct val="100000"/>
              </a:pPr>
              <a:r>
                <a:rPr lang="en-US" sz="1000">
                  <a:solidFill>
                    <a:schemeClr val="bg1"/>
                  </a:solidFill>
                  <a:latin typeface="Aptos Light" panose="020B0004020202020204" pitchFamily="34" charset="0"/>
                </a:rPr>
                <a:t>Prague, CZ</a:t>
              </a:r>
            </a:p>
            <a:p>
              <a:pPr>
                <a:lnSpc>
                  <a:spcPct val="110000"/>
                </a:lnSpc>
                <a:buSzPct val="100000"/>
              </a:pPr>
              <a:r>
                <a:rPr lang="en-US" sz="1000">
                  <a:solidFill>
                    <a:schemeClr val="bg1"/>
                  </a:solidFill>
                  <a:latin typeface="Aptos Light" panose="020B0004020202020204" pitchFamily="34" charset="0"/>
                </a:rPr>
                <a:t>Cape Town, ZA</a:t>
              </a:r>
            </a:p>
          </p:txBody>
        </p:sp>
        <p:sp>
          <p:nvSpPr>
            <p:cNvPr id="13" name="World">
              <a:extLst>
                <a:ext uri="{FF2B5EF4-FFF2-40B4-BE49-F238E27FC236}">
                  <a16:creationId xmlns:a16="http://schemas.microsoft.com/office/drawing/2014/main" id="{8024B5DE-EA21-8A83-DD9B-6E5DA923545A}"/>
                </a:ext>
              </a:extLst>
            </p:cNvPr>
            <p:cNvSpPr>
              <a:spLocks noChangeAspect="1" noEditPoints="1"/>
            </p:cNvSpPr>
            <p:nvPr/>
          </p:nvSpPr>
          <p:spPr bwMode="auto">
            <a:xfrm>
              <a:off x="3197218" y="963640"/>
              <a:ext cx="8858218" cy="459205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4" name="Square">
              <a:extLst>
                <a:ext uri="{FF2B5EF4-FFF2-40B4-BE49-F238E27FC236}">
                  <a16:creationId xmlns:a16="http://schemas.microsoft.com/office/drawing/2014/main" id="{78F28C0B-EE17-FE5C-29A6-D4904306342D}"/>
                </a:ext>
              </a:extLst>
            </p:cNvPr>
            <p:cNvSpPr>
              <a:spLocks noChangeAspect="1"/>
            </p:cNvSpPr>
            <p:nvPr/>
          </p:nvSpPr>
          <p:spPr bwMode="auto">
            <a:xfrm>
              <a:off x="4218572" y="2786673"/>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5" name="Square">
              <a:extLst>
                <a:ext uri="{FF2B5EF4-FFF2-40B4-BE49-F238E27FC236}">
                  <a16:creationId xmlns:a16="http://schemas.microsoft.com/office/drawing/2014/main" id="{F313B337-D410-C256-7A60-73F52A7900EA}"/>
                </a:ext>
              </a:extLst>
            </p:cNvPr>
            <p:cNvSpPr>
              <a:spLocks noChangeAspect="1"/>
            </p:cNvSpPr>
            <p:nvPr/>
          </p:nvSpPr>
          <p:spPr bwMode="auto">
            <a:xfrm>
              <a:off x="5120977" y="238174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6" name="Square">
              <a:extLst>
                <a:ext uri="{FF2B5EF4-FFF2-40B4-BE49-F238E27FC236}">
                  <a16:creationId xmlns:a16="http://schemas.microsoft.com/office/drawing/2014/main" id="{6E89EA96-92A7-F79B-1087-B2B84015052A}"/>
                </a:ext>
              </a:extLst>
            </p:cNvPr>
            <p:cNvSpPr>
              <a:spLocks noChangeAspect="1"/>
            </p:cNvSpPr>
            <p:nvPr/>
          </p:nvSpPr>
          <p:spPr bwMode="auto">
            <a:xfrm>
              <a:off x="5346388"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7" name="Square">
              <a:extLst>
                <a:ext uri="{FF2B5EF4-FFF2-40B4-BE49-F238E27FC236}">
                  <a16:creationId xmlns:a16="http://schemas.microsoft.com/office/drawing/2014/main" id="{3E138560-1DC0-6ADE-740A-52727099CCE9}"/>
                </a:ext>
              </a:extLst>
            </p:cNvPr>
            <p:cNvSpPr>
              <a:spLocks noChangeAspect="1"/>
            </p:cNvSpPr>
            <p:nvPr/>
          </p:nvSpPr>
          <p:spPr bwMode="auto">
            <a:xfrm>
              <a:off x="5026474"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8" name="Square">
              <a:extLst>
                <a:ext uri="{FF2B5EF4-FFF2-40B4-BE49-F238E27FC236}">
                  <a16:creationId xmlns:a16="http://schemas.microsoft.com/office/drawing/2014/main" id="{3DBD4985-DB6B-71BC-FC84-748FC39E0CB9}"/>
                </a:ext>
              </a:extLst>
            </p:cNvPr>
            <p:cNvSpPr>
              <a:spLocks noChangeAspect="1"/>
            </p:cNvSpPr>
            <p:nvPr/>
          </p:nvSpPr>
          <p:spPr bwMode="auto">
            <a:xfrm>
              <a:off x="5311053" y="25384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9" name="Square">
              <a:extLst>
                <a:ext uri="{FF2B5EF4-FFF2-40B4-BE49-F238E27FC236}">
                  <a16:creationId xmlns:a16="http://schemas.microsoft.com/office/drawing/2014/main" id="{A0EF2A1C-8460-7BB7-3344-7B7060B50CBA}"/>
                </a:ext>
              </a:extLst>
            </p:cNvPr>
            <p:cNvSpPr>
              <a:spLocks noChangeAspect="1"/>
            </p:cNvSpPr>
            <p:nvPr/>
          </p:nvSpPr>
          <p:spPr bwMode="auto">
            <a:xfrm>
              <a:off x="5181190" y="288849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0" name="Square">
              <a:extLst>
                <a:ext uri="{FF2B5EF4-FFF2-40B4-BE49-F238E27FC236}">
                  <a16:creationId xmlns:a16="http://schemas.microsoft.com/office/drawing/2014/main" id="{B23BC48D-003B-D92E-3A69-C92FB076CD1B}"/>
                </a:ext>
              </a:extLst>
            </p:cNvPr>
            <p:cNvSpPr>
              <a:spLocks noChangeAspect="1"/>
            </p:cNvSpPr>
            <p:nvPr/>
          </p:nvSpPr>
          <p:spPr bwMode="auto">
            <a:xfrm>
              <a:off x="4946004" y="293314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1" name="Square">
              <a:extLst>
                <a:ext uri="{FF2B5EF4-FFF2-40B4-BE49-F238E27FC236}">
                  <a16:creationId xmlns:a16="http://schemas.microsoft.com/office/drawing/2014/main" id="{14DF2E20-7D8B-2F53-0C96-F1974F715705}"/>
                </a:ext>
              </a:extLst>
            </p:cNvPr>
            <p:cNvSpPr>
              <a:spLocks noChangeAspect="1"/>
            </p:cNvSpPr>
            <p:nvPr/>
          </p:nvSpPr>
          <p:spPr bwMode="auto">
            <a:xfrm>
              <a:off x="4766794" y="240969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2" name="Square">
              <a:extLst>
                <a:ext uri="{FF2B5EF4-FFF2-40B4-BE49-F238E27FC236}">
                  <a16:creationId xmlns:a16="http://schemas.microsoft.com/office/drawing/2014/main" id="{2C404269-3AB2-3C7C-D359-29A39A54B6C2}"/>
                </a:ext>
              </a:extLst>
            </p:cNvPr>
            <p:cNvSpPr>
              <a:spLocks noChangeAspect="1"/>
            </p:cNvSpPr>
            <p:nvPr/>
          </p:nvSpPr>
          <p:spPr bwMode="auto">
            <a:xfrm>
              <a:off x="5495321" y="22729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3" name="Square">
              <a:extLst>
                <a:ext uri="{FF2B5EF4-FFF2-40B4-BE49-F238E27FC236}">
                  <a16:creationId xmlns:a16="http://schemas.microsoft.com/office/drawing/2014/main" id="{0AEC570E-CC37-8EF1-6FD7-8A6FFE4B3E23}"/>
                </a:ext>
              </a:extLst>
            </p:cNvPr>
            <p:cNvSpPr>
              <a:spLocks noChangeAspect="1"/>
            </p:cNvSpPr>
            <p:nvPr/>
          </p:nvSpPr>
          <p:spPr bwMode="auto">
            <a:xfrm>
              <a:off x="4985076" y="34056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4" name="Square">
              <a:extLst>
                <a:ext uri="{FF2B5EF4-FFF2-40B4-BE49-F238E27FC236}">
                  <a16:creationId xmlns:a16="http://schemas.microsoft.com/office/drawing/2014/main" id="{95114185-59EA-43CE-885F-C627291A0A66}"/>
                </a:ext>
              </a:extLst>
            </p:cNvPr>
            <p:cNvSpPr>
              <a:spLocks noChangeAspect="1"/>
            </p:cNvSpPr>
            <p:nvPr/>
          </p:nvSpPr>
          <p:spPr bwMode="auto">
            <a:xfrm>
              <a:off x="4827563" y="332601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5" name="Square">
              <a:extLst>
                <a:ext uri="{FF2B5EF4-FFF2-40B4-BE49-F238E27FC236}">
                  <a16:creationId xmlns:a16="http://schemas.microsoft.com/office/drawing/2014/main" id="{13E9070B-7C63-5625-F2CC-B88D3A90E864}"/>
                </a:ext>
              </a:extLst>
            </p:cNvPr>
            <p:cNvSpPr>
              <a:spLocks noChangeAspect="1"/>
            </p:cNvSpPr>
            <p:nvPr/>
          </p:nvSpPr>
          <p:spPr bwMode="auto">
            <a:xfrm>
              <a:off x="5126000" y="349263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6" name="Square">
              <a:extLst>
                <a:ext uri="{FF2B5EF4-FFF2-40B4-BE49-F238E27FC236}">
                  <a16:creationId xmlns:a16="http://schemas.microsoft.com/office/drawing/2014/main" id="{0FBCB31E-B0EF-A737-503B-3831FF8A3C56}"/>
                </a:ext>
              </a:extLst>
            </p:cNvPr>
            <p:cNvSpPr>
              <a:spLocks noChangeAspect="1"/>
            </p:cNvSpPr>
            <p:nvPr/>
          </p:nvSpPr>
          <p:spPr bwMode="auto">
            <a:xfrm>
              <a:off x="5518800" y="467448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7" name="Square">
              <a:extLst>
                <a:ext uri="{FF2B5EF4-FFF2-40B4-BE49-F238E27FC236}">
                  <a16:creationId xmlns:a16="http://schemas.microsoft.com/office/drawing/2014/main" id="{02EF0C77-9E09-FFB6-15A8-82C972BD4967}"/>
                </a:ext>
              </a:extLst>
            </p:cNvPr>
            <p:cNvSpPr>
              <a:spLocks noChangeAspect="1"/>
            </p:cNvSpPr>
            <p:nvPr/>
          </p:nvSpPr>
          <p:spPr bwMode="auto">
            <a:xfrm>
              <a:off x="5417177" y="409766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8" name="Square">
              <a:extLst>
                <a:ext uri="{FF2B5EF4-FFF2-40B4-BE49-F238E27FC236}">
                  <a16:creationId xmlns:a16="http://schemas.microsoft.com/office/drawing/2014/main" id="{525077CD-9DBD-B72F-0157-60D7282855DA}"/>
                </a:ext>
              </a:extLst>
            </p:cNvPr>
            <p:cNvSpPr>
              <a:spLocks noChangeAspect="1"/>
            </p:cNvSpPr>
            <p:nvPr/>
          </p:nvSpPr>
          <p:spPr bwMode="auto">
            <a:xfrm>
              <a:off x="6085199" y="461458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9" name="Square">
              <a:extLst>
                <a:ext uri="{FF2B5EF4-FFF2-40B4-BE49-F238E27FC236}">
                  <a16:creationId xmlns:a16="http://schemas.microsoft.com/office/drawing/2014/main" id="{242B3CA9-F759-A85C-C879-DC77A245398C}"/>
                </a:ext>
              </a:extLst>
            </p:cNvPr>
            <p:cNvSpPr>
              <a:spLocks noChangeAspect="1"/>
            </p:cNvSpPr>
            <p:nvPr/>
          </p:nvSpPr>
          <p:spPr bwMode="auto">
            <a:xfrm>
              <a:off x="5815324" y="48982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0" name="Square">
              <a:extLst>
                <a:ext uri="{FF2B5EF4-FFF2-40B4-BE49-F238E27FC236}">
                  <a16:creationId xmlns:a16="http://schemas.microsoft.com/office/drawing/2014/main" id="{B280CA48-992F-7332-EABA-E02B7DE21B4F}"/>
                </a:ext>
              </a:extLst>
            </p:cNvPr>
            <p:cNvSpPr>
              <a:spLocks noChangeAspect="1"/>
            </p:cNvSpPr>
            <p:nvPr/>
          </p:nvSpPr>
          <p:spPr bwMode="auto">
            <a:xfrm>
              <a:off x="7206037" y="2304280"/>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1" name="Square">
              <a:extLst>
                <a:ext uri="{FF2B5EF4-FFF2-40B4-BE49-F238E27FC236}">
                  <a16:creationId xmlns:a16="http://schemas.microsoft.com/office/drawing/2014/main" id="{51527213-AE3C-31A6-6822-65284665AB2E}"/>
                </a:ext>
              </a:extLst>
            </p:cNvPr>
            <p:cNvSpPr>
              <a:spLocks noChangeAspect="1"/>
            </p:cNvSpPr>
            <p:nvPr/>
          </p:nvSpPr>
          <p:spPr bwMode="auto">
            <a:xfrm>
              <a:off x="9148033" y="360077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2" name="Square">
              <a:extLst>
                <a:ext uri="{FF2B5EF4-FFF2-40B4-BE49-F238E27FC236}">
                  <a16:creationId xmlns:a16="http://schemas.microsoft.com/office/drawing/2014/main" id="{C686431E-3DF7-FC18-69F9-E2DCC32D49E4}"/>
                </a:ext>
              </a:extLst>
            </p:cNvPr>
            <p:cNvSpPr>
              <a:spLocks noChangeAspect="1"/>
            </p:cNvSpPr>
            <p:nvPr/>
          </p:nvSpPr>
          <p:spPr bwMode="auto">
            <a:xfrm>
              <a:off x="9792956" y="362652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3" name="Square">
              <a:extLst>
                <a:ext uri="{FF2B5EF4-FFF2-40B4-BE49-F238E27FC236}">
                  <a16:creationId xmlns:a16="http://schemas.microsoft.com/office/drawing/2014/main" id="{EBFFD939-45A7-59E5-196B-AA5CF412ABD6}"/>
                </a:ext>
              </a:extLst>
            </p:cNvPr>
            <p:cNvSpPr>
              <a:spLocks noChangeAspect="1"/>
            </p:cNvSpPr>
            <p:nvPr/>
          </p:nvSpPr>
          <p:spPr bwMode="auto">
            <a:xfrm>
              <a:off x="7186502" y="219336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4" name="Square">
              <a:extLst>
                <a:ext uri="{FF2B5EF4-FFF2-40B4-BE49-F238E27FC236}">
                  <a16:creationId xmlns:a16="http://schemas.microsoft.com/office/drawing/2014/main" id="{BDE3F1A2-9FD0-8449-AEB3-8FB25621B468}"/>
                </a:ext>
              </a:extLst>
            </p:cNvPr>
            <p:cNvSpPr>
              <a:spLocks noChangeAspect="1"/>
            </p:cNvSpPr>
            <p:nvPr/>
          </p:nvSpPr>
          <p:spPr bwMode="auto">
            <a:xfrm>
              <a:off x="10389451" y="35633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6" name="Square">
              <a:extLst>
                <a:ext uri="{FF2B5EF4-FFF2-40B4-BE49-F238E27FC236}">
                  <a16:creationId xmlns:a16="http://schemas.microsoft.com/office/drawing/2014/main" id="{556EE1B4-8829-42E9-2D43-F2D0CE11621E}"/>
                </a:ext>
              </a:extLst>
            </p:cNvPr>
            <p:cNvSpPr>
              <a:spLocks noChangeAspect="1"/>
            </p:cNvSpPr>
            <p:nvPr/>
          </p:nvSpPr>
          <p:spPr bwMode="auto">
            <a:xfrm>
              <a:off x="11095354" y="465360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7" name="Square">
              <a:extLst>
                <a:ext uri="{FF2B5EF4-FFF2-40B4-BE49-F238E27FC236}">
                  <a16:creationId xmlns:a16="http://schemas.microsoft.com/office/drawing/2014/main" id="{88F9AFC5-10A9-5060-AA73-DBD42C35F775}"/>
                </a:ext>
              </a:extLst>
            </p:cNvPr>
            <p:cNvSpPr>
              <a:spLocks noChangeAspect="1"/>
            </p:cNvSpPr>
            <p:nvPr/>
          </p:nvSpPr>
          <p:spPr bwMode="auto">
            <a:xfrm>
              <a:off x="11095354" y="449520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8" name="Square">
              <a:extLst>
                <a:ext uri="{FF2B5EF4-FFF2-40B4-BE49-F238E27FC236}">
                  <a16:creationId xmlns:a16="http://schemas.microsoft.com/office/drawing/2014/main" id="{034FB9C7-0FA1-DDA9-96A7-277277B55A84}"/>
                </a:ext>
              </a:extLst>
            </p:cNvPr>
            <p:cNvSpPr>
              <a:spLocks noChangeAspect="1"/>
            </p:cNvSpPr>
            <p:nvPr/>
          </p:nvSpPr>
          <p:spPr bwMode="auto">
            <a:xfrm>
              <a:off x="9869049" y="374275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9" name="Square">
              <a:extLst>
                <a:ext uri="{FF2B5EF4-FFF2-40B4-BE49-F238E27FC236}">
                  <a16:creationId xmlns:a16="http://schemas.microsoft.com/office/drawing/2014/main" id="{9653F164-48C6-112B-007A-C8638721D7BA}"/>
                </a:ext>
              </a:extLst>
            </p:cNvPr>
            <p:cNvSpPr>
              <a:spLocks noChangeAspect="1"/>
            </p:cNvSpPr>
            <p:nvPr/>
          </p:nvSpPr>
          <p:spPr bwMode="auto">
            <a:xfrm>
              <a:off x="10259656" y="31024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0" name="Square">
              <a:extLst>
                <a:ext uri="{FF2B5EF4-FFF2-40B4-BE49-F238E27FC236}">
                  <a16:creationId xmlns:a16="http://schemas.microsoft.com/office/drawing/2014/main" id="{690E382E-B6A5-2678-2979-A4D08858C37F}"/>
                </a:ext>
              </a:extLst>
            </p:cNvPr>
            <p:cNvSpPr>
              <a:spLocks noChangeAspect="1"/>
            </p:cNvSpPr>
            <p:nvPr/>
          </p:nvSpPr>
          <p:spPr bwMode="auto">
            <a:xfrm>
              <a:off x="10093206" y="327022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1" name="Square">
              <a:extLst>
                <a:ext uri="{FF2B5EF4-FFF2-40B4-BE49-F238E27FC236}">
                  <a16:creationId xmlns:a16="http://schemas.microsoft.com/office/drawing/2014/main" id="{977366E7-4E07-4D9D-F9FE-8BB96A98A161}"/>
                </a:ext>
              </a:extLst>
            </p:cNvPr>
            <p:cNvSpPr>
              <a:spLocks noChangeAspect="1"/>
            </p:cNvSpPr>
            <p:nvPr/>
          </p:nvSpPr>
          <p:spPr bwMode="auto">
            <a:xfrm>
              <a:off x="7413453" y="237480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2" name="Square">
              <a:extLst>
                <a:ext uri="{FF2B5EF4-FFF2-40B4-BE49-F238E27FC236}">
                  <a16:creationId xmlns:a16="http://schemas.microsoft.com/office/drawing/2014/main" id="{61B43B30-8E2E-FA38-A2FF-4E817288C918}"/>
                </a:ext>
              </a:extLst>
            </p:cNvPr>
            <p:cNvSpPr>
              <a:spLocks noChangeAspect="1"/>
            </p:cNvSpPr>
            <p:nvPr/>
          </p:nvSpPr>
          <p:spPr bwMode="auto">
            <a:xfrm>
              <a:off x="7091469" y="27377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3" name="Square">
              <a:extLst>
                <a:ext uri="{FF2B5EF4-FFF2-40B4-BE49-F238E27FC236}">
                  <a16:creationId xmlns:a16="http://schemas.microsoft.com/office/drawing/2014/main" id="{C094277D-EA34-42CF-2C83-01E06DD5AC4D}"/>
                </a:ext>
              </a:extLst>
            </p:cNvPr>
            <p:cNvSpPr>
              <a:spLocks noChangeAspect="1"/>
            </p:cNvSpPr>
            <p:nvPr/>
          </p:nvSpPr>
          <p:spPr bwMode="auto">
            <a:xfrm>
              <a:off x="7358166" y="248202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4" name="Square">
              <a:extLst>
                <a:ext uri="{FF2B5EF4-FFF2-40B4-BE49-F238E27FC236}">
                  <a16:creationId xmlns:a16="http://schemas.microsoft.com/office/drawing/2014/main" id="{75EF87AB-0C5F-2487-3877-96E1C5300D3C}"/>
                </a:ext>
              </a:extLst>
            </p:cNvPr>
            <p:cNvSpPr>
              <a:spLocks noChangeAspect="1"/>
            </p:cNvSpPr>
            <p:nvPr/>
          </p:nvSpPr>
          <p:spPr bwMode="auto">
            <a:xfrm>
              <a:off x="7676218" y="224172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5" name="Square">
              <a:extLst>
                <a:ext uri="{FF2B5EF4-FFF2-40B4-BE49-F238E27FC236}">
                  <a16:creationId xmlns:a16="http://schemas.microsoft.com/office/drawing/2014/main" id="{BC8248A3-2D23-40E2-E2E7-5482C00347EA}"/>
                </a:ext>
              </a:extLst>
            </p:cNvPr>
            <p:cNvSpPr>
              <a:spLocks noChangeAspect="1"/>
            </p:cNvSpPr>
            <p:nvPr/>
          </p:nvSpPr>
          <p:spPr bwMode="auto">
            <a:xfrm>
              <a:off x="8384508" y="261086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6" name="Square">
              <a:extLst>
                <a:ext uri="{FF2B5EF4-FFF2-40B4-BE49-F238E27FC236}">
                  <a16:creationId xmlns:a16="http://schemas.microsoft.com/office/drawing/2014/main" id="{E26532D8-9069-1C5B-A5E0-10A3636E8BC7}"/>
                </a:ext>
              </a:extLst>
            </p:cNvPr>
            <p:cNvSpPr>
              <a:spLocks noChangeAspect="1"/>
            </p:cNvSpPr>
            <p:nvPr/>
          </p:nvSpPr>
          <p:spPr bwMode="auto">
            <a:xfrm>
              <a:off x="8290735" y="270277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7" name="Square">
              <a:extLst>
                <a:ext uri="{FF2B5EF4-FFF2-40B4-BE49-F238E27FC236}">
                  <a16:creationId xmlns:a16="http://schemas.microsoft.com/office/drawing/2014/main" id="{7C266E61-577F-C996-43EA-4527C8B5B265}"/>
                </a:ext>
              </a:extLst>
            </p:cNvPr>
            <p:cNvSpPr>
              <a:spLocks noChangeAspect="1"/>
            </p:cNvSpPr>
            <p:nvPr/>
          </p:nvSpPr>
          <p:spPr bwMode="auto">
            <a:xfrm>
              <a:off x="9119418" y="3496923"/>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8" name="Square">
              <a:extLst>
                <a:ext uri="{FF2B5EF4-FFF2-40B4-BE49-F238E27FC236}">
                  <a16:creationId xmlns:a16="http://schemas.microsoft.com/office/drawing/2014/main" id="{601BBC1E-EFCB-C60E-DDA5-DBA0DFB685E6}"/>
                </a:ext>
              </a:extLst>
            </p:cNvPr>
            <p:cNvSpPr>
              <a:spLocks noChangeAspect="1"/>
            </p:cNvSpPr>
            <p:nvPr/>
          </p:nvSpPr>
          <p:spPr bwMode="auto">
            <a:xfrm>
              <a:off x="9220258" y="335131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9" name="Square">
              <a:extLst>
                <a:ext uri="{FF2B5EF4-FFF2-40B4-BE49-F238E27FC236}">
                  <a16:creationId xmlns:a16="http://schemas.microsoft.com/office/drawing/2014/main" id="{47DD6FFD-21B3-AB87-8E4D-E48EA99EF6CC}"/>
                </a:ext>
              </a:extLst>
            </p:cNvPr>
            <p:cNvSpPr>
              <a:spLocks noChangeAspect="1"/>
            </p:cNvSpPr>
            <p:nvPr/>
          </p:nvSpPr>
          <p:spPr bwMode="auto">
            <a:xfrm>
              <a:off x="9069889" y="31168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50" name="Square">
              <a:extLst>
                <a:ext uri="{FF2B5EF4-FFF2-40B4-BE49-F238E27FC236}">
                  <a16:creationId xmlns:a16="http://schemas.microsoft.com/office/drawing/2014/main" id="{1F135E0C-B74D-E2FB-ECC2-63C05BB2D26F}"/>
                </a:ext>
              </a:extLst>
            </p:cNvPr>
            <p:cNvSpPr>
              <a:spLocks noChangeAspect="1"/>
            </p:cNvSpPr>
            <p:nvPr/>
          </p:nvSpPr>
          <p:spPr bwMode="auto">
            <a:xfrm>
              <a:off x="7037387" y="22729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51" name="Square">
              <a:extLst>
                <a:ext uri="{FF2B5EF4-FFF2-40B4-BE49-F238E27FC236}">
                  <a16:creationId xmlns:a16="http://schemas.microsoft.com/office/drawing/2014/main" id="{5476D4CC-69D0-8C1F-FE16-312A8B5C8763}"/>
                </a:ext>
              </a:extLst>
            </p:cNvPr>
            <p:cNvSpPr>
              <a:spLocks noChangeAspect="1"/>
            </p:cNvSpPr>
            <p:nvPr/>
          </p:nvSpPr>
          <p:spPr bwMode="auto">
            <a:xfrm>
              <a:off x="8167494" y="30778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grpSp>
      <p:sp>
        <p:nvSpPr>
          <p:cNvPr id="54" name="Square">
            <a:extLst>
              <a:ext uri="{FF2B5EF4-FFF2-40B4-BE49-F238E27FC236}">
                <a16:creationId xmlns:a16="http://schemas.microsoft.com/office/drawing/2014/main" id="{3627A53E-A801-437A-B709-E6ACA8426E3D}"/>
              </a:ext>
            </a:extLst>
          </p:cNvPr>
          <p:cNvSpPr>
            <a:spLocks noChangeAspect="1"/>
          </p:cNvSpPr>
          <p:nvPr userDrawn="1"/>
        </p:nvSpPr>
        <p:spPr bwMode="auto">
          <a:xfrm>
            <a:off x="10543292" y="4762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Tree>
    <p:extLst>
      <p:ext uri="{BB962C8B-B14F-4D97-AF65-F5344CB8AC3E}">
        <p14:creationId xmlns:p14="http://schemas.microsoft.com/office/powerpoint/2010/main" val="21060409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2_Cover slide option 5">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04CDC4-461A-4001-A37D-2F2A6880565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latin typeface="Aptos Light" panose="020B0004020202020204" pitchFamily="34" charset="0"/>
            </a:endParaRPr>
          </a:p>
        </p:txBody>
      </p:sp>
    </p:spTree>
    <p:extLst>
      <p:ext uri="{BB962C8B-B14F-4D97-AF65-F5344CB8AC3E}">
        <p14:creationId xmlns:p14="http://schemas.microsoft.com/office/powerpoint/2010/main" val="41321088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_Agenda with Photo 2">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6989128" y="3192779"/>
            <a:ext cx="4389385" cy="2845003"/>
          </a:xfrm>
        </p:spPr>
        <p:txBody>
          <a:bodyPr>
            <a:noAutofit/>
          </a:bodyPr>
          <a:lstStyle>
            <a:lvl1pPr marL="0" marR="0" indent="0" algn="l" defTabSz="914400" rtl="0" eaLnBrk="1" fontAlgn="auto" latinLnBrk="0" hangingPunct="1">
              <a:lnSpc>
                <a:spcPct val="100000"/>
              </a:lnSpc>
              <a:spcBef>
                <a:spcPts val="0"/>
              </a:spcBef>
              <a:spcAft>
                <a:spcPts val="600"/>
              </a:spcAft>
              <a:buClrTx/>
              <a:buSzTx/>
              <a:buFontTx/>
              <a:buNone/>
              <a:tabLst>
                <a:tab pos="5254625" algn="r"/>
              </a:tabLst>
              <a:defRPr sz="1600"/>
            </a:lvl1pPr>
            <a:lvl2pPr marL="182880" indent="0">
              <a:spcBef>
                <a:spcPts val="0"/>
              </a:spcBef>
              <a:spcAft>
                <a:spcPts val="600"/>
              </a:spcAft>
              <a:buNone/>
              <a:defRPr sz="1600"/>
            </a:lvl2pPr>
            <a:lvl3pPr marL="365760" indent="0">
              <a:buNone/>
              <a:defRPr/>
            </a:lvl3pPr>
            <a:lvl4pPr marL="548640" indent="0">
              <a:buNone/>
              <a:defRPr/>
            </a:lvl4pPr>
            <a:lvl5pPr marL="731520" indent="0">
              <a:buNone/>
              <a:defRPr/>
            </a:lvl5pPr>
          </a:lstStyle>
          <a:p>
            <a:r>
              <a:rPr lang="en-US"/>
              <a:t>Agenda items are Aptos Regular 16pt	00</a:t>
            </a:r>
          </a:p>
          <a:p>
            <a:pPr marL="468630" lvl="1" indent="-285750">
              <a:buFont typeface="Wingdings" pitchFamily="2" charset="2"/>
              <a:buChar char="§"/>
            </a:pPr>
            <a:r>
              <a:rPr lang="en-US"/>
              <a:t>Additional text levels are possible</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p:txBody>
      </p:sp>
      <p:sp>
        <p:nvSpPr>
          <p:cNvPr id="7" name="Rectangle 6">
            <a:extLst>
              <a:ext uri="{FF2B5EF4-FFF2-40B4-BE49-F238E27FC236}">
                <a16:creationId xmlns:a16="http://schemas.microsoft.com/office/drawing/2014/main" id="{E0F7C84E-F8B1-08E4-D431-775DCC945E9A}"/>
              </a:ext>
            </a:extLst>
          </p:cNvPr>
          <p:cNvSpPr/>
          <p:nvPr userDrawn="1"/>
        </p:nvSpPr>
        <p:spPr>
          <a:xfrm>
            <a:off x="3781425" y="0"/>
            <a:ext cx="2880000" cy="288000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4099605" y="571500"/>
            <a:ext cx="2243640" cy="708660"/>
          </a:xfrm>
        </p:spPr>
        <p:txBody>
          <a:bodyPr/>
          <a:lstStyle>
            <a:lvl1pPr>
              <a:defRPr>
                <a:solidFill>
                  <a:schemeClr val="bg1"/>
                </a:solidFill>
              </a:defRPr>
            </a:lvl1pPr>
          </a:lstStyle>
          <a:p>
            <a:r>
              <a:rPr lang="en-US"/>
              <a:t>Agenda</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813486" y="1521683"/>
            <a:ext cx="4653864" cy="4650517"/>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3566385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Section Header - Big Number">
    <p:bg>
      <p:bgPr>
        <a:solidFill>
          <a:srgbClr val="006E74"/>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C326D1BA-385D-D160-3E8B-12E6038EBBBD}"/>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5" name="Title 2">
            <a:extLst>
              <a:ext uri="{FF2B5EF4-FFF2-40B4-BE49-F238E27FC236}">
                <a16:creationId xmlns:a16="http://schemas.microsoft.com/office/drawing/2014/main" id="{B50BE822-3D01-B3AA-C73B-8A3B83E702C4}"/>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a:t>[Section title]</a:t>
            </a:r>
          </a:p>
        </p:txBody>
      </p:sp>
    </p:spTree>
    <p:extLst>
      <p:ext uri="{BB962C8B-B14F-4D97-AF65-F5344CB8AC3E}">
        <p14:creationId xmlns:p14="http://schemas.microsoft.com/office/powerpoint/2010/main" val="36263137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1_Half sand bottom half">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4100052"/>
            <a:ext cx="12192000" cy="2757948"/>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7" name="TextBox 6">
            <a:extLst>
              <a:ext uri="{FF2B5EF4-FFF2-40B4-BE49-F238E27FC236}">
                <a16:creationId xmlns:a16="http://schemas.microsoft.com/office/drawing/2014/main" id="{A9B57730-4188-C541-87CF-F6B2818DBCB9}"/>
              </a:ext>
            </a:extLst>
          </p:cNvPr>
          <p:cNvSpPr txBox="1"/>
          <p:nvPr userDrawn="1"/>
        </p:nvSpPr>
        <p:spPr>
          <a:xfrm>
            <a:off x="-1974715" y="-1750979"/>
            <a:ext cx="0" cy="0"/>
          </a:xfrm>
          <a:prstGeom prst="rect">
            <a:avLst/>
          </a:prstGeom>
          <a:noFill/>
        </p:spPr>
        <p:txBody>
          <a:bodyPr wrap="none" lIns="0" tIns="0" rIns="0" bIns="0" rtlCol="0">
            <a:noAutofit/>
          </a:bodyPr>
          <a:lstStyle/>
          <a:p>
            <a:pPr marL="0" indent="0" algn="l">
              <a:lnSpc>
                <a:spcPct val="100000"/>
              </a:lnSpc>
              <a:spcBef>
                <a:spcPts val="1200"/>
              </a:spcBef>
              <a:buSzPct val="100000"/>
              <a:buFont typeface="Arial" panose="020B0604020202020204" pitchFamily="34" charset="0"/>
              <a:buNone/>
            </a:pPr>
            <a:endParaRPr lang="en-US" sz="1800">
              <a:latin typeface="Aptos Light" panose="020B0004020202020204" pitchFamily="34" charset="0"/>
            </a:endParaRPr>
          </a:p>
        </p:txBody>
      </p:sp>
      <p:sp>
        <p:nvSpPr>
          <p:cNvPr id="24" name="Legal">
            <a:extLst>
              <a:ext uri="{FF2B5EF4-FFF2-40B4-BE49-F238E27FC236}">
                <a16:creationId xmlns:a16="http://schemas.microsoft.com/office/drawing/2014/main" id="{C488002F-59F6-1647-9C99-8A64A64A9B14}"/>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25" name="Slide Number Placeholder 10">
            <a:extLst>
              <a:ext uri="{FF2B5EF4-FFF2-40B4-BE49-F238E27FC236}">
                <a16:creationId xmlns:a16="http://schemas.microsoft.com/office/drawing/2014/main" id="{E005E4E3-E3E6-7D41-85E9-9E6D664E045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26" name="UST" descr="UST">
            <a:extLst>
              <a:ext uri="{FF2B5EF4-FFF2-40B4-BE49-F238E27FC236}">
                <a16:creationId xmlns:a16="http://schemas.microsoft.com/office/drawing/2014/main" id="{4288F147-CA5C-4C40-8385-C50B1902280D}"/>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7" name="Title 1">
            <a:extLst>
              <a:ext uri="{FF2B5EF4-FFF2-40B4-BE49-F238E27FC236}">
                <a16:creationId xmlns:a16="http://schemas.microsoft.com/office/drawing/2014/main" id="{12319454-8670-4D40-A340-289ABE61F1E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a:t>[Slide title]</a:t>
            </a:r>
          </a:p>
        </p:txBody>
      </p:sp>
    </p:spTree>
    <p:extLst>
      <p:ext uri="{BB962C8B-B14F-4D97-AF65-F5344CB8AC3E}">
        <p14:creationId xmlns:p14="http://schemas.microsoft.com/office/powerpoint/2010/main" val="36358802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64B84075-D745-4699-DAB8-31F7A1E400D7}"/>
              </a:ext>
            </a:extLst>
          </p:cNvPr>
          <p:cNvSpPr/>
          <p:nvPr userDrawn="1"/>
        </p:nvSpPr>
        <p:spPr>
          <a:xfrm>
            <a:off x="0" y="3781691"/>
            <a:ext cx="12192000" cy="3076309"/>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a:t>[Slide title]</a:t>
            </a:r>
          </a:p>
        </p:txBody>
      </p:sp>
      <p:sp>
        <p:nvSpPr>
          <p:cNvPr id="4" name="UST" descr="UST">
            <a:extLst>
              <a:ext uri="{FF2B5EF4-FFF2-40B4-BE49-F238E27FC236}">
                <a16:creationId xmlns:a16="http://schemas.microsoft.com/office/drawing/2014/main" id="{BE053378-ABEE-C5C8-86B7-5D2845835961}"/>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5" name="Legal">
            <a:extLst>
              <a:ext uri="{FF2B5EF4-FFF2-40B4-BE49-F238E27FC236}">
                <a16:creationId xmlns:a16="http://schemas.microsoft.com/office/drawing/2014/main" id="{87BA56BB-DAA1-45B3-A54D-0C1AA844D295}"/>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6" name="Slide Number Placeholder 10">
            <a:extLst>
              <a:ext uri="{FF2B5EF4-FFF2-40B4-BE49-F238E27FC236}">
                <a16:creationId xmlns:a16="http://schemas.microsoft.com/office/drawing/2014/main" id="{06CF2F54-7162-041E-A4DB-32B1DF25E20A}"/>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1773904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1_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latin typeface="Aptos Light" panose="020B0004020202020204" pitchFamily="34" charset="0"/>
            </a:endParaRPr>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latin typeface="Aptos Light" panose="020B0004020202020204" pitchFamily="34" charset="0"/>
              </a:rPr>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152000"/>
          </a:xfrm>
        </p:spPr>
        <p:txBody>
          <a:bodyPr anchor="b" anchorCtr="0">
            <a:noAutofit/>
          </a:bodyPr>
          <a:lstStyle>
            <a:lvl1pPr marL="0" indent="0">
              <a:spcBef>
                <a:spcPts val="0"/>
              </a:spcBef>
              <a:buFontTx/>
              <a:buNone/>
              <a:defRPr sz="1600">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r>
              <a:rPr lang="en-US">
                <a:hlinkClick r:id="rId2">
                  <a:extLst>
                    <a:ext uri="{A12FA001-AC4F-418D-AE19-62706E023703}">
                      <ahyp:hlinkClr xmlns:ahyp="http://schemas.microsoft.com/office/drawing/2018/hyperlinkcolor" val="tx"/>
                    </a:ext>
                  </a:extLst>
                </a:hlinkClick>
              </a:rPr>
              <a:t>brand@ust.com</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latin typeface="Aptos Light" panose="020B0004020202020204" pitchFamily="34" charset="0"/>
              </a:rPr>
              <a:t>ust.com</a:t>
            </a:r>
          </a:p>
        </p:txBody>
      </p:sp>
      <p:sp>
        <p:nvSpPr>
          <p:cNvPr id="2" name="URL">
            <a:extLst>
              <a:ext uri="{FF2B5EF4-FFF2-40B4-BE49-F238E27FC236}">
                <a16:creationId xmlns:a16="http://schemas.microsoft.com/office/drawing/2014/main" id="{DF77E05C-9125-1F35-FFBD-97A08E9B0379}"/>
              </a:ext>
            </a:extLst>
          </p:cNvPr>
          <p:cNvSpPr txBox="1"/>
          <p:nvPr userDrawn="1"/>
        </p:nvSpPr>
        <p:spPr>
          <a:xfrm>
            <a:off x="1702052" y="6045616"/>
            <a:ext cx="7178421" cy="446625"/>
          </a:xfrm>
          <a:prstGeom prst="rect">
            <a:avLst/>
          </a:prstGeom>
          <a:noFill/>
        </p:spPr>
        <p:txBody>
          <a:bodyPr wrap="square" lIns="0" tIns="0" rIns="0" bIns="0" rtlCol="0" anchor="b" anchorCtr="0">
            <a:noAutofit/>
          </a:bodyPr>
          <a:lstStyle/>
          <a:p>
            <a:pPr marL="0" indent="0" algn="l">
              <a:lnSpc>
                <a:spcPct val="100000"/>
              </a:lnSpc>
              <a:spcBef>
                <a:spcPts val="0"/>
              </a:spcBef>
              <a:buSzPct val="100000"/>
              <a:buFontTx/>
              <a:buNone/>
            </a:pPr>
            <a:r>
              <a:rPr lang="en-US" sz="1600" b="1">
                <a:solidFill>
                  <a:schemeClr val="bg1"/>
                </a:solidFill>
                <a:latin typeface="Aptos Light" panose="020B0004020202020204" pitchFamily="34" charset="0"/>
              </a:rPr>
              <a:t>Digital solutions | Platforms | Engineering, R&amp;D and Products</a:t>
            </a:r>
          </a:p>
        </p:txBody>
      </p:sp>
    </p:spTree>
    <p:extLst>
      <p:ext uri="{BB962C8B-B14F-4D97-AF65-F5344CB8AC3E}">
        <p14:creationId xmlns:p14="http://schemas.microsoft.com/office/powerpoint/2010/main" val="3722075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p15:clr>
            <a:srgbClr val="FBAE40"/>
          </p15:clr>
        </p15:guide>
        <p15:guide id="5" orient="horz" pos="4090">
          <p15:clr>
            <a:srgbClr val="FBAE40"/>
          </p15:clr>
        </p15:guide>
        <p15:guide id="6" pos="5594">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userDrawn="1">
  <p:cSld name="Title Slide - Photo 03">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vl1pPr>
          </a:lstStyle>
          <a:p>
            <a:r>
              <a:rPr lang="en-US"/>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26784" y="2903218"/>
            <a:ext cx="3855718" cy="1291591"/>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26784" y="4194809"/>
            <a:ext cx="3855718"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1318904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sz="2800"/>
            </a:lvl1pPr>
          </a:lstStyle>
          <a:p>
            <a:r>
              <a:rPr lang="en-US"/>
              <a:t>[Slide title]</a:t>
            </a:r>
          </a:p>
        </p:txBody>
      </p:sp>
      <p:sp>
        <p:nvSpPr>
          <p:cNvPr id="6" name="Slide Number Placeholder 3">
            <a:extLst>
              <a:ext uri="{FF2B5EF4-FFF2-40B4-BE49-F238E27FC236}">
                <a16:creationId xmlns:a16="http://schemas.microsoft.com/office/drawing/2014/main" id="{A7A49372-BC99-44B1-93F3-52B055BA1B4C}"/>
              </a:ext>
            </a:extLst>
          </p:cNvPr>
          <p:cNvSpPr>
            <a:spLocks noGrp="1"/>
          </p:cNvSpPr>
          <p:nvPr>
            <p:ph type="sldNum" sz="quarter" idx="12"/>
          </p:nvPr>
        </p:nvSpPr>
        <p:spPr/>
        <p:txBody>
          <a:bodyPr/>
          <a:lstStyle>
            <a:lvl1pPr>
              <a:defRPr>
                <a:solidFill>
                  <a:srgbClr val="FFFFFF"/>
                </a:solidFill>
              </a:defRPr>
            </a:lvl1pPr>
          </a:lstStyle>
          <a:p>
            <a:r>
              <a:rPr lang="en-US"/>
              <a:t>.</a:t>
            </a:r>
          </a:p>
        </p:txBody>
      </p:sp>
    </p:spTree>
    <p:extLst>
      <p:ext uri="{BB962C8B-B14F-4D97-AF65-F5344CB8AC3E}">
        <p14:creationId xmlns:p14="http://schemas.microsoft.com/office/powerpoint/2010/main" val="3241883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5_UST Overview Black">
    <p:bg>
      <p:bgRef idx="1001">
        <a:schemeClr val="bg1"/>
      </p:bgRef>
    </p:bg>
    <p:spTree>
      <p:nvGrpSpPr>
        <p:cNvPr id="1" name=""/>
        <p:cNvGrpSpPr/>
        <p:nvPr/>
      </p:nvGrpSpPr>
      <p:grpSpPr>
        <a:xfrm>
          <a:off x="0" y="0"/>
          <a:ext cx="0" cy="0"/>
          <a:chOff x="0" y="0"/>
          <a:chExt cx="0" cy="0"/>
        </a:xfrm>
      </p:grpSpPr>
      <p:sp>
        <p:nvSpPr>
          <p:cNvPr id="2" name="UST" descr="UST">
            <a:extLst>
              <a:ext uri="{FF2B5EF4-FFF2-40B4-BE49-F238E27FC236}">
                <a16:creationId xmlns:a16="http://schemas.microsoft.com/office/drawing/2014/main" id="{A9B80E6A-98A9-DE7B-69EF-04A3D695D129}"/>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Aptos Light" panose="020B0004020202020204" pitchFamily="34" charset="0"/>
            </a:endParaRPr>
          </a:p>
        </p:txBody>
      </p:sp>
      <p:sp>
        <p:nvSpPr>
          <p:cNvPr id="3" name="Legal">
            <a:extLst>
              <a:ext uri="{FF2B5EF4-FFF2-40B4-BE49-F238E27FC236}">
                <a16:creationId xmlns:a16="http://schemas.microsoft.com/office/drawing/2014/main" id="{CA11EB86-C168-20FD-F6D8-F5605DD74D29}"/>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4" name="Slide Number Placeholder 10">
            <a:extLst>
              <a:ext uri="{FF2B5EF4-FFF2-40B4-BE49-F238E27FC236}">
                <a16:creationId xmlns:a16="http://schemas.microsoft.com/office/drawing/2014/main" id="{A4E325E2-890A-DC6B-2FFC-563ECB5DACB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4008517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6_UST Overview Black">
    <p:bg>
      <p:bgRef idx="1001">
        <a:schemeClr val="bg1"/>
      </p:bgRef>
    </p:bg>
    <p:spTree>
      <p:nvGrpSpPr>
        <p:cNvPr id="1" name=""/>
        <p:cNvGrpSpPr/>
        <p:nvPr/>
      </p:nvGrpSpPr>
      <p:grpSpPr>
        <a:xfrm>
          <a:off x="0" y="0"/>
          <a:ext cx="0" cy="0"/>
          <a:chOff x="0" y="0"/>
          <a:chExt cx="0" cy="0"/>
        </a:xfrm>
      </p:grpSpPr>
      <p:sp>
        <p:nvSpPr>
          <p:cNvPr id="62" name="Rectangle 61">
            <a:extLst>
              <a:ext uri="{FF2B5EF4-FFF2-40B4-BE49-F238E27FC236}">
                <a16:creationId xmlns:a16="http://schemas.microsoft.com/office/drawing/2014/main" id="{90767833-2CE2-26D5-F65A-765CB850DA06}"/>
              </a:ext>
            </a:extLst>
          </p:cNvPr>
          <p:cNvSpPr/>
          <p:nvPr userDrawn="1"/>
        </p:nvSpPr>
        <p:spPr>
          <a:xfrm>
            <a:off x="6254496" y="-1"/>
            <a:ext cx="5934455" cy="4003273"/>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spcAft>
                <a:spcPts val="400"/>
              </a:spcAft>
            </a:pPr>
            <a:endParaRPr lang="en-US" sz="1800">
              <a:solidFill>
                <a:schemeClr val="tx1"/>
              </a:solidFill>
              <a:latin typeface="Aptos Light" panose="020B0004020202020204" pitchFamily="34" charset="0"/>
            </a:endParaRPr>
          </a:p>
        </p:txBody>
      </p:sp>
      <p:cxnSp>
        <p:nvCxnSpPr>
          <p:cNvPr id="69" name="Straight Connector 68">
            <a:extLst>
              <a:ext uri="{FF2B5EF4-FFF2-40B4-BE49-F238E27FC236}">
                <a16:creationId xmlns:a16="http://schemas.microsoft.com/office/drawing/2014/main" id="{CF3DD80D-6E26-CB88-4DDC-1E63D9C7F6F3}"/>
              </a:ext>
            </a:extLst>
          </p:cNvPr>
          <p:cNvCxnSpPr>
            <a:cxnSpLocks/>
          </p:cNvCxnSpPr>
          <p:nvPr userDrawn="1"/>
        </p:nvCxnSpPr>
        <p:spPr>
          <a:xfrm>
            <a:off x="365760" y="5632910"/>
            <a:ext cx="11458800" cy="0"/>
          </a:xfrm>
          <a:prstGeom prst="line">
            <a:avLst/>
          </a:prstGeom>
          <a:ln w="12700" cap="sq">
            <a:solidFill>
              <a:srgbClr val="C2BCBE"/>
            </a:solidFill>
            <a:prstDash val="sysDot"/>
          </a:ln>
        </p:spPr>
        <p:style>
          <a:lnRef idx="1">
            <a:schemeClr val="accent1"/>
          </a:lnRef>
          <a:fillRef idx="0">
            <a:schemeClr val="accent1"/>
          </a:fillRef>
          <a:effectRef idx="0">
            <a:srgbClr val="000000"/>
          </a:effectRef>
          <a:fontRef idx="minor">
            <a:schemeClr val="bg1"/>
          </a:fontRef>
        </p:style>
      </p:cxnSp>
      <p:sp>
        <p:nvSpPr>
          <p:cNvPr id="70" name="TextBox 69">
            <a:extLst>
              <a:ext uri="{FF2B5EF4-FFF2-40B4-BE49-F238E27FC236}">
                <a16:creationId xmlns:a16="http://schemas.microsoft.com/office/drawing/2014/main" id="{A67AC24E-A87E-9DA4-ABD1-E38482E097B0}"/>
              </a:ext>
            </a:extLst>
          </p:cNvPr>
          <p:cNvSpPr txBox="1"/>
          <p:nvPr userDrawn="1"/>
        </p:nvSpPr>
        <p:spPr>
          <a:xfrm>
            <a:off x="372170" y="4096293"/>
            <a:ext cx="2633471" cy="369332"/>
          </a:xfrm>
          <a:prstGeom prst="rect">
            <a:avLst/>
          </a:prstGeom>
          <a:noFill/>
        </p:spPr>
        <p:txBody>
          <a:bodyPr wrap="square" lIns="0">
            <a:spAutoFit/>
          </a:bodyPr>
          <a:lstStyle/>
          <a:p>
            <a:r>
              <a:rPr lang="en-US" b="1">
                <a:solidFill>
                  <a:schemeClr val="tx1"/>
                </a:solidFill>
                <a:latin typeface="Aptos Light" panose="020B0004020202020204" pitchFamily="34" charset="0"/>
              </a:rPr>
              <a:t>Our unique approach</a:t>
            </a:r>
          </a:p>
        </p:txBody>
      </p:sp>
      <p:sp>
        <p:nvSpPr>
          <p:cNvPr id="71" name="TextBox 70">
            <a:extLst>
              <a:ext uri="{FF2B5EF4-FFF2-40B4-BE49-F238E27FC236}">
                <a16:creationId xmlns:a16="http://schemas.microsoft.com/office/drawing/2014/main" id="{C9563953-D8E0-058F-C4DE-39BE3AA7D291}"/>
              </a:ext>
            </a:extLst>
          </p:cNvPr>
          <p:cNvSpPr txBox="1"/>
          <p:nvPr userDrawn="1"/>
        </p:nvSpPr>
        <p:spPr>
          <a:xfrm>
            <a:off x="1011358" y="4640395"/>
            <a:ext cx="2034816" cy="718145"/>
          </a:xfrm>
          <a:prstGeom prst="rect">
            <a:avLst/>
          </a:prstGeom>
          <a:noFill/>
        </p:spPr>
        <p:txBody>
          <a:bodyPr wrap="square" lIns="0" rIns="0">
            <a:spAutoFit/>
          </a:bodyPr>
          <a:lstStyle/>
          <a:p>
            <a:pPr>
              <a:spcBef>
                <a:spcPct val="0"/>
              </a:spcBef>
              <a:spcAft>
                <a:spcPts val="200"/>
              </a:spcAft>
              <a:buFontTx/>
              <a:buNone/>
            </a:pPr>
            <a:r>
              <a:rPr lang="en-GB" altLang="en-US" sz="1300" b="1">
                <a:solidFill>
                  <a:schemeClr val="tx1"/>
                </a:solidFill>
                <a:latin typeface="Aptos Light" panose="020B0004020202020204" pitchFamily="34" charset="0"/>
              </a:rPr>
              <a:t>Digital transformation</a:t>
            </a:r>
          </a:p>
          <a:p>
            <a:pPr>
              <a:spcBef>
                <a:spcPct val="0"/>
              </a:spcBef>
              <a:spcAft>
                <a:spcPts val="200"/>
              </a:spcAft>
              <a:buFontTx/>
              <a:buNone/>
            </a:pPr>
            <a:r>
              <a:rPr lang="en-GB" sz="1300">
                <a:solidFill>
                  <a:schemeClr val="tx1"/>
                </a:solidFill>
                <a:latin typeface="Aptos Light" panose="020B0004020202020204" pitchFamily="34" charset="0"/>
              </a:rPr>
              <a:t>Outcome focused partnerships </a:t>
            </a:r>
          </a:p>
        </p:txBody>
      </p:sp>
      <p:sp>
        <p:nvSpPr>
          <p:cNvPr id="72" name="TextBox 71">
            <a:extLst>
              <a:ext uri="{FF2B5EF4-FFF2-40B4-BE49-F238E27FC236}">
                <a16:creationId xmlns:a16="http://schemas.microsoft.com/office/drawing/2014/main" id="{D4B54919-70C4-BA02-DE89-66001837420C}"/>
              </a:ext>
            </a:extLst>
          </p:cNvPr>
          <p:cNvSpPr txBox="1"/>
          <p:nvPr userDrawn="1"/>
        </p:nvSpPr>
        <p:spPr>
          <a:xfrm>
            <a:off x="6854880" y="4113584"/>
            <a:ext cx="2034816" cy="718145"/>
          </a:xfrm>
          <a:prstGeom prst="rect">
            <a:avLst/>
          </a:prstGeom>
          <a:noFill/>
        </p:spPr>
        <p:txBody>
          <a:bodyPr wrap="square" lIns="0" rIns="0">
            <a:spAutoFit/>
          </a:bodyPr>
          <a:lstStyle/>
          <a:p>
            <a:pPr>
              <a:spcBef>
                <a:spcPct val="0"/>
              </a:spcBef>
              <a:spcAft>
                <a:spcPts val="200"/>
              </a:spcAft>
            </a:pPr>
            <a:r>
              <a:rPr lang="en-US" altLang="en-US" sz="1300" b="1">
                <a:solidFill>
                  <a:schemeClr val="tx1"/>
                </a:solidFill>
                <a:latin typeface="Aptos Light" panose="020B0004020202020204" pitchFamily="34" charset="0"/>
              </a:rPr>
              <a:t>Innovation and NPD</a:t>
            </a:r>
          </a:p>
          <a:p>
            <a:pPr>
              <a:spcBef>
                <a:spcPct val="0"/>
              </a:spcBef>
              <a:spcAft>
                <a:spcPts val="200"/>
              </a:spcAft>
            </a:pPr>
            <a:r>
              <a:rPr lang="en-US" altLang="en-US" sz="1300">
                <a:solidFill>
                  <a:schemeClr val="tx1"/>
                </a:solidFill>
                <a:latin typeface="Aptos Light" panose="020B0004020202020204" pitchFamily="34" charset="0"/>
              </a:rPr>
              <a:t>Risk and reward / </a:t>
            </a:r>
            <a:br>
              <a:rPr lang="en-US" altLang="en-US" sz="1300">
                <a:solidFill>
                  <a:schemeClr val="tx1"/>
                </a:solidFill>
                <a:latin typeface="Aptos Light" panose="020B0004020202020204" pitchFamily="34" charset="0"/>
              </a:rPr>
            </a:br>
            <a:r>
              <a:rPr lang="en-US" altLang="en-US" sz="1300">
                <a:solidFill>
                  <a:schemeClr val="tx1"/>
                </a:solidFill>
                <a:latin typeface="Aptos Light" panose="020B0004020202020204" pitchFamily="34" charset="0"/>
              </a:rPr>
              <a:t>outcome-based innovation </a:t>
            </a:r>
          </a:p>
        </p:txBody>
      </p:sp>
      <p:sp>
        <p:nvSpPr>
          <p:cNvPr id="73" name="TextBox 72">
            <a:extLst>
              <a:ext uri="{FF2B5EF4-FFF2-40B4-BE49-F238E27FC236}">
                <a16:creationId xmlns:a16="http://schemas.microsoft.com/office/drawing/2014/main" id="{40833318-B808-C1CD-C857-9849B6712285}"/>
              </a:ext>
            </a:extLst>
          </p:cNvPr>
          <p:cNvSpPr txBox="1"/>
          <p:nvPr userDrawn="1"/>
        </p:nvSpPr>
        <p:spPr>
          <a:xfrm>
            <a:off x="3924300" y="4113584"/>
            <a:ext cx="2034816" cy="718145"/>
          </a:xfrm>
          <a:prstGeom prst="rect">
            <a:avLst/>
          </a:prstGeom>
          <a:noFill/>
        </p:spPr>
        <p:txBody>
          <a:bodyPr wrap="square" lIns="0" rIns="0">
            <a:spAutoFit/>
          </a:bodyPr>
          <a:lstStyle/>
          <a:p>
            <a:pPr>
              <a:spcBef>
                <a:spcPct val="0"/>
              </a:spcBef>
              <a:spcAft>
                <a:spcPts val="200"/>
              </a:spcAft>
            </a:pPr>
            <a:r>
              <a:rPr lang="en-US" altLang="en-US" sz="1300" b="1">
                <a:solidFill>
                  <a:schemeClr val="tx1"/>
                </a:solidFill>
                <a:latin typeface="Aptos Light" panose="020B0004020202020204" pitchFamily="34" charset="0"/>
              </a:rPr>
              <a:t>Cost optimisation</a:t>
            </a:r>
          </a:p>
          <a:p>
            <a:pPr>
              <a:spcBef>
                <a:spcPct val="0"/>
              </a:spcBef>
              <a:spcAft>
                <a:spcPts val="200"/>
              </a:spcAft>
            </a:pPr>
            <a:r>
              <a:rPr lang="en-US" altLang="en-US" sz="1300">
                <a:solidFill>
                  <a:schemeClr val="tx1"/>
                </a:solidFill>
                <a:latin typeface="Aptos Light" panose="020B0004020202020204" pitchFamily="34" charset="0"/>
              </a:rPr>
              <a:t>30%+ savings programmes using automation</a:t>
            </a:r>
          </a:p>
        </p:txBody>
      </p:sp>
      <p:sp>
        <p:nvSpPr>
          <p:cNvPr id="74" name="TextBox 73">
            <a:extLst>
              <a:ext uri="{FF2B5EF4-FFF2-40B4-BE49-F238E27FC236}">
                <a16:creationId xmlns:a16="http://schemas.microsoft.com/office/drawing/2014/main" id="{B18899E2-EE4C-36D7-9806-338A396B0C72}"/>
              </a:ext>
            </a:extLst>
          </p:cNvPr>
          <p:cNvSpPr txBox="1"/>
          <p:nvPr userDrawn="1"/>
        </p:nvSpPr>
        <p:spPr>
          <a:xfrm>
            <a:off x="6854880" y="4853776"/>
            <a:ext cx="2034816" cy="718145"/>
          </a:xfrm>
          <a:prstGeom prst="rect">
            <a:avLst/>
          </a:prstGeom>
          <a:noFill/>
        </p:spPr>
        <p:txBody>
          <a:bodyPr wrap="square" lIns="0" rIns="0">
            <a:spAutoFit/>
          </a:bodyPr>
          <a:lstStyle/>
          <a:p>
            <a:pPr>
              <a:spcBef>
                <a:spcPct val="0"/>
              </a:spcBef>
              <a:spcAft>
                <a:spcPts val="200"/>
              </a:spcAft>
            </a:pPr>
            <a:r>
              <a:rPr lang="en-US" altLang="en-US" sz="1300" b="1">
                <a:solidFill>
                  <a:schemeClr val="tx1"/>
                </a:solidFill>
                <a:latin typeface="Aptos Light" panose="020B0004020202020204" pitchFamily="34" charset="0"/>
              </a:rPr>
              <a:t>Data and analytics</a:t>
            </a:r>
          </a:p>
          <a:p>
            <a:pPr>
              <a:spcBef>
                <a:spcPct val="0"/>
              </a:spcBef>
              <a:spcAft>
                <a:spcPts val="200"/>
              </a:spcAft>
            </a:pPr>
            <a:r>
              <a:rPr lang="en-US" altLang="en-US" sz="1300">
                <a:solidFill>
                  <a:schemeClr val="tx1"/>
                </a:solidFill>
                <a:latin typeface="Aptos Light" panose="020B0004020202020204" pitchFamily="34" charset="0"/>
              </a:rPr>
              <a:t>Accelerated data ingestion </a:t>
            </a:r>
            <a:br>
              <a:rPr lang="en-US" altLang="en-US" sz="1300">
                <a:solidFill>
                  <a:schemeClr val="tx1"/>
                </a:solidFill>
                <a:latin typeface="Aptos Light" panose="020B0004020202020204" pitchFamily="34" charset="0"/>
              </a:rPr>
            </a:br>
            <a:r>
              <a:rPr lang="en-US" altLang="en-US" sz="1300">
                <a:solidFill>
                  <a:schemeClr val="tx1"/>
                </a:solidFill>
                <a:latin typeface="Aptos Light" panose="020B0004020202020204" pitchFamily="34" charset="0"/>
              </a:rPr>
              <a:t>to insights</a:t>
            </a:r>
          </a:p>
        </p:txBody>
      </p:sp>
      <p:sp>
        <p:nvSpPr>
          <p:cNvPr id="75" name="TextBox 74">
            <a:extLst>
              <a:ext uri="{FF2B5EF4-FFF2-40B4-BE49-F238E27FC236}">
                <a16:creationId xmlns:a16="http://schemas.microsoft.com/office/drawing/2014/main" id="{3554C6A2-23AC-AFFB-64E0-544DF418470F}"/>
              </a:ext>
            </a:extLst>
          </p:cNvPr>
          <p:cNvSpPr txBox="1"/>
          <p:nvPr userDrawn="1"/>
        </p:nvSpPr>
        <p:spPr>
          <a:xfrm>
            <a:off x="3924300" y="4853776"/>
            <a:ext cx="2034816" cy="718145"/>
          </a:xfrm>
          <a:prstGeom prst="rect">
            <a:avLst/>
          </a:prstGeom>
          <a:noFill/>
        </p:spPr>
        <p:txBody>
          <a:bodyPr wrap="square" lIns="0" rIns="0">
            <a:spAutoFit/>
          </a:bodyPr>
          <a:lstStyle/>
          <a:p>
            <a:pPr>
              <a:spcBef>
                <a:spcPct val="0"/>
              </a:spcBef>
              <a:spcAft>
                <a:spcPts val="200"/>
              </a:spcAft>
            </a:pPr>
            <a:r>
              <a:rPr lang="en-US" altLang="en-US" sz="1300" b="1">
                <a:solidFill>
                  <a:schemeClr val="tx1"/>
                </a:solidFill>
                <a:latin typeface="Aptos Light" panose="020B0004020202020204" pitchFamily="34" charset="0"/>
              </a:rPr>
              <a:t>Cyber security </a:t>
            </a:r>
          </a:p>
          <a:p>
            <a:pPr>
              <a:spcBef>
                <a:spcPct val="0"/>
              </a:spcBef>
              <a:spcAft>
                <a:spcPts val="200"/>
              </a:spcAft>
            </a:pPr>
            <a:r>
              <a:rPr lang="en-US" altLang="en-US" sz="1300">
                <a:solidFill>
                  <a:schemeClr val="tx1"/>
                </a:solidFill>
                <a:latin typeface="Aptos Light" panose="020B0004020202020204" pitchFamily="34" charset="0"/>
              </a:rPr>
              <a:t>Leading emerging platform and talent </a:t>
            </a:r>
          </a:p>
        </p:txBody>
      </p:sp>
      <p:pic>
        <p:nvPicPr>
          <p:cNvPr id="76" name="Picture 75" descr="A picture containing drawing&#10;&#10;Description automatically generated">
            <a:extLst>
              <a:ext uri="{FF2B5EF4-FFF2-40B4-BE49-F238E27FC236}">
                <a16:creationId xmlns:a16="http://schemas.microsoft.com/office/drawing/2014/main" id="{3FFAC8F6-63AF-69F8-FFAD-119F4C21967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0975" y="4842420"/>
            <a:ext cx="355059" cy="314095"/>
          </a:xfrm>
          <a:prstGeom prst="rect">
            <a:avLst/>
          </a:prstGeom>
        </p:spPr>
      </p:pic>
      <p:pic>
        <p:nvPicPr>
          <p:cNvPr id="77" name="Picture 76" descr="A picture containing room&#10;&#10;Description automatically generated">
            <a:extLst>
              <a:ext uri="{FF2B5EF4-FFF2-40B4-BE49-F238E27FC236}">
                <a16:creationId xmlns:a16="http://schemas.microsoft.com/office/drawing/2014/main" id="{1EEDDB35-734D-A7D9-FCDC-FFC8AD27B22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254496" y="4313065"/>
            <a:ext cx="319183" cy="319183"/>
          </a:xfrm>
          <a:prstGeom prst="rect">
            <a:avLst/>
          </a:prstGeom>
        </p:spPr>
      </p:pic>
      <p:pic>
        <p:nvPicPr>
          <p:cNvPr id="78" name="Picture 77" descr="Icon&#10;&#10;Description automatically generated">
            <a:extLst>
              <a:ext uri="{FF2B5EF4-FFF2-40B4-BE49-F238E27FC236}">
                <a16:creationId xmlns:a16="http://schemas.microsoft.com/office/drawing/2014/main" id="{DA0B4026-7307-F507-AB30-A6DD86BAC0D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6254496" y="5003728"/>
            <a:ext cx="319183" cy="418241"/>
          </a:xfrm>
          <a:prstGeom prst="rect">
            <a:avLst/>
          </a:prstGeom>
        </p:spPr>
      </p:pic>
      <p:pic>
        <p:nvPicPr>
          <p:cNvPr id="79" name="Picture 78" descr="Icon&#10;&#10;Description automatically generated">
            <a:extLst>
              <a:ext uri="{FF2B5EF4-FFF2-40B4-BE49-F238E27FC236}">
                <a16:creationId xmlns:a16="http://schemas.microsoft.com/office/drawing/2014/main" id="{03F0E7E1-53AC-D9C3-6DD2-1003595CD299}"/>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flipH="1">
            <a:off x="3323917" y="5066317"/>
            <a:ext cx="381268" cy="293063"/>
          </a:xfrm>
          <a:prstGeom prst="rect">
            <a:avLst/>
          </a:prstGeom>
        </p:spPr>
      </p:pic>
      <p:pic>
        <p:nvPicPr>
          <p:cNvPr id="80" name="Picture 79" descr="Icon&#10;&#10;Description automatically generated">
            <a:extLst>
              <a:ext uri="{FF2B5EF4-FFF2-40B4-BE49-F238E27FC236}">
                <a16:creationId xmlns:a16="http://schemas.microsoft.com/office/drawing/2014/main" id="{4BA801F4-753C-74CD-8187-554275AEC45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3323917" y="4315849"/>
            <a:ext cx="362526" cy="313614"/>
          </a:xfrm>
          <a:prstGeom prst="rect">
            <a:avLst/>
          </a:prstGeom>
        </p:spPr>
      </p:pic>
      <p:sp>
        <p:nvSpPr>
          <p:cNvPr id="81" name="TextBox 80">
            <a:extLst>
              <a:ext uri="{FF2B5EF4-FFF2-40B4-BE49-F238E27FC236}">
                <a16:creationId xmlns:a16="http://schemas.microsoft.com/office/drawing/2014/main" id="{4EE491BE-AAC1-BD91-076C-9C5C46AA1ADD}"/>
              </a:ext>
            </a:extLst>
          </p:cNvPr>
          <p:cNvSpPr txBox="1"/>
          <p:nvPr userDrawn="1"/>
        </p:nvSpPr>
        <p:spPr>
          <a:xfrm>
            <a:off x="9167056" y="4694497"/>
            <a:ext cx="1510469" cy="923330"/>
          </a:xfrm>
          <a:prstGeom prst="rect">
            <a:avLst/>
          </a:prstGeom>
          <a:noFill/>
        </p:spPr>
        <p:txBody>
          <a:bodyPr wrap="square">
            <a:spAutoFit/>
          </a:bodyPr>
          <a:lstStyle/>
          <a:p>
            <a:pPr algn="ctr"/>
            <a:r>
              <a:rPr lang="en-US" sz="5400" b="1">
                <a:solidFill>
                  <a:schemeClr val="tx2"/>
                </a:solidFill>
                <a:latin typeface="Aptos Light" panose="020B0004020202020204" pitchFamily="34" charset="0"/>
              </a:rPr>
              <a:t>18%</a:t>
            </a:r>
            <a:endParaRPr lang="en-US" sz="5400">
              <a:solidFill>
                <a:schemeClr val="tx2"/>
              </a:solidFill>
              <a:latin typeface="Aptos Light" panose="020B0004020202020204" pitchFamily="34" charset="0"/>
            </a:endParaRPr>
          </a:p>
        </p:txBody>
      </p:sp>
      <p:sp>
        <p:nvSpPr>
          <p:cNvPr id="82" name="TextBox 81">
            <a:extLst>
              <a:ext uri="{FF2B5EF4-FFF2-40B4-BE49-F238E27FC236}">
                <a16:creationId xmlns:a16="http://schemas.microsoft.com/office/drawing/2014/main" id="{A41D82BB-C65D-B0B6-BC93-FB8F9D85C46E}"/>
              </a:ext>
            </a:extLst>
          </p:cNvPr>
          <p:cNvSpPr txBox="1"/>
          <p:nvPr userDrawn="1"/>
        </p:nvSpPr>
        <p:spPr>
          <a:xfrm>
            <a:off x="9187990" y="4113584"/>
            <a:ext cx="2631840" cy="584775"/>
          </a:xfrm>
          <a:prstGeom prst="rect">
            <a:avLst/>
          </a:prstGeom>
          <a:noFill/>
        </p:spPr>
        <p:txBody>
          <a:bodyPr wrap="square">
            <a:spAutoFit/>
          </a:bodyPr>
          <a:lstStyle/>
          <a:p>
            <a:pPr defTabSz="857250"/>
            <a:r>
              <a:rPr lang="en-US" sz="1600" b="1">
                <a:solidFill>
                  <a:schemeClr val="tx1"/>
                </a:solidFill>
                <a:latin typeface="Aptos Light" panose="020B0004020202020204" pitchFamily="34" charset="0"/>
              </a:rPr>
              <a:t>Average annual Growth Rate over past 3 years</a:t>
            </a:r>
          </a:p>
        </p:txBody>
      </p:sp>
      <p:pic>
        <p:nvPicPr>
          <p:cNvPr id="83" name="Picture 82" descr="A picture containing sky, water, outdoor&#10;&#10;Description automatically generated">
            <a:extLst>
              <a:ext uri="{FF2B5EF4-FFF2-40B4-BE49-F238E27FC236}">
                <a16:creationId xmlns:a16="http://schemas.microsoft.com/office/drawing/2014/main" id="{7F25C131-4902-586B-8A18-111BDEF58D89}"/>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l="6078"/>
          <a:stretch/>
        </p:blipFill>
        <p:spPr>
          <a:xfrm>
            <a:off x="9188450" y="1"/>
            <a:ext cx="2637790" cy="1453978"/>
          </a:xfrm>
          <a:custGeom>
            <a:avLst/>
            <a:gdLst>
              <a:gd name="connsiteX0" fmla="*/ 0 w 2678799"/>
              <a:gd name="connsiteY0" fmla="*/ 0 h 1386839"/>
              <a:gd name="connsiteX1" fmla="*/ 2678799 w 2678799"/>
              <a:gd name="connsiteY1" fmla="*/ 0 h 1386839"/>
              <a:gd name="connsiteX2" fmla="*/ 2678799 w 2678799"/>
              <a:gd name="connsiteY2" fmla="*/ 1386839 h 1386839"/>
              <a:gd name="connsiteX3" fmla="*/ 0 w 2678799"/>
              <a:gd name="connsiteY3" fmla="*/ 1386839 h 1386839"/>
            </a:gdLst>
            <a:ahLst/>
            <a:cxnLst>
              <a:cxn ang="0">
                <a:pos x="connsiteX0" y="connsiteY0"/>
              </a:cxn>
              <a:cxn ang="0">
                <a:pos x="connsiteX1" y="connsiteY1"/>
              </a:cxn>
              <a:cxn ang="0">
                <a:pos x="connsiteX2" y="connsiteY2"/>
              </a:cxn>
              <a:cxn ang="0">
                <a:pos x="connsiteX3" y="connsiteY3"/>
              </a:cxn>
            </a:cxnLst>
            <a:rect l="l" t="t" r="r" b="b"/>
            <a:pathLst>
              <a:path w="2678799" h="1386839">
                <a:moveTo>
                  <a:pt x="0" y="0"/>
                </a:moveTo>
                <a:lnTo>
                  <a:pt x="2678799" y="0"/>
                </a:lnTo>
                <a:lnTo>
                  <a:pt x="2678799" y="1386839"/>
                </a:lnTo>
                <a:lnTo>
                  <a:pt x="0" y="1386839"/>
                </a:lnTo>
                <a:close/>
              </a:path>
            </a:pathLst>
          </a:custGeom>
        </p:spPr>
      </p:pic>
      <p:sp>
        <p:nvSpPr>
          <p:cNvPr id="84" name="TextBox 83">
            <a:extLst>
              <a:ext uri="{FF2B5EF4-FFF2-40B4-BE49-F238E27FC236}">
                <a16:creationId xmlns:a16="http://schemas.microsoft.com/office/drawing/2014/main" id="{15B575B0-2ED8-DA09-92F5-57015CBFCA6E}"/>
              </a:ext>
            </a:extLst>
          </p:cNvPr>
          <p:cNvSpPr txBox="1"/>
          <p:nvPr userDrawn="1"/>
        </p:nvSpPr>
        <p:spPr>
          <a:xfrm>
            <a:off x="6501888" y="812777"/>
            <a:ext cx="1926537" cy="800219"/>
          </a:xfrm>
          <a:prstGeom prst="rect">
            <a:avLst/>
          </a:prstGeom>
          <a:noFill/>
        </p:spPr>
        <p:txBody>
          <a:bodyPr wrap="square" lIns="0" rIns="0">
            <a:spAutoFit/>
          </a:bodyPr>
          <a:lstStyle/>
          <a:p>
            <a:pPr>
              <a:defRPr/>
            </a:pPr>
            <a:r>
              <a:rPr lang="en-GB" sz="1400">
                <a:solidFill>
                  <a:schemeClr val="tx1"/>
                </a:solidFill>
                <a:latin typeface="Aptos Light" panose="020B0004020202020204" pitchFamily="34" charset="0"/>
              </a:rPr>
              <a:t>Established</a:t>
            </a:r>
          </a:p>
          <a:p>
            <a:pPr>
              <a:defRPr/>
            </a:pPr>
            <a:r>
              <a:rPr lang="en-GB" sz="3200" b="1">
                <a:solidFill>
                  <a:schemeClr val="tx1"/>
                </a:solidFill>
                <a:latin typeface="Aptos Light" panose="020B0004020202020204" pitchFamily="34" charset="0"/>
              </a:rPr>
              <a:t>1999</a:t>
            </a:r>
          </a:p>
        </p:txBody>
      </p:sp>
      <p:sp>
        <p:nvSpPr>
          <p:cNvPr id="85" name="TextBox 84">
            <a:extLst>
              <a:ext uri="{FF2B5EF4-FFF2-40B4-BE49-F238E27FC236}">
                <a16:creationId xmlns:a16="http://schemas.microsoft.com/office/drawing/2014/main" id="{E774F244-3741-8446-A458-EDE04EA92A06}"/>
              </a:ext>
            </a:extLst>
          </p:cNvPr>
          <p:cNvSpPr txBox="1"/>
          <p:nvPr userDrawn="1"/>
        </p:nvSpPr>
        <p:spPr>
          <a:xfrm>
            <a:off x="6501888" y="1885853"/>
            <a:ext cx="1926537" cy="615553"/>
          </a:xfrm>
          <a:prstGeom prst="rect">
            <a:avLst/>
          </a:prstGeom>
          <a:noFill/>
        </p:spPr>
        <p:txBody>
          <a:bodyPr wrap="square" lIns="0" rIns="0">
            <a:spAutoFit/>
          </a:bodyPr>
          <a:lstStyle/>
          <a:p>
            <a:pPr>
              <a:defRPr/>
            </a:pPr>
            <a:r>
              <a:rPr lang="en-GB" sz="1400">
                <a:solidFill>
                  <a:schemeClr val="tx1"/>
                </a:solidFill>
                <a:latin typeface="Aptos Light" panose="020B0004020202020204" pitchFamily="34" charset="0"/>
              </a:rPr>
              <a:t>Corporate Office</a:t>
            </a:r>
          </a:p>
          <a:p>
            <a:pPr>
              <a:defRPr/>
            </a:pPr>
            <a:r>
              <a:rPr lang="en-GB" sz="2000" b="1">
                <a:solidFill>
                  <a:schemeClr val="tx1"/>
                </a:solidFill>
                <a:latin typeface="Aptos Light" panose="020B0004020202020204" pitchFamily="34" charset="0"/>
              </a:rPr>
              <a:t>Aliso Viejo, CA</a:t>
            </a:r>
          </a:p>
        </p:txBody>
      </p:sp>
      <p:sp>
        <p:nvSpPr>
          <p:cNvPr id="86" name="TextBox 85">
            <a:extLst>
              <a:ext uri="{FF2B5EF4-FFF2-40B4-BE49-F238E27FC236}">
                <a16:creationId xmlns:a16="http://schemas.microsoft.com/office/drawing/2014/main" id="{8A8BA9D7-0D97-1465-3C3A-63A1E4BDBC23}"/>
              </a:ext>
            </a:extLst>
          </p:cNvPr>
          <p:cNvSpPr txBox="1"/>
          <p:nvPr userDrawn="1"/>
        </p:nvSpPr>
        <p:spPr>
          <a:xfrm>
            <a:off x="6501888" y="2774263"/>
            <a:ext cx="1926537" cy="800219"/>
          </a:xfrm>
          <a:prstGeom prst="rect">
            <a:avLst/>
          </a:prstGeom>
          <a:noFill/>
        </p:spPr>
        <p:txBody>
          <a:bodyPr wrap="square" lIns="0" tIns="45720" rIns="0" bIns="45720" anchor="t">
            <a:spAutoFit/>
          </a:bodyPr>
          <a:lstStyle/>
          <a:p>
            <a:pPr>
              <a:defRPr/>
            </a:pPr>
            <a:r>
              <a:rPr lang="en-GB" sz="3200" b="1">
                <a:solidFill>
                  <a:schemeClr val="tx1"/>
                </a:solidFill>
                <a:latin typeface="Aptos Light" panose="020B0004020202020204" pitchFamily="34" charset="0"/>
              </a:rPr>
              <a:t>30,000+</a:t>
            </a:r>
          </a:p>
          <a:p>
            <a:pPr>
              <a:defRPr/>
            </a:pPr>
            <a:r>
              <a:rPr lang="en-GB" sz="1400">
                <a:solidFill>
                  <a:schemeClr val="tx1"/>
                </a:solidFill>
                <a:latin typeface="Aptos Light" panose="020B0004020202020204" pitchFamily="34" charset="0"/>
              </a:rPr>
              <a:t>Associates</a:t>
            </a:r>
          </a:p>
        </p:txBody>
      </p:sp>
      <p:sp>
        <p:nvSpPr>
          <p:cNvPr id="87" name="TextBox 86">
            <a:extLst>
              <a:ext uri="{FF2B5EF4-FFF2-40B4-BE49-F238E27FC236}">
                <a16:creationId xmlns:a16="http://schemas.microsoft.com/office/drawing/2014/main" id="{EE71B7AE-79A8-8E31-2749-BF59F2535037}"/>
              </a:ext>
            </a:extLst>
          </p:cNvPr>
          <p:cNvSpPr txBox="1"/>
          <p:nvPr userDrawn="1"/>
        </p:nvSpPr>
        <p:spPr>
          <a:xfrm>
            <a:off x="9329872" y="1885853"/>
            <a:ext cx="1926537" cy="800219"/>
          </a:xfrm>
          <a:prstGeom prst="rect">
            <a:avLst/>
          </a:prstGeom>
          <a:noFill/>
        </p:spPr>
        <p:txBody>
          <a:bodyPr wrap="square" lIns="0" rIns="0">
            <a:spAutoFit/>
          </a:bodyPr>
          <a:lstStyle/>
          <a:p>
            <a:pPr>
              <a:defRPr/>
            </a:pPr>
            <a:r>
              <a:rPr lang="en-GB" sz="3200" b="1">
                <a:solidFill>
                  <a:schemeClr val="tx1"/>
                </a:solidFill>
                <a:latin typeface="Aptos Light" panose="020B0004020202020204" pitchFamily="34" charset="0"/>
              </a:rPr>
              <a:t>30+</a:t>
            </a:r>
          </a:p>
          <a:p>
            <a:pPr>
              <a:defRPr/>
            </a:pPr>
            <a:r>
              <a:rPr lang="en-GB" sz="1400">
                <a:solidFill>
                  <a:schemeClr val="tx1"/>
                </a:solidFill>
                <a:latin typeface="Aptos Light" panose="020B0004020202020204" pitchFamily="34" charset="0"/>
              </a:rPr>
              <a:t>Countries</a:t>
            </a:r>
          </a:p>
        </p:txBody>
      </p:sp>
      <p:sp>
        <p:nvSpPr>
          <p:cNvPr id="88" name="TextBox 87">
            <a:extLst>
              <a:ext uri="{FF2B5EF4-FFF2-40B4-BE49-F238E27FC236}">
                <a16:creationId xmlns:a16="http://schemas.microsoft.com/office/drawing/2014/main" id="{ACB9657D-CDA3-40AF-CDD1-4009B6958EE2}"/>
              </a:ext>
            </a:extLst>
          </p:cNvPr>
          <p:cNvSpPr txBox="1"/>
          <p:nvPr userDrawn="1"/>
        </p:nvSpPr>
        <p:spPr>
          <a:xfrm>
            <a:off x="9329872" y="2774263"/>
            <a:ext cx="2515983" cy="1015663"/>
          </a:xfrm>
          <a:prstGeom prst="rect">
            <a:avLst/>
          </a:prstGeom>
          <a:noFill/>
        </p:spPr>
        <p:txBody>
          <a:bodyPr wrap="square" lIns="0" tIns="45720" rIns="0" bIns="45720" anchor="t">
            <a:spAutoFit/>
          </a:bodyPr>
          <a:lstStyle/>
          <a:p>
            <a:pPr>
              <a:defRPr/>
            </a:pPr>
            <a:r>
              <a:rPr lang="en-GB" sz="3200" b="1">
                <a:solidFill>
                  <a:schemeClr val="tx1"/>
                </a:solidFill>
                <a:latin typeface="Aptos Light" panose="020B0004020202020204" pitchFamily="34" charset="0"/>
              </a:rPr>
              <a:t>190+</a:t>
            </a:r>
          </a:p>
          <a:p>
            <a:pPr>
              <a:defRPr/>
            </a:pPr>
            <a:r>
              <a:rPr lang="en-GB" sz="1400">
                <a:solidFill>
                  <a:schemeClr val="tx1"/>
                </a:solidFill>
                <a:latin typeface="Aptos Light" panose="020B0004020202020204" pitchFamily="34" charset="0"/>
              </a:rPr>
              <a:t>Clients with 1M+ revenue </a:t>
            </a:r>
            <a:br>
              <a:rPr lang="en-GB" sz="1400">
                <a:solidFill>
                  <a:schemeClr val="tx1"/>
                </a:solidFill>
                <a:latin typeface="Aptos Light" panose="020B0004020202020204" pitchFamily="34" charset="0"/>
              </a:rPr>
            </a:br>
            <a:r>
              <a:rPr lang="en-GB" sz="1200" b="1">
                <a:solidFill>
                  <a:schemeClr val="tx1"/>
                </a:solidFill>
                <a:latin typeface="Aptos Light" panose="020B0004020202020204" pitchFamily="34" charset="0"/>
              </a:rPr>
              <a:t>“Select clients, more attention”</a:t>
            </a:r>
          </a:p>
        </p:txBody>
      </p:sp>
      <p:sp>
        <p:nvSpPr>
          <p:cNvPr id="90" name="TextBox 89">
            <a:extLst>
              <a:ext uri="{FF2B5EF4-FFF2-40B4-BE49-F238E27FC236}">
                <a16:creationId xmlns:a16="http://schemas.microsoft.com/office/drawing/2014/main" id="{1C30281A-38CE-5F05-84A2-641B56E409C2}"/>
              </a:ext>
            </a:extLst>
          </p:cNvPr>
          <p:cNvSpPr txBox="1"/>
          <p:nvPr userDrawn="1"/>
        </p:nvSpPr>
        <p:spPr>
          <a:xfrm>
            <a:off x="6037372" y="5724231"/>
            <a:ext cx="5808483" cy="276999"/>
          </a:xfrm>
          <a:prstGeom prst="rect">
            <a:avLst/>
          </a:prstGeom>
          <a:noFill/>
        </p:spPr>
        <p:txBody>
          <a:bodyPr wrap="square">
            <a:spAutoFit/>
          </a:bodyPr>
          <a:lstStyle/>
          <a:p>
            <a:pPr defTabSz="857250"/>
            <a:r>
              <a:rPr lang="en-US" sz="1200">
                <a:solidFill>
                  <a:schemeClr val="tx1"/>
                </a:solidFill>
                <a:latin typeface="Aptos Light" panose="020B0004020202020204" pitchFamily="34" charset="0"/>
              </a:rPr>
              <a:t>Privately-held with an investment of </a:t>
            </a:r>
            <a:r>
              <a:rPr lang="en-US" sz="1200">
                <a:solidFill>
                  <a:srgbClr val="881E87"/>
                </a:solidFill>
                <a:latin typeface="Aptos Light" panose="020B0004020202020204" pitchFamily="34" charset="0"/>
              </a:rPr>
              <a:t>$500M </a:t>
            </a:r>
            <a:r>
              <a:rPr lang="en-US" sz="1200">
                <a:solidFill>
                  <a:schemeClr val="tx1"/>
                </a:solidFill>
                <a:latin typeface="Aptos Light" panose="020B0004020202020204" pitchFamily="34" charset="0"/>
              </a:rPr>
              <a:t>from one of the largest PE funds in the world.</a:t>
            </a:r>
          </a:p>
        </p:txBody>
      </p:sp>
      <p:pic>
        <p:nvPicPr>
          <p:cNvPr id="91" name="Picture 2">
            <a:extLst>
              <a:ext uri="{FF2B5EF4-FFF2-40B4-BE49-F238E27FC236}">
                <a16:creationId xmlns:a16="http://schemas.microsoft.com/office/drawing/2014/main" id="{B0C7521B-1332-32F1-DD38-BF836A9D2287}"/>
              </a:ext>
            </a:extLst>
          </p:cNvPr>
          <p:cNvPicPr>
            <a:picLocks noChangeAspect="1" noChangeArrowheads="1"/>
          </p:cNvPicPr>
          <p:nvPr userDrawn="1"/>
        </p:nvPicPr>
        <p:blipFill>
          <a:blip r:embed="rId8" cstate="screen">
            <a:extLst>
              <a:ext uri="{28A0092B-C50C-407E-A947-70E740481C1C}">
                <a14:useLocalDpi xmlns:a14="http://schemas.microsoft.com/office/drawing/2010/main"/>
              </a:ext>
            </a:extLst>
          </a:blip>
          <a:srcRect/>
          <a:stretch>
            <a:fillRect/>
          </a:stretch>
        </p:blipFill>
        <p:spPr bwMode="auto">
          <a:xfrm>
            <a:off x="4821320" y="5794232"/>
            <a:ext cx="1136070" cy="154434"/>
          </a:xfrm>
          <a:prstGeom prst="rect">
            <a:avLst/>
          </a:prstGeom>
          <a:noFill/>
          <a:extLst>
            <a:ext uri="{909E8E84-426E-40DD-AFC4-6F175D3DCCD1}">
              <a14:hiddenFill xmlns:a14="http://schemas.microsoft.com/office/drawing/2010/main">
                <a:solidFill>
                  <a:srgbClr val="FFFFFF"/>
                </a:solidFill>
              </a14:hiddenFill>
            </a:ext>
          </a:extLst>
        </p:spPr>
      </p:pic>
      <p:sp>
        <p:nvSpPr>
          <p:cNvPr id="92" name="Title 12">
            <a:extLst>
              <a:ext uri="{FF2B5EF4-FFF2-40B4-BE49-F238E27FC236}">
                <a16:creationId xmlns:a16="http://schemas.microsoft.com/office/drawing/2014/main" id="{96391076-6C1F-930E-3E76-A8B8191F6011}"/>
              </a:ext>
            </a:extLst>
          </p:cNvPr>
          <p:cNvSpPr txBox="1">
            <a:spLocks/>
          </p:cNvSpPr>
          <p:nvPr userDrawn="1"/>
        </p:nvSpPr>
        <p:spPr>
          <a:xfrm>
            <a:off x="365760" y="365760"/>
            <a:ext cx="4362373"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0" kern="1200">
                <a:solidFill>
                  <a:schemeClr val="tx1"/>
                </a:solidFill>
                <a:latin typeface="Aptos Light" panose="020B0004020202020204" pitchFamily="34" charset="0"/>
                <a:ea typeface="+mj-ea"/>
                <a:cs typeface="+mj-cs"/>
              </a:defRPr>
            </a:lvl1pPr>
          </a:lstStyle>
          <a:p>
            <a:r>
              <a:rPr lang="en-US">
                <a:solidFill>
                  <a:schemeClr val="tx1"/>
                </a:solidFill>
              </a:rPr>
              <a:t>UST believes technology </a:t>
            </a:r>
            <a:br>
              <a:rPr lang="en-US">
                <a:solidFill>
                  <a:schemeClr val="tx1"/>
                </a:solidFill>
              </a:rPr>
            </a:br>
            <a:r>
              <a:rPr lang="en-US">
                <a:solidFill>
                  <a:schemeClr val="tx1"/>
                </a:solidFill>
              </a:rPr>
              <a:t>engineers a better future</a:t>
            </a:r>
          </a:p>
        </p:txBody>
      </p:sp>
      <p:sp>
        <p:nvSpPr>
          <p:cNvPr id="2" name="UST" descr="UST">
            <a:extLst>
              <a:ext uri="{FF2B5EF4-FFF2-40B4-BE49-F238E27FC236}">
                <a16:creationId xmlns:a16="http://schemas.microsoft.com/office/drawing/2014/main" id="{A9B80E6A-98A9-DE7B-69EF-04A3D695D129}"/>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Aptos Light" panose="020B0004020202020204" pitchFamily="34" charset="0"/>
            </a:endParaRPr>
          </a:p>
        </p:txBody>
      </p:sp>
      <p:sp>
        <p:nvSpPr>
          <p:cNvPr id="3" name="Legal">
            <a:extLst>
              <a:ext uri="{FF2B5EF4-FFF2-40B4-BE49-F238E27FC236}">
                <a16:creationId xmlns:a16="http://schemas.microsoft.com/office/drawing/2014/main" id="{CA11EB86-C168-20FD-F6D8-F5605DD74D29}"/>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4" name="Slide Number Placeholder 10">
            <a:extLst>
              <a:ext uri="{FF2B5EF4-FFF2-40B4-BE49-F238E27FC236}">
                <a16:creationId xmlns:a16="http://schemas.microsoft.com/office/drawing/2014/main" id="{A4E325E2-890A-DC6B-2FFC-563ECB5DACB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11" name="Rectangle 10">
            <a:extLst>
              <a:ext uri="{FF2B5EF4-FFF2-40B4-BE49-F238E27FC236}">
                <a16:creationId xmlns:a16="http://schemas.microsoft.com/office/drawing/2014/main" id="{FFC62744-1F25-2DE6-13DA-7CB4F4609FC0}"/>
              </a:ext>
            </a:extLst>
          </p:cNvPr>
          <p:cNvSpPr/>
          <p:nvPr userDrawn="1"/>
        </p:nvSpPr>
        <p:spPr>
          <a:xfrm>
            <a:off x="0" y="1840136"/>
            <a:ext cx="3008376" cy="9973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rIns="1080000" anchor="ctr"/>
          <a:lstStyle/>
          <a:p>
            <a:pPr defTabSz="857250"/>
            <a:r>
              <a:rPr lang="en-US" sz="1600" b="1">
                <a:solidFill>
                  <a:srgbClr val="FFFFFF"/>
                </a:solidFill>
                <a:latin typeface="Aptos Light" panose="020B0004020202020204" pitchFamily="34" charset="0"/>
              </a:rPr>
              <a:t>Average tenure</a:t>
            </a:r>
            <a:br>
              <a:rPr lang="en-US" sz="1600" b="1">
                <a:solidFill>
                  <a:srgbClr val="FFFFFF"/>
                </a:solidFill>
                <a:latin typeface="Aptos Light" panose="020B0004020202020204" pitchFamily="34" charset="0"/>
              </a:rPr>
            </a:br>
            <a:r>
              <a:rPr lang="en-US" sz="1600" b="1">
                <a:solidFill>
                  <a:srgbClr val="FFFFFF"/>
                </a:solidFill>
                <a:latin typeface="Aptos Light" panose="020B0004020202020204" pitchFamily="34" charset="0"/>
              </a:rPr>
              <a:t>for top </a:t>
            </a:r>
            <a:br>
              <a:rPr lang="en-US" sz="1600" b="1">
                <a:solidFill>
                  <a:srgbClr val="FFFFFF"/>
                </a:solidFill>
                <a:latin typeface="Aptos Light" panose="020B0004020202020204" pitchFamily="34" charset="0"/>
              </a:rPr>
            </a:br>
            <a:r>
              <a:rPr lang="en-US" sz="1600" b="1">
                <a:solidFill>
                  <a:srgbClr val="FFFFFF"/>
                </a:solidFill>
                <a:latin typeface="Aptos Light" panose="020B0004020202020204" pitchFamily="34" charset="0"/>
              </a:rPr>
              <a:t>10 clients</a:t>
            </a:r>
          </a:p>
        </p:txBody>
      </p:sp>
      <p:sp>
        <p:nvSpPr>
          <p:cNvPr id="12" name="TextBox 11">
            <a:extLst>
              <a:ext uri="{FF2B5EF4-FFF2-40B4-BE49-F238E27FC236}">
                <a16:creationId xmlns:a16="http://schemas.microsoft.com/office/drawing/2014/main" id="{9287F6BF-A4C5-1722-4D31-63CECB9CC37E}"/>
              </a:ext>
            </a:extLst>
          </p:cNvPr>
          <p:cNvSpPr txBox="1"/>
          <p:nvPr userDrawn="1"/>
        </p:nvSpPr>
        <p:spPr>
          <a:xfrm>
            <a:off x="1908967" y="1951550"/>
            <a:ext cx="1042334" cy="861774"/>
          </a:xfrm>
          <a:prstGeom prst="rect">
            <a:avLst/>
          </a:prstGeom>
          <a:noFill/>
        </p:spPr>
        <p:txBody>
          <a:bodyPr wrap="square">
            <a:spAutoFit/>
          </a:bodyPr>
          <a:lstStyle/>
          <a:p>
            <a:r>
              <a:rPr lang="en-US" sz="3600" b="1">
                <a:solidFill>
                  <a:srgbClr val="FFFFFF"/>
                </a:solidFill>
                <a:latin typeface="Aptos Light" panose="020B0004020202020204" pitchFamily="34" charset="0"/>
              </a:rPr>
              <a:t>14+</a:t>
            </a:r>
            <a:r>
              <a:rPr lang="en-US" sz="1800" b="1">
                <a:solidFill>
                  <a:srgbClr val="FFFFFF"/>
                </a:solidFill>
                <a:latin typeface="Aptos Light" panose="020B0004020202020204" pitchFamily="34" charset="0"/>
              </a:rPr>
              <a:t> </a:t>
            </a:r>
            <a:r>
              <a:rPr lang="en-US" sz="1400">
                <a:solidFill>
                  <a:srgbClr val="FFFFFF"/>
                </a:solidFill>
                <a:latin typeface="Aptos Light" panose="020B0004020202020204" pitchFamily="34" charset="0"/>
              </a:rPr>
              <a:t>YEARS</a:t>
            </a:r>
            <a:endParaRPr lang="en-US">
              <a:solidFill>
                <a:srgbClr val="FFFFFF"/>
              </a:solidFill>
              <a:latin typeface="Aptos Light" panose="020B0004020202020204" pitchFamily="34" charset="0"/>
            </a:endParaRPr>
          </a:p>
        </p:txBody>
      </p:sp>
      <p:sp>
        <p:nvSpPr>
          <p:cNvPr id="13" name="Rectangle 12">
            <a:extLst>
              <a:ext uri="{FF2B5EF4-FFF2-40B4-BE49-F238E27FC236}">
                <a16:creationId xmlns:a16="http://schemas.microsoft.com/office/drawing/2014/main" id="{A0D559B7-899A-D422-40DA-9267A06B44B8}"/>
              </a:ext>
            </a:extLst>
          </p:cNvPr>
          <p:cNvSpPr/>
          <p:nvPr userDrawn="1"/>
        </p:nvSpPr>
        <p:spPr>
          <a:xfrm>
            <a:off x="3323917" y="1840136"/>
            <a:ext cx="2633473" cy="19909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marL="180000" indent="-180000" defTabSz="857250">
              <a:spcAft>
                <a:spcPts val="600"/>
              </a:spcAft>
              <a:buFont typeface="Arial" panose="020B0604020202020204" pitchFamily="34" charset="0"/>
              <a:buChar char="•"/>
            </a:pPr>
            <a:r>
              <a:rPr lang="en-US" sz="1300">
                <a:solidFill>
                  <a:schemeClr val="tx1"/>
                </a:solidFill>
                <a:latin typeface="Aptos Light" panose="020B0004020202020204" pitchFamily="34" charset="0"/>
              </a:rPr>
              <a:t>Commitment beyond contract – </a:t>
            </a:r>
            <a:br>
              <a:rPr lang="en-US" sz="1300">
                <a:solidFill>
                  <a:schemeClr val="tx1"/>
                </a:solidFill>
                <a:latin typeface="Aptos Light" panose="020B0004020202020204" pitchFamily="34" charset="0"/>
              </a:rPr>
            </a:br>
            <a:r>
              <a:rPr lang="en-US" sz="1300">
                <a:solidFill>
                  <a:schemeClr val="tx1"/>
                </a:solidFill>
                <a:latin typeface="Aptos Light" panose="020B0004020202020204" pitchFamily="34" charset="0"/>
              </a:rPr>
              <a:t>to deliver business outcomes</a:t>
            </a:r>
          </a:p>
          <a:p>
            <a:pPr marL="180000" indent="-180000" defTabSz="857250">
              <a:spcAft>
                <a:spcPts val="600"/>
              </a:spcAft>
              <a:buFont typeface="Arial" panose="020B0604020202020204" pitchFamily="34" charset="0"/>
              <a:buChar char="•"/>
            </a:pPr>
            <a:r>
              <a:rPr lang="en-US" sz="1300">
                <a:solidFill>
                  <a:schemeClr val="tx1"/>
                </a:solidFill>
                <a:latin typeface="Aptos Light" panose="020B0004020202020204" pitchFamily="34" charset="0"/>
              </a:rPr>
              <a:t>Flexible contractual models</a:t>
            </a:r>
          </a:p>
          <a:p>
            <a:pPr marL="180000" indent="-180000" defTabSz="857250">
              <a:spcAft>
                <a:spcPts val="600"/>
              </a:spcAft>
              <a:buFont typeface="Arial" panose="020B0604020202020204" pitchFamily="34" charset="0"/>
              <a:buChar char="•"/>
            </a:pPr>
            <a:r>
              <a:rPr lang="en-US" sz="1300">
                <a:solidFill>
                  <a:schemeClr val="tx1"/>
                </a:solidFill>
                <a:latin typeface="Aptos Light" panose="020B0004020202020204" pitchFamily="34" charset="0"/>
              </a:rPr>
              <a:t>Consistent executive attention</a:t>
            </a:r>
          </a:p>
          <a:p>
            <a:pPr marL="180000" indent="-180000" defTabSz="857250">
              <a:spcAft>
                <a:spcPts val="600"/>
              </a:spcAft>
              <a:buFont typeface="Arial" panose="020B0604020202020204" pitchFamily="34" charset="0"/>
              <a:buChar char="•"/>
            </a:pPr>
            <a:r>
              <a:rPr lang="en-US" sz="1300">
                <a:solidFill>
                  <a:schemeClr val="tx1"/>
                </a:solidFill>
                <a:latin typeface="Aptos Light" panose="020B0004020202020204" pitchFamily="34" charset="0"/>
              </a:rPr>
              <a:t>Dedicated account team</a:t>
            </a:r>
          </a:p>
          <a:p>
            <a:pPr marL="180000" indent="-180000" defTabSz="857250">
              <a:spcAft>
                <a:spcPts val="600"/>
              </a:spcAft>
              <a:buFont typeface="Arial" panose="020B0604020202020204" pitchFamily="34" charset="0"/>
              <a:buChar char="•"/>
            </a:pPr>
            <a:r>
              <a:rPr lang="en-US" sz="1300">
                <a:solidFill>
                  <a:schemeClr val="tx1"/>
                </a:solidFill>
                <a:latin typeface="Aptos Light" panose="020B0004020202020204" pitchFamily="34" charset="0"/>
              </a:rPr>
              <a:t>Client feedback drives investments up front and throughout the journey</a:t>
            </a:r>
          </a:p>
        </p:txBody>
      </p:sp>
      <p:sp>
        <p:nvSpPr>
          <p:cNvPr id="14" name="Rectangle 13">
            <a:extLst>
              <a:ext uri="{FF2B5EF4-FFF2-40B4-BE49-F238E27FC236}">
                <a16:creationId xmlns:a16="http://schemas.microsoft.com/office/drawing/2014/main" id="{BED55457-8DEE-A41E-7476-FE3816005047}"/>
              </a:ext>
            </a:extLst>
          </p:cNvPr>
          <p:cNvSpPr/>
          <p:nvPr userDrawn="1"/>
        </p:nvSpPr>
        <p:spPr>
          <a:xfrm>
            <a:off x="365759" y="2924933"/>
            <a:ext cx="2633473" cy="9350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t"/>
          <a:lstStyle/>
          <a:p>
            <a:pPr defTabSz="857250">
              <a:spcAft>
                <a:spcPts val="600"/>
              </a:spcAft>
            </a:pPr>
            <a:r>
              <a:rPr lang="en-US" sz="1300" b="1">
                <a:solidFill>
                  <a:schemeClr val="tx1"/>
                </a:solidFill>
                <a:latin typeface="Aptos Light" panose="020B0004020202020204" pitchFamily="34" charset="0"/>
              </a:rPr>
              <a:t>We believe in building long term partnerships with clients</a:t>
            </a:r>
          </a:p>
          <a:p>
            <a:pPr marL="180000" indent="-180000" defTabSz="857250">
              <a:spcAft>
                <a:spcPts val="600"/>
              </a:spcAft>
              <a:buFont typeface="Arial" panose="020B0604020202020204" pitchFamily="34" charset="0"/>
              <a:buChar char="•"/>
            </a:pPr>
            <a:r>
              <a:rPr lang="en-US" sz="1300">
                <a:solidFill>
                  <a:schemeClr val="tx1"/>
                </a:solidFill>
                <a:latin typeface="Aptos Light" panose="020B0004020202020204" pitchFamily="34" charset="0"/>
              </a:rPr>
              <a:t>More attention paid to client success at all levels</a:t>
            </a:r>
          </a:p>
        </p:txBody>
      </p:sp>
      <p:cxnSp>
        <p:nvCxnSpPr>
          <p:cNvPr id="5" name="Straight Connector 4">
            <a:extLst>
              <a:ext uri="{FF2B5EF4-FFF2-40B4-BE49-F238E27FC236}">
                <a16:creationId xmlns:a16="http://schemas.microsoft.com/office/drawing/2014/main" id="{BC847E3A-DA2C-EA5C-4BB2-4048099EF3B2}"/>
              </a:ext>
            </a:extLst>
          </p:cNvPr>
          <p:cNvCxnSpPr>
            <a:cxnSpLocks/>
          </p:cNvCxnSpPr>
          <p:nvPr userDrawn="1"/>
        </p:nvCxnSpPr>
        <p:spPr>
          <a:xfrm>
            <a:off x="365760" y="3993006"/>
            <a:ext cx="5888736" cy="0"/>
          </a:xfrm>
          <a:prstGeom prst="line">
            <a:avLst/>
          </a:prstGeom>
          <a:ln w="12700" cap="sq">
            <a:solidFill>
              <a:srgbClr val="C2BCBE"/>
            </a:solidFill>
            <a:prstDash val="sysDot"/>
          </a:ln>
        </p:spPr>
        <p:style>
          <a:lnRef idx="1">
            <a:schemeClr val="accent1"/>
          </a:lnRef>
          <a:fillRef idx="0">
            <a:schemeClr val="accent1"/>
          </a:fillRef>
          <a:effectRef idx="0">
            <a:srgbClr val="000000"/>
          </a:effectRef>
          <a:fontRef idx="minor">
            <a:schemeClr val="bg1"/>
          </a:fontRef>
        </p:style>
      </p:cxnSp>
      <p:sp>
        <p:nvSpPr>
          <p:cNvPr id="7" name="TextBox 6">
            <a:extLst>
              <a:ext uri="{FF2B5EF4-FFF2-40B4-BE49-F238E27FC236}">
                <a16:creationId xmlns:a16="http://schemas.microsoft.com/office/drawing/2014/main" id="{435E98F5-9FE1-66E7-55E9-2600C17E55EB}"/>
              </a:ext>
            </a:extLst>
          </p:cNvPr>
          <p:cNvSpPr txBox="1"/>
          <p:nvPr userDrawn="1"/>
        </p:nvSpPr>
        <p:spPr>
          <a:xfrm>
            <a:off x="917223" y="6221036"/>
            <a:ext cx="4202715" cy="354090"/>
          </a:xfrm>
          <a:prstGeom prst="rect">
            <a:avLst/>
          </a:prstGeom>
          <a:noFill/>
        </p:spPr>
        <p:txBody>
          <a:bodyPr wrap="square" lIns="0" tIns="45720" rIns="0" bIns="45720" anchor="t">
            <a:noAutofit/>
          </a:bodyPr>
          <a:lstStyle/>
          <a:p>
            <a:pPr>
              <a:defRPr/>
            </a:pPr>
            <a:r>
              <a:rPr lang="en-US" sz="1100">
                <a:solidFill>
                  <a:schemeClr val="tx1"/>
                </a:solidFill>
                <a:latin typeface="Aptos Light" panose="020B0004020202020204" pitchFamily="34" charset="0"/>
              </a:rPr>
              <a:t>Digital Solutions I Platforms I Engineering, R&amp;D, and Products </a:t>
            </a:r>
          </a:p>
          <a:p>
            <a:pPr>
              <a:defRPr/>
            </a:pPr>
            <a:r>
              <a:rPr lang="en-US" sz="1100" b="1">
                <a:solidFill>
                  <a:schemeClr val="tx1"/>
                </a:solidFill>
                <a:latin typeface="Aptos Light" panose="020B0004020202020204" pitchFamily="34" charset="0"/>
              </a:rPr>
              <a:t>ust.com </a:t>
            </a:r>
            <a:endParaRPr lang="en-GB" sz="1100" b="1">
              <a:solidFill>
                <a:schemeClr val="tx1"/>
              </a:solidFill>
              <a:latin typeface="Aptos Light" panose="020B0004020202020204" pitchFamily="34" charset="0"/>
            </a:endParaRPr>
          </a:p>
        </p:txBody>
      </p:sp>
    </p:spTree>
    <p:extLst>
      <p:ext uri="{BB962C8B-B14F-4D97-AF65-F5344CB8AC3E}">
        <p14:creationId xmlns:p14="http://schemas.microsoft.com/office/powerpoint/2010/main" val="39138493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8_Worldwide office locations Updated">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a:solidFill>
                  <a:schemeClr val="tx1"/>
                </a:solidFill>
                <a:latin typeface="Aptos Light" panose="020B0004020202020204" pitchFamily="34" charset="0"/>
              </a:rPr>
              <a:t>Engineering change </a:t>
            </a:r>
            <a:br>
              <a:rPr lang="en-US" b="0">
                <a:solidFill>
                  <a:schemeClr val="tx1"/>
                </a:solidFill>
                <a:latin typeface="Aptos Light" panose="020B0004020202020204" pitchFamily="34" charset="0"/>
              </a:rPr>
            </a:br>
            <a:r>
              <a:rPr lang="en-US" b="0">
                <a:solidFill>
                  <a:schemeClr val="tx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latin typeface="Aptos Light" panose="020B0004020202020204" pitchFamily="34" charset="0"/>
              </a:rPr>
              <a:t>*To see a list of all offices, visit </a:t>
            </a:r>
            <a:r>
              <a:rPr lang="en-US" sz="1050" b="1" i="0" u="sng">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grpSp>
        <p:nvGrpSpPr>
          <p:cNvPr id="4" name="Group 3">
            <a:extLst>
              <a:ext uri="{FF2B5EF4-FFF2-40B4-BE49-F238E27FC236}">
                <a16:creationId xmlns:a16="http://schemas.microsoft.com/office/drawing/2014/main" id="{0B244549-A90F-8F09-4319-3C62BFFC9918}"/>
              </a:ext>
            </a:extLst>
          </p:cNvPr>
          <p:cNvGrpSpPr>
            <a:grpSpLocks noChangeAspect="1"/>
          </p:cNvGrpSpPr>
          <p:nvPr userDrawn="1"/>
        </p:nvGrpSpPr>
        <p:grpSpPr>
          <a:xfrm>
            <a:off x="2845949" y="1020802"/>
            <a:ext cx="8869680" cy="5466231"/>
            <a:chOff x="2983517" y="963640"/>
            <a:chExt cx="9089403" cy="5601643"/>
          </a:xfrm>
        </p:grpSpPr>
        <p:sp>
          <p:nvSpPr>
            <p:cNvPr id="5" name="TextBox 4">
              <a:extLst>
                <a:ext uri="{FF2B5EF4-FFF2-40B4-BE49-F238E27FC236}">
                  <a16:creationId xmlns:a16="http://schemas.microsoft.com/office/drawing/2014/main" id="{DA1D54A3-4E83-1ED1-2AFB-B9342F34A084}"/>
                </a:ext>
              </a:extLst>
            </p:cNvPr>
            <p:cNvSpPr txBox="1"/>
            <p:nvPr/>
          </p:nvSpPr>
          <p:spPr>
            <a:xfrm>
              <a:off x="2983517" y="2312060"/>
              <a:ext cx="1098058" cy="3245376"/>
            </a:xfrm>
            <a:prstGeom prst="rect">
              <a:avLst/>
            </a:prstGeom>
            <a:noFill/>
          </p:spPr>
          <p:txBody>
            <a:bodyPr wrap="none" lIns="0" tIns="0" rIns="0" bIns="0" rtlCol="0">
              <a:spAutoFit/>
            </a:bodyPr>
            <a:lstStyle/>
            <a:p>
              <a:pPr>
                <a:lnSpc>
                  <a:spcPct val="110000"/>
                </a:lnSpc>
                <a:spcAft>
                  <a:spcPts val="100"/>
                </a:spcAft>
                <a:buSzPct val="100000"/>
              </a:pPr>
              <a:r>
                <a:rPr lang="en-US" sz="1000" b="1">
                  <a:latin typeface="Aptos Light" panose="020B0004020202020204" pitchFamily="34" charset="0"/>
                </a:rPr>
                <a:t>AMERICAS</a:t>
              </a:r>
            </a:p>
            <a:p>
              <a:pPr>
                <a:lnSpc>
                  <a:spcPct val="110000"/>
                </a:lnSpc>
                <a:spcAft>
                  <a:spcPts val="100"/>
                </a:spcAft>
                <a:buSzPct val="100000"/>
              </a:pPr>
              <a:r>
                <a:rPr lang="en-US" sz="1000">
                  <a:solidFill>
                    <a:schemeClr val="accent6"/>
                  </a:solidFill>
                  <a:latin typeface="Aptos Light" panose="020B0004020202020204" pitchFamily="34" charset="0"/>
                </a:rPr>
                <a:t>Global HQ – Orange </a:t>
              </a:r>
              <a:br>
                <a:rPr lang="en-US" sz="1000">
                  <a:solidFill>
                    <a:schemeClr val="accent6"/>
                  </a:solidFill>
                  <a:latin typeface="Aptos Light" panose="020B0004020202020204" pitchFamily="34" charset="0"/>
                </a:rPr>
              </a:br>
              <a:r>
                <a:rPr lang="en-US" sz="1000">
                  <a:solidFill>
                    <a:schemeClr val="accent6"/>
                  </a:solidFill>
                  <a:latin typeface="Aptos Light" panose="020B0004020202020204" pitchFamily="34" charset="0"/>
                </a:rPr>
                <a:t>County, CA</a:t>
              </a:r>
            </a:p>
            <a:p>
              <a:pPr>
                <a:lnSpc>
                  <a:spcPct val="110000"/>
                </a:lnSpc>
                <a:spcAft>
                  <a:spcPts val="100"/>
                </a:spcAft>
                <a:buSzPct val="100000"/>
              </a:pPr>
              <a:r>
                <a:rPr lang="en-US" sz="1000">
                  <a:latin typeface="Aptos Light" panose="020B0004020202020204" pitchFamily="34" charset="0"/>
                </a:rPr>
                <a:t>Bentonville, AR</a:t>
              </a:r>
            </a:p>
            <a:p>
              <a:pPr>
                <a:lnSpc>
                  <a:spcPct val="110000"/>
                </a:lnSpc>
                <a:spcAft>
                  <a:spcPts val="100"/>
                </a:spcAft>
                <a:buSzPct val="100000"/>
              </a:pPr>
              <a:r>
                <a:rPr lang="en-US" sz="1000">
                  <a:latin typeface="Aptos Light" panose="020B0004020202020204" pitchFamily="34" charset="0"/>
                </a:rPr>
                <a:t>Chicago, IL </a:t>
              </a:r>
            </a:p>
            <a:p>
              <a:pPr>
                <a:lnSpc>
                  <a:spcPct val="110000"/>
                </a:lnSpc>
                <a:spcAft>
                  <a:spcPts val="100"/>
                </a:spcAft>
                <a:buSzPct val="100000"/>
              </a:pPr>
              <a:r>
                <a:rPr lang="en-US" sz="1000">
                  <a:latin typeface="Aptos Light" panose="020B0004020202020204" pitchFamily="34" charset="0"/>
                </a:rPr>
                <a:t>Norfolk, VA</a:t>
              </a:r>
            </a:p>
            <a:p>
              <a:pPr>
                <a:lnSpc>
                  <a:spcPct val="110000"/>
                </a:lnSpc>
                <a:spcAft>
                  <a:spcPts val="100"/>
                </a:spcAft>
                <a:buSzPct val="100000"/>
              </a:pPr>
              <a:r>
                <a:rPr lang="en-US" sz="1000">
                  <a:latin typeface="Aptos Light" panose="020B0004020202020204" pitchFamily="34" charset="0"/>
                </a:rPr>
                <a:t>Columbus, OH</a:t>
              </a:r>
            </a:p>
            <a:p>
              <a:pPr>
                <a:lnSpc>
                  <a:spcPct val="110000"/>
                </a:lnSpc>
                <a:spcAft>
                  <a:spcPts val="100"/>
                </a:spcAft>
                <a:buSzPct val="100000"/>
              </a:pPr>
              <a:r>
                <a:rPr lang="en-US" sz="1000">
                  <a:latin typeface="Aptos Light" panose="020B0004020202020204" pitchFamily="34" charset="0"/>
                </a:rPr>
                <a:t>Atlanta, GA</a:t>
              </a:r>
            </a:p>
            <a:p>
              <a:pPr>
                <a:lnSpc>
                  <a:spcPct val="110000"/>
                </a:lnSpc>
                <a:spcAft>
                  <a:spcPts val="100"/>
                </a:spcAft>
                <a:buSzPct val="100000"/>
              </a:pPr>
              <a:r>
                <a:rPr lang="en-US" sz="1000">
                  <a:latin typeface="Aptos Light" panose="020B0004020202020204" pitchFamily="34" charset="0"/>
                </a:rPr>
                <a:t>Dallas, TX</a:t>
              </a:r>
            </a:p>
            <a:p>
              <a:pPr>
                <a:lnSpc>
                  <a:spcPct val="110000"/>
                </a:lnSpc>
                <a:spcAft>
                  <a:spcPts val="100"/>
                </a:spcAft>
                <a:buSzPct val="100000"/>
              </a:pPr>
              <a:r>
                <a:rPr lang="en-US" sz="1000">
                  <a:latin typeface="Aptos Light" panose="020B0004020202020204" pitchFamily="34" charset="0"/>
                </a:rPr>
                <a:t>Ames, IA </a:t>
              </a:r>
            </a:p>
            <a:p>
              <a:pPr>
                <a:lnSpc>
                  <a:spcPct val="110000"/>
                </a:lnSpc>
                <a:spcAft>
                  <a:spcPts val="100"/>
                </a:spcAft>
                <a:buSzPct val="100000"/>
              </a:pPr>
              <a:r>
                <a:rPr lang="en-US" sz="1000">
                  <a:latin typeface="Aptos Light" panose="020B0004020202020204" pitchFamily="34" charset="0"/>
                </a:rPr>
                <a:t>Toronto, CA</a:t>
              </a:r>
            </a:p>
            <a:p>
              <a:pPr>
                <a:lnSpc>
                  <a:spcPct val="110000"/>
                </a:lnSpc>
                <a:spcAft>
                  <a:spcPts val="100"/>
                </a:spcAft>
                <a:buSzPct val="100000"/>
              </a:pPr>
              <a:r>
                <a:rPr lang="en-US" sz="1000">
                  <a:latin typeface="Aptos Light" panose="020B0004020202020204" pitchFamily="34" charset="0"/>
                </a:rPr>
                <a:t>Guadalajara, MX</a:t>
              </a:r>
            </a:p>
            <a:p>
              <a:pPr>
                <a:lnSpc>
                  <a:spcPct val="110000"/>
                </a:lnSpc>
                <a:spcAft>
                  <a:spcPts val="100"/>
                </a:spcAft>
                <a:buSzPct val="100000"/>
              </a:pPr>
              <a:r>
                <a:rPr lang="en-US" sz="1000">
                  <a:latin typeface="Aptos Light" panose="020B0004020202020204" pitchFamily="34" charset="0"/>
                </a:rPr>
                <a:t>Leon, MX</a:t>
              </a:r>
            </a:p>
            <a:p>
              <a:pPr>
                <a:lnSpc>
                  <a:spcPct val="110000"/>
                </a:lnSpc>
                <a:spcAft>
                  <a:spcPts val="100"/>
                </a:spcAft>
                <a:buSzPct val="100000"/>
              </a:pPr>
              <a:r>
                <a:rPr lang="en-US" sz="1000">
                  <a:latin typeface="Aptos Light" panose="020B0004020202020204" pitchFamily="34" charset="0"/>
                </a:rPr>
                <a:t>San Jose, CR</a:t>
              </a:r>
            </a:p>
            <a:p>
              <a:pPr>
                <a:lnSpc>
                  <a:spcPct val="110000"/>
                </a:lnSpc>
                <a:spcAft>
                  <a:spcPts val="100"/>
                </a:spcAft>
                <a:buSzPct val="100000"/>
              </a:pPr>
              <a:r>
                <a:rPr lang="en-US" sz="1000">
                  <a:latin typeface="Aptos Light" panose="020B0004020202020204" pitchFamily="34" charset="0"/>
                </a:rPr>
                <a:t>Santiago, CL</a:t>
              </a:r>
            </a:p>
            <a:p>
              <a:pPr>
                <a:lnSpc>
                  <a:spcPct val="110000"/>
                </a:lnSpc>
                <a:spcAft>
                  <a:spcPts val="100"/>
                </a:spcAft>
                <a:buSzPct val="100000"/>
              </a:pPr>
              <a:r>
                <a:rPr lang="en-US" sz="1000">
                  <a:latin typeface="Aptos Light" panose="020B0004020202020204" pitchFamily="34" charset="0"/>
                </a:rPr>
                <a:t>Lima, PE</a:t>
              </a:r>
            </a:p>
            <a:p>
              <a:pPr>
                <a:lnSpc>
                  <a:spcPct val="110000"/>
                </a:lnSpc>
                <a:spcAft>
                  <a:spcPts val="100"/>
                </a:spcAft>
                <a:buSzPct val="100000"/>
              </a:pPr>
              <a:r>
                <a:rPr lang="en-US" sz="1000">
                  <a:latin typeface="Aptos Light" panose="020B0004020202020204" pitchFamily="34" charset="0"/>
                </a:rPr>
                <a:t>Sao Paulo, BR</a:t>
              </a:r>
            </a:p>
            <a:p>
              <a:pPr>
                <a:lnSpc>
                  <a:spcPct val="110000"/>
                </a:lnSpc>
                <a:spcAft>
                  <a:spcPts val="100"/>
                </a:spcAft>
                <a:buSzPct val="100000"/>
              </a:pPr>
              <a:r>
                <a:rPr lang="en-US" sz="1000">
                  <a:latin typeface="Aptos Light" panose="020B0004020202020204" pitchFamily="34" charset="0"/>
                </a:rPr>
                <a:t>Buenos Aires, AR</a:t>
              </a:r>
            </a:p>
          </p:txBody>
        </p:sp>
        <p:sp>
          <p:nvSpPr>
            <p:cNvPr id="6" name="TextBox 5">
              <a:extLst>
                <a:ext uri="{FF2B5EF4-FFF2-40B4-BE49-F238E27FC236}">
                  <a16:creationId xmlns:a16="http://schemas.microsoft.com/office/drawing/2014/main" id="{C1EFB048-5436-7A68-0735-9E51AD3BA80B}"/>
                </a:ext>
              </a:extLst>
            </p:cNvPr>
            <p:cNvSpPr txBox="1"/>
            <p:nvPr/>
          </p:nvSpPr>
          <p:spPr>
            <a:xfrm>
              <a:off x="11025049" y="2450336"/>
              <a:ext cx="1047871" cy="1855251"/>
            </a:xfrm>
            <a:prstGeom prst="rect">
              <a:avLst/>
            </a:prstGeom>
            <a:noFill/>
          </p:spPr>
          <p:txBody>
            <a:bodyPr wrap="square" lIns="0" tIns="0" rIns="0" bIns="0" rtlCol="0">
              <a:spAutoFit/>
            </a:bodyPr>
            <a:lstStyle/>
            <a:p>
              <a:pPr>
                <a:lnSpc>
                  <a:spcPct val="110000"/>
                </a:lnSpc>
                <a:buSzPct val="100000"/>
              </a:pPr>
              <a:r>
                <a:rPr lang="en-US" sz="1000" b="1">
                  <a:latin typeface="Aptos Light" panose="020B0004020202020204" pitchFamily="34" charset="0"/>
                </a:rPr>
                <a:t>APAC</a:t>
              </a:r>
            </a:p>
            <a:p>
              <a:pPr>
                <a:lnSpc>
                  <a:spcPct val="110000"/>
                </a:lnSpc>
                <a:buSzPct val="100000"/>
              </a:pPr>
              <a:r>
                <a:rPr lang="en-US" sz="1000">
                  <a:solidFill>
                    <a:schemeClr val="accent3"/>
                  </a:solidFill>
                  <a:latin typeface="Aptos Light" panose="020B0004020202020204" pitchFamily="34" charset="0"/>
                </a:rPr>
                <a:t>Singapore, SG</a:t>
              </a:r>
            </a:p>
            <a:p>
              <a:pPr>
                <a:lnSpc>
                  <a:spcPct val="110000"/>
                </a:lnSpc>
                <a:buSzPct val="100000"/>
              </a:pPr>
              <a:r>
                <a:rPr lang="en-US" sz="1000">
                  <a:latin typeface="Aptos Light" panose="020B0004020202020204" pitchFamily="34" charset="0"/>
                </a:rPr>
                <a:t>Manila, PH</a:t>
              </a:r>
            </a:p>
            <a:p>
              <a:pPr>
                <a:lnSpc>
                  <a:spcPct val="110000"/>
                </a:lnSpc>
                <a:buSzPct val="100000"/>
              </a:pPr>
              <a:r>
                <a:rPr lang="en-US" sz="1000">
                  <a:latin typeface="Aptos Light" panose="020B0004020202020204" pitchFamily="34" charset="0"/>
                </a:rPr>
                <a:t>Sydney, AU</a:t>
              </a:r>
            </a:p>
            <a:p>
              <a:pPr>
                <a:lnSpc>
                  <a:spcPct val="110000"/>
                </a:lnSpc>
                <a:buSzPct val="100000"/>
              </a:pPr>
              <a:r>
                <a:rPr lang="en-US" sz="1000">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a:latin typeface="Aptos Light" panose="020B0004020202020204" pitchFamily="34" charset="0"/>
                </a:rPr>
                <a:t>Brisbane, AU</a:t>
              </a:r>
            </a:p>
            <a:p>
              <a:pPr>
                <a:lnSpc>
                  <a:spcPct val="110000"/>
                </a:lnSpc>
                <a:buSzPct val="100000"/>
              </a:pPr>
              <a:r>
                <a:rPr lang="en-US" sz="1000">
                  <a:latin typeface="Aptos Light" panose="020B0004020202020204" pitchFamily="34" charset="0"/>
                </a:rPr>
                <a:t>Penang, MY</a:t>
              </a:r>
            </a:p>
            <a:p>
              <a:pPr>
                <a:lnSpc>
                  <a:spcPct val="110000"/>
                </a:lnSpc>
                <a:buSzPct val="100000"/>
              </a:pPr>
              <a:r>
                <a:rPr lang="en-US" sz="1000">
                  <a:latin typeface="Aptos Light" panose="020B0004020202020204" pitchFamily="34" charset="0"/>
                </a:rPr>
                <a:t>Kuala Lumpur, MY</a:t>
              </a:r>
            </a:p>
            <a:p>
              <a:pPr>
                <a:lnSpc>
                  <a:spcPct val="110000"/>
                </a:lnSpc>
                <a:buSzPct val="100000"/>
              </a:pPr>
              <a:r>
                <a:rPr lang="en-US" sz="1000">
                  <a:latin typeface="Aptos Light" panose="020B0004020202020204" pitchFamily="34" charset="0"/>
                </a:rPr>
                <a:t>Shanghai, CN</a:t>
              </a:r>
            </a:p>
            <a:p>
              <a:pPr>
                <a:lnSpc>
                  <a:spcPct val="110000"/>
                </a:lnSpc>
                <a:buSzPct val="100000"/>
              </a:pPr>
              <a:r>
                <a:rPr lang="en-US" sz="1000">
                  <a:latin typeface="Aptos Light" panose="020B0004020202020204" pitchFamily="34" charset="0"/>
                </a:rPr>
                <a:t>Taipei, TW</a:t>
              </a:r>
            </a:p>
            <a:p>
              <a:pPr>
                <a:lnSpc>
                  <a:spcPct val="110000"/>
                </a:lnSpc>
                <a:buSzPct val="100000"/>
              </a:pPr>
              <a:r>
                <a:rPr lang="en-US" sz="1000">
                  <a:latin typeface="Aptos Light" panose="020B0004020202020204" pitchFamily="34" charset="0"/>
                </a:rPr>
                <a:t>Hong Kong, HK</a:t>
              </a:r>
            </a:p>
          </p:txBody>
        </p:sp>
        <p:sp>
          <p:nvSpPr>
            <p:cNvPr id="7" name="TextBox 6">
              <a:extLst>
                <a:ext uri="{FF2B5EF4-FFF2-40B4-BE49-F238E27FC236}">
                  <a16:creationId xmlns:a16="http://schemas.microsoft.com/office/drawing/2014/main" id="{6397A03C-04DB-21D1-ED28-BFAAA7EAC0EB}"/>
                </a:ext>
              </a:extLst>
            </p:cNvPr>
            <p:cNvSpPr txBox="1"/>
            <p:nvPr/>
          </p:nvSpPr>
          <p:spPr>
            <a:xfrm>
              <a:off x="8950848" y="3803083"/>
              <a:ext cx="1099814" cy="1679627"/>
            </a:xfrm>
            <a:prstGeom prst="rect">
              <a:avLst/>
            </a:prstGeom>
            <a:noFill/>
          </p:spPr>
          <p:txBody>
            <a:bodyPr wrap="square" lIns="0" tIns="0" rIns="0" bIns="0" rtlCol="0">
              <a:spAutoFit/>
            </a:bodyPr>
            <a:lstStyle/>
            <a:p>
              <a:pPr>
                <a:lnSpc>
                  <a:spcPct val="110000"/>
                </a:lnSpc>
                <a:buSzPct val="100000"/>
              </a:pPr>
              <a:r>
                <a:rPr lang="en-US" sz="1000" b="1">
                  <a:latin typeface="Aptos Light" panose="020B0004020202020204" pitchFamily="34" charset="0"/>
                </a:rPr>
                <a:t>INDIA</a:t>
              </a:r>
            </a:p>
            <a:p>
              <a:pPr>
                <a:lnSpc>
                  <a:spcPct val="110000"/>
                </a:lnSpc>
                <a:buSzPct val="100000"/>
              </a:pPr>
              <a:r>
                <a:rPr lang="en-US" sz="1000">
                  <a:solidFill>
                    <a:schemeClr val="accent3"/>
                  </a:solidFill>
                  <a:latin typeface="Aptos Light" panose="020B0004020202020204" pitchFamily="34" charset="0"/>
                </a:rPr>
                <a:t>Trivandrum</a:t>
              </a:r>
            </a:p>
            <a:p>
              <a:pPr>
                <a:lnSpc>
                  <a:spcPct val="110000"/>
                </a:lnSpc>
                <a:buSzPct val="100000"/>
              </a:pPr>
              <a:r>
                <a:rPr lang="en-US" sz="1000">
                  <a:latin typeface="Aptos Light" panose="020B0004020202020204" pitchFamily="34" charset="0"/>
                </a:rPr>
                <a:t>Bangalore</a:t>
              </a:r>
            </a:p>
            <a:p>
              <a:pPr>
                <a:lnSpc>
                  <a:spcPct val="110000"/>
                </a:lnSpc>
                <a:buSzPct val="100000"/>
              </a:pPr>
              <a:r>
                <a:rPr lang="en-US" sz="1000">
                  <a:latin typeface="Aptos Light" panose="020B0004020202020204" pitchFamily="34" charset="0"/>
                </a:rPr>
                <a:t>Chennai</a:t>
              </a:r>
            </a:p>
            <a:p>
              <a:pPr>
                <a:lnSpc>
                  <a:spcPct val="110000"/>
                </a:lnSpc>
                <a:buSzPct val="100000"/>
              </a:pPr>
              <a:r>
                <a:rPr lang="en-US" sz="1000">
                  <a:latin typeface="Aptos Light" panose="020B0004020202020204" pitchFamily="34" charset="0"/>
                </a:rPr>
                <a:t>Hyderabad</a:t>
              </a:r>
            </a:p>
            <a:p>
              <a:pPr>
                <a:lnSpc>
                  <a:spcPct val="110000"/>
                </a:lnSpc>
                <a:buSzPct val="100000"/>
              </a:pPr>
              <a:r>
                <a:rPr lang="en-US" sz="1000">
                  <a:latin typeface="Aptos Light" panose="020B0004020202020204" pitchFamily="34" charset="0"/>
                </a:rPr>
                <a:t>Kochi</a:t>
              </a:r>
            </a:p>
            <a:p>
              <a:pPr>
                <a:lnSpc>
                  <a:spcPct val="110000"/>
                </a:lnSpc>
                <a:buSzPct val="100000"/>
              </a:pPr>
              <a:r>
                <a:rPr lang="en-US" sz="1000">
                  <a:latin typeface="Aptos Light" panose="020B0004020202020204" pitchFamily="34" charset="0"/>
                </a:rPr>
                <a:t>Delhi</a:t>
              </a:r>
            </a:p>
            <a:p>
              <a:pPr>
                <a:lnSpc>
                  <a:spcPct val="110000"/>
                </a:lnSpc>
                <a:buSzPct val="100000"/>
              </a:pPr>
              <a:r>
                <a:rPr lang="en-US" sz="1000">
                  <a:latin typeface="Aptos Light" panose="020B0004020202020204" pitchFamily="34" charset="0"/>
                </a:rPr>
                <a:t>Coimbatore </a:t>
              </a:r>
            </a:p>
            <a:p>
              <a:pPr>
                <a:lnSpc>
                  <a:spcPct val="110000"/>
                </a:lnSpc>
                <a:buSzPct val="100000"/>
              </a:pPr>
              <a:r>
                <a:rPr lang="en-US" sz="1000">
                  <a:latin typeface="Aptos Light" panose="020B0004020202020204" pitchFamily="34" charset="0"/>
                </a:rPr>
                <a:t>Hosur </a:t>
              </a:r>
            </a:p>
            <a:p>
              <a:pPr>
                <a:lnSpc>
                  <a:spcPct val="110000"/>
                </a:lnSpc>
                <a:buSzPct val="100000"/>
              </a:pPr>
              <a:r>
                <a:rPr lang="en-US" sz="1000">
                  <a:latin typeface="Aptos Light" panose="020B0004020202020204" pitchFamily="34" charset="0"/>
                </a:rPr>
                <a:t>Pune</a:t>
              </a:r>
            </a:p>
          </p:txBody>
        </p:sp>
        <p:sp>
          <p:nvSpPr>
            <p:cNvPr id="8" name="TextBox 7">
              <a:extLst>
                <a:ext uri="{FF2B5EF4-FFF2-40B4-BE49-F238E27FC236}">
                  <a16:creationId xmlns:a16="http://schemas.microsoft.com/office/drawing/2014/main" id="{73B2B6B8-698C-E923-5B62-40E7D695F1A5}"/>
                </a:ext>
              </a:extLst>
            </p:cNvPr>
            <p:cNvSpPr txBox="1"/>
            <p:nvPr/>
          </p:nvSpPr>
          <p:spPr>
            <a:xfrm>
              <a:off x="6163343" y="2482157"/>
              <a:ext cx="670055" cy="1347420"/>
            </a:xfrm>
            <a:prstGeom prst="rect">
              <a:avLst/>
            </a:prstGeom>
            <a:noFill/>
          </p:spPr>
          <p:txBody>
            <a:bodyPr wrap="none" lIns="0" tIns="0" rIns="0" bIns="0" rtlCol="0">
              <a:spAutoFit/>
            </a:bodyPr>
            <a:lstStyle/>
            <a:p>
              <a:pPr>
                <a:lnSpc>
                  <a:spcPct val="110000"/>
                </a:lnSpc>
                <a:buSzPct val="100000"/>
              </a:pPr>
              <a:r>
                <a:rPr lang="en-US" sz="1000" b="1">
                  <a:latin typeface="Aptos Light" panose="020B0004020202020204" pitchFamily="34" charset="0"/>
                </a:rPr>
                <a:t>EMEA</a:t>
              </a:r>
            </a:p>
            <a:p>
              <a:pPr>
                <a:lnSpc>
                  <a:spcPct val="110000"/>
                </a:lnSpc>
                <a:buSzPct val="100000"/>
              </a:pPr>
              <a:r>
                <a:rPr lang="en-US" sz="1000">
                  <a:solidFill>
                    <a:schemeClr val="accent3"/>
                  </a:solidFill>
                  <a:latin typeface="Aptos Light" panose="020B0004020202020204" pitchFamily="34" charset="0"/>
                </a:rPr>
                <a:t>London, UK</a:t>
              </a:r>
            </a:p>
            <a:p>
              <a:pPr>
                <a:lnSpc>
                  <a:spcPct val="110000"/>
                </a:lnSpc>
                <a:buSzPct val="100000"/>
              </a:pPr>
              <a:r>
                <a:rPr lang="en-US" sz="1000">
                  <a:latin typeface="Aptos Light" panose="020B0004020202020204" pitchFamily="34" charset="0"/>
                </a:rPr>
                <a:t>Leeds, UK</a:t>
              </a:r>
            </a:p>
            <a:p>
              <a:pPr>
                <a:lnSpc>
                  <a:spcPct val="110000"/>
                </a:lnSpc>
                <a:buSzPct val="100000"/>
              </a:pPr>
              <a:r>
                <a:rPr lang="en-US" sz="1000">
                  <a:latin typeface="Aptos Light" panose="020B0004020202020204" pitchFamily="34" charset="0"/>
                </a:rPr>
                <a:t>Dublin, IE</a:t>
              </a:r>
            </a:p>
            <a:p>
              <a:pPr>
                <a:lnSpc>
                  <a:spcPct val="110000"/>
                </a:lnSpc>
                <a:buSzPct val="100000"/>
              </a:pPr>
              <a:r>
                <a:rPr lang="en-US" sz="1000">
                  <a:latin typeface="Aptos Light" panose="020B0004020202020204" pitchFamily="34" charset="0"/>
                </a:rPr>
                <a:t>Madrid, ES</a:t>
              </a:r>
            </a:p>
            <a:p>
              <a:pPr>
                <a:lnSpc>
                  <a:spcPct val="110000"/>
                </a:lnSpc>
                <a:buSzPct val="100000"/>
              </a:pPr>
              <a:r>
                <a:rPr lang="en-US" sz="1000">
                  <a:latin typeface="Aptos Light" panose="020B0004020202020204" pitchFamily="34" charset="0"/>
                </a:rPr>
                <a:t>Tel Aviv, IS</a:t>
              </a:r>
            </a:p>
            <a:p>
              <a:pPr>
                <a:lnSpc>
                  <a:spcPct val="110000"/>
                </a:lnSpc>
                <a:buSzPct val="100000"/>
              </a:pPr>
              <a:r>
                <a:rPr lang="en-US" sz="1000">
                  <a:latin typeface="Aptos Light" panose="020B0004020202020204" pitchFamily="34" charset="0"/>
                </a:rPr>
                <a:t>Cologne, DE</a:t>
              </a:r>
            </a:p>
            <a:p>
              <a:pPr>
                <a:lnSpc>
                  <a:spcPct val="110000"/>
                </a:lnSpc>
                <a:buSzPct val="100000"/>
              </a:pPr>
              <a:r>
                <a:rPr lang="en-US" sz="1000">
                  <a:latin typeface="Aptos Light" panose="020B0004020202020204" pitchFamily="34" charset="0"/>
                </a:rPr>
                <a:t>Lisbon, PT</a:t>
              </a:r>
            </a:p>
          </p:txBody>
        </p:sp>
        <p:sp>
          <p:nvSpPr>
            <p:cNvPr id="9" name="TextBox 8">
              <a:extLst>
                <a:ext uri="{FF2B5EF4-FFF2-40B4-BE49-F238E27FC236}">
                  <a16:creationId xmlns:a16="http://schemas.microsoft.com/office/drawing/2014/main" id="{66C159A2-D440-E7CD-42D8-BD68676606F4}"/>
                </a:ext>
              </a:extLst>
            </p:cNvPr>
            <p:cNvSpPr txBox="1"/>
            <p:nvPr/>
          </p:nvSpPr>
          <p:spPr>
            <a:xfrm>
              <a:off x="6542019" y="3863646"/>
              <a:ext cx="910506" cy="2701637"/>
            </a:xfrm>
            <a:prstGeom prst="rect">
              <a:avLst/>
            </a:prstGeom>
            <a:noFill/>
          </p:spPr>
          <p:txBody>
            <a:bodyPr wrap="none" lIns="0" tIns="0" rIns="0" bIns="0" rtlCol="0">
              <a:spAutoFit/>
            </a:bodyPr>
            <a:lstStyle/>
            <a:p>
              <a:pPr>
                <a:lnSpc>
                  <a:spcPct val="110000"/>
                </a:lnSpc>
                <a:buSzPct val="100000"/>
              </a:pPr>
              <a:r>
                <a:rPr lang="en-US" sz="1000">
                  <a:latin typeface="Aptos Light" panose="020B0004020202020204" pitchFamily="34" charset="0"/>
                </a:rPr>
                <a:t>Paris, FR</a:t>
              </a:r>
            </a:p>
            <a:p>
              <a:pPr>
                <a:lnSpc>
                  <a:spcPct val="110000"/>
                </a:lnSpc>
                <a:buSzPct val="100000"/>
              </a:pPr>
              <a:r>
                <a:rPr lang="en-US" sz="1000">
                  <a:latin typeface="Aptos Light" panose="020B0004020202020204" pitchFamily="34" charset="0"/>
                </a:rPr>
                <a:t>Gdansk, PL</a:t>
              </a:r>
            </a:p>
            <a:p>
              <a:pPr>
                <a:lnSpc>
                  <a:spcPct val="110000"/>
                </a:lnSpc>
                <a:buSzPct val="100000"/>
              </a:pPr>
              <a:r>
                <a:rPr lang="en-US" sz="1000">
                  <a:latin typeface="Aptos Light" panose="020B0004020202020204" pitchFamily="34" charset="0"/>
                </a:rPr>
                <a:t>Bucharest, RO</a:t>
              </a:r>
            </a:p>
            <a:p>
              <a:pPr>
                <a:lnSpc>
                  <a:spcPct val="110000"/>
                </a:lnSpc>
                <a:buSzPct val="100000"/>
              </a:pPr>
              <a:r>
                <a:rPr lang="en-US" sz="1000">
                  <a:latin typeface="Aptos Light" panose="020B0004020202020204" pitchFamily="34" charset="0"/>
                </a:rPr>
                <a:t>Sofia, BG</a:t>
              </a:r>
            </a:p>
            <a:p>
              <a:pPr>
                <a:lnSpc>
                  <a:spcPct val="110000"/>
                </a:lnSpc>
                <a:buSzPct val="100000"/>
              </a:pPr>
              <a:r>
                <a:rPr lang="en-US" sz="1000">
                  <a:latin typeface="Aptos Light" panose="020B0004020202020204" pitchFamily="34" charset="0"/>
                </a:rPr>
                <a:t>Helmond, NL</a:t>
              </a:r>
            </a:p>
            <a:p>
              <a:pPr>
                <a:lnSpc>
                  <a:spcPct val="110000"/>
                </a:lnSpc>
                <a:buSzPct val="100000"/>
              </a:pPr>
              <a:r>
                <a:rPr lang="en-US" sz="1000">
                  <a:latin typeface="Aptos Light" panose="020B0004020202020204" pitchFamily="34" charset="0"/>
                </a:rPr>
                <a:t>Barcelona, ES</a:t>
              </a:r>
            </a:p>
            <a:p>
              <a:pPr>
                <a:lnSpc>
                  <a:spcPct val="110000"/>
                </a:lnSpc>
                <a:buSzPct val="100000"/>
              </a:pPr>
              <a:r>
                <a:rPr lang="en-US" sz="1000" b="0">
                  <a:latin typeface="Aptos Light" panose="020B0004020202020204" pitchFamily="34" charset="0"/>
                </a:rPr>
                <a:t>Bilbao, ES</a:t>
              </a:r>
            </a:p>
            <a:p>
              <a:pPr>
                <a:lnSpc>
                  <a:spcPct val="110000"/>
                </a:lnSpc>
                <a:buSzPct val="100000"/>
              </a:pPr>
              <a:r>
                <a:rPr lang="en-US" sz="1000">
                  <a:latin typeface="Aptos Light" panose="020B0004020202020204" pitchFamily="34" charset="0"/>
                </a:rPr>
                <a:t>Salamanca, ES</a:t>
              </a:r>
            </a:p>
            <a:p>
              <a:pPr>
                <a:lnSpc>
                  <a:spcPct val="110000"/>
                </a:lnSpc>
                <a:buSzPct val="100000"/>
              </a:pPr>
              <a:r>
                <a:rPr lang="en-US" sz="1000">
                  <a:latin typeface="Aptos Light" panose="020B0004020202020204" pitchFamily="34" charset="0"/>
                </a:rPr>
                <a:t>Valencia, ES</a:t>
              </a:r>
            </a:p>
            <a:p>
              <a:pPr>
                <a:lnSpc>
                  <a:spcPct val="110000"/>
                </a:lnSpc>
                <a:buSzPct val="100000"/>
              </a:pPr>
              <a:r>
                <a:rPr lang="en-US" sz="1000">
                  <a:latin typeface="Aptos Light" panose="020B0004020202020204" pitchFamily="34" charset="0"/>
                </a:rPr>
                <a:t>Zaragoza, ES</a:t>
              </a:r>
            </a:p>
            <a:p>
              <a:pPr>
                <a:lnSpc>
                  <a:spcPct val="110000"/>
                </a:lnSpc>
                <a:buSzPct val="100000"/>
              </a:pPr>
              <a:r>
                <a:rPr lang="en-US" sz="1000">
                  <a:latin typeface="Aptos Light" panose="020B0004020202020204" pitchFamily="34" charset="0"/>
                </a:rPr>
                <a:t>Copenhagen, DK</a:t>
              </a:r>
            </a:p>
            <a:p>
              <a:pPr>
                <a:lnSpc>
                  <a:spcPct val="110000"/>
                </a:lnSpc>
                <a:buSzPct val="100000"/>
              </a:pPr>
              <a:r>
                <a:rPr lang="en-US" sz="1000">
                  <a:latin typeface="Aptos Light" panose="020B0004020202020204" pitchFamily="34" charset="0"/>
                </a:rPr>
                <a:t>Zurich, CH</a:t>
              </a:r>
            </a:p>
            <a:p>
              <a:pPr>
                <a:lnSpc>
                  <a:spcPct val="110000"/>
                </a:lnSpc>
                <a:buSzPct val="100000"/>
              </a:pPr>
              <a:r>
                <a:rPr lang="en-US" sz="1000">
                  <a:latin typeface="Aptos Light" panose="020B0004020202020204" pitchFamily="34" charset="0"/>
                </a:rPr>
                <a:t>Fribourg, CH</a:t>
              </a:r>
            </a:p>
            <a:p>
              <a:pPr>
                <a:lnSpc>
                  <a:spcPct val="110000"/>
                </a:lnSpc>
                <a:buSzPct val="100000"/>
              </a:pPr>
              <a:r>
                <a:rPr lang="en-US" sz="1000">
                  <a:latin typeface="Aptos Light" panose="020B0004020202020204" pitchFamily="34" charset="0"/>
                </a:rPr>
                <a:t>Kyiv, UA</a:t>
              </a:r>
            </a:p>
            <a:p>
              <a:pPr>
                <a:lnSpc>
                  <a:spcPct val="110000"/>
                </a:lnSpc>
                <a:buSzPct val="100000"/>
              </a:pPr>
              <a:r>
                <a:rPr lang="en-US" sz="1000">
                  <a:latin typeface="Aptos Light" panose="020B0004020202020204" pitchFamily="34" charset="0"/>
                </a:rPr>
                <a:t>Prague, CZ</a:t>
              </a:r>
            </a:p>
            <a:p>
              <a:pPr>
                <a:lnSpc>
                  <a:spcPct val="110000"/>
                </a:lnSpc>
                <a:buSzPct val="100000"/>
              </a:pPr>
              <a:r>
                <a:rPr lang="en-US" sz="1000">
                  <a:latin typeface="Aptos Light" panose="020B0004020202020204" pitchFamily="34" charset="0"/>
                </a:rPr>
                <a:t>Cape Town, ZA</a:t>
              </a:r>
            </a:p>
          </p:txBody>
        </p:sp>
        <p:sp>
          <p:nvSpPr>
            <p:cNvPr id="10" name="World">
              <a:extLst>
                <a:ext uri="{FF2B5EF4-FFF2-40B4-BE49-F238E27FC236}">
                  <a16:creationId xmlns:a16="http://schemas.microsoft.com/office/drawing/2014/main" id="{9B97AD54-D667-F3B7-E4CC-DD76414704F1}"/>
                </a:ext>
              </a:extLst>
            </p:cNvPr>
            <p:cNvSpPr>
              <a:spLocks noChangeAspect="1" noEditPoints="1"/>
            </p:cNvSpPr>
            <p:nvPr/>
          </p:nvSpPr>
          <p:spPr bwMode="auto">
            <a:xfrm>
              <a:off x="3197218" y="963640"/>
              <a:ext cx="8858218" cy="459205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1" name="Square">
              <a:extLst>
                <a:ext uri="{FF2B5EF4-FFF2-40B4-BE49-F238E27FC236}">
                  <a16:creationId xmlns:a16="http://schemas.microsoft.com/office/drawing/2014/main" id="{6656930F-C391-E466-EEEB-E9ED04F107DF}"/>
                </a:ext>
              </a:extLst>
            </p:cNvPr>
            <p:cNvSpPr>
              <a:spLocks noChangeAspect="1"/>
            </p:cNvSpPr>
            <p:nvPr/>
          </p:nvSpPr>
          <p:spPr bwMode="auto">
            <a:xfrm>
              <a:off x="4218572" y="2786673"/>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2" name="Square">
              <a:extLst>
                <a:ext uri="{FF2B5EF4-FFF2-40B4-BE49-F238E27FC236}">
                  <a16:creationId xmlns:a16="http://schemas.microsoft.com/office/drawing/2014/main" id="{7E068AA8-9832-E1A7-A4E3-85856C113A38}"/>
                </a:ext>
              </a:extLst>
            </p:cNvPr>
            <p:cNvSpPr>
              <a:spLocks noChangeAspect="1"/>
            </p:cNvSpPr>
            <p:nvPr/>
          </p:nvSpPr>
          <p:spPr bwMode="auto">
            <a:xfrm>
              <a:off x="5120977" y="238174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3" name="Square">
              <a:extLst>
                <a:ext uri="{FF2B5EF4-FFF2-40B4-BE49-F238E27FC236}">
                  <a16:creationId xmlns:a16="http://schemas.microsoft.com/office/drawing/2014/main" id="{10D2CCFC-CD54-8F80-0712-B19001E5BBBC}"/>
                </a:ext>
              </a:extLst>
            </p:cNvPr>
            <p:cNvSpPr>
              <a:spLocks noChangeAspect="1"/>
            </p:cNvSpPr>
            <p:nvPr/>
          </p:nvSpPr>
          <p:spPr bwMode="auto">
            <a:xfrm>
              <a:off x="5346388"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4" name="Square">
              <a:extLst>
                <a:ext uri="{FF2B5EF4-FFF2-40B4-BE49-F238E27FC236}">
                  <a16:creationId xmlns:a16="http://schemas.microsoft.com/office/drawing/2014/main" id="{1549D482-63D2-1E78-16D2-C20B971AE8C0}"/>
                </a:ext>
              </a:extLst>
            </p:cNvPr>
            <p:cNvSpPr>
              <a:spLocks noChangeAspect="1"/>
            </p:cNvSpPr>
            <p:nvPr/>
          </p:nvSpPr>
          <p:spPr bwMode="auto">
            <a:xfrm>
              <a:off x="5026474"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5" name="Square">
              <a:extLst>
                <a:ext uri="{FF2B5EF4-FFF2-40B4-BE49-F238E27FC236}">
                  <a16:creationId xmlns:a16="http://schemas.microsoft.com/office/drawing/2014/main" id="{595136FC-9FB0-259D-5740-2ED445000A93}"/>
                </a:ext>
              </a:extLst>
            </p:cNvPr>
            <p:cNvSpPr>
              <a:spLocks noChangeAspect="1"/>
            </p:cNvSpPr>
            <p:nvPr/>
          </p:nvSpPr>
          <p:spPr bwMode="auto">
            <a:xfrm>
              <a:off x="5311053" y="25384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6" name="Square">
              <a:extLst>
                <a:ext uri="{FF2B5EF4-FFF2-40B4-BE49-F238E27FC236}">
                  <a16:creationId xmlns:a16="http://schemas.microsoft.com/office/drawing/2014/main" id="{702DF369-2B66-A773-65D8-79649507016B}"/>
                </a:ext>
              </a:extLst>
            </p:cNvPr>
            <p:cNvSpPr>
              <a:spLocks noChangeAspect="1"/>
            </p:cNvSpPr>
            <p:nvPr/>
          </p:nvSpPr>
          <p:spPr bwMode="auto">
            <a:xfrm>
              <a:off x="5181190" y="288849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7" name="Square">
              <a:extLst>
                <a:ext uri="{FF2B5EF4-FFF2-40B4-BE49-F238E27FC236}">
                  <a16:creationId xmlns:a16="http://schemas.microsoft.com/office/drawing/2014/main" id="{CC7545D1-E0D9-585F-C0CC-E5DC4E29CD1A}"/>
                </a:ext>
              </a:extLst>
            </p:cNvPr>
            <p:cNvSpPr>
              <a:spLocks noChangeAspect="1"/>
            </p:cNvSpPr>
            <p:nvPr/>
          </p:nvSpPr>
          <p:spPr bwMode="auto">
            <a:xfrm>
              <a:off x="4946004" y="293314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8" name="Square">
              <a:extLst>
                <a:ext uri="{FF2B5EF4-FFF2-40B4-BE49-F238E27FC236}">
                  <a16:creationId xmlns:a16="http://schemas.microsoft.com/office/drawing/2014/main" id="{7CDE4DC6-F1DD-7D6F-FE8D-0A7B63AC1858}"/>
                </a:ext>
              </a:extLst>
            </p:cNvPr>
            <p:cNvSpPr>
              <a:spLocks noChangeAspect="1"/>
            </p:cNvSpPr>
            <p:nvPr/>
          </p:nvSpPr>
          <p:spPr bwMode="auto">
            <a:xfrm>
              <a:off x="4766794" y="240969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19" name="Square">
              <a:extLst>
                <a:ext uri="{FF2B5EF4-FFF2-40B4-BE49-F238E27FC236}">
                  <a16:creationId xmlns:a16="http://schemas.microsoft.com/office/drawing/2014/main" id="{69B534DB-8364-5AEB-5F26-A2E8360556A6}"/>
                </a:ext>
              </a:extLst>
            </p:cNvPr>
            <p:cNvSpPr>
              <a:spLocks noChangeAspect="1"/>
            </p:cNvSpPr>
            <p:nvPr/>
          </p:nvSpPr>
          <p:spPr bwMode="auto">
            <a:xfrm>
              <a:off x="5495321" y="22729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0" name="Square">
              <a:extLst>
                <a:ext uri="{FF2B5EF4-FFF2-40B4-BE49-F238E27FC236}">
                  <a16:creationId xmlns:a16="http://schemas.microsoft.com/office/drawing/2014/main" id="{3C6C6023-5B70-C842-05D1-1912EA3F1537}"/>
                </a:ext>
              </a:extLst>
            </p:cNvPr>
            <p:cNvSpPr>
              <a:spLocks noChangeAspect="1"/>
            </p:cNvSpPr>
            <p:nvPr/>
          </p:nvSpPr>
          <p:spPr bwMode="auto">
            <a:xfrm>
              <a:off x="4985076" y="34056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1" name="Square">
              <a:extLst>
                <a:ext uri="{FF2B5EF4-FFF2-40B4-BE49-F238E27FC236}">
                  <a16:creationId xmlns:a16="http://schemas.microsoft.com/office/drawing/2014/main" id="{DF350A55-0CB3-EEA0-5828-360A7E944876}"/>
                </a:ext>
              </a:extLst>
            </p:cNvPr>
            <p:cNvSpPr>
              <a:spLocks noChangeAspect="1"/>
            </p:cNvSpPr>
            <p:nvPr/>
          </p:nvSpPr>
          <p:spPr bwMode="auto">
            <a:xfrm>
              <a:off x="4827563" y="332601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2" name="Square">
              <a:extLst>
                <a:ext uri="{FF2B5EF4-FFF2-40B4-BE49-F238E27FC236}">
                  <a16:creationId xmlns:a16="http://schemas.microsoft.com/office/drawing/2014/main" id="{70711DA5-A8BB-6554-5BBE-C8016E11E057}"/>
                </a:ext>
              </a:extLst>
            </p:cNvPr>
            <p:cNvSpPr>
              <a:spLocks noChangeAspect="1"/>
            </p:cNvSpPr>
            <p:nvPr/>
          </p:nvSpPr>
          <p:spPr bwMode="auto">
            <a:xfrm>
              <a:off x="5126000" y="349263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3" name="Square">
              <a:extLst>
                <a:ext uri="{FF2B5EF4-FFF2-40B4-BE49-F238E27FC236}">
                  <a16:creationId xmlns:a16="http://schemas.microsoft.com/office/drawing/2014/main" id="{7A0BDA2A-FE35-2264-4769-520BE05D0DF0}"/>
                </a:ext>
              </a:extLst>
            </p:cNvPr>
            <p:cNvSpPr>
              <a:spLocks noChangeAspect="1"/>
            </p:cNvSpPr>
            <p:nvPr/>
          </p:nvSpPr>
          <p:spPr bwMode="auto">
            <a:xfrm>
              <a:off x="5518800" y="467448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4" name="Square">
              <a:extLst>
                <a:ext uri="{FF2B5EF4-FFF2-40B4-BE49-F238E27FC236}">
                  <a16:creationId xmlns:a16="http://schemas.microsoft.com/office/drawing/2014/main" id="{E1D12590-46F7-A98C-4517-FE4395168600}"/>
                </a:ext>
              </a:extLst>
            </p:cNvPr>
            <p:cNvSpPr>
              <a:spLocks noChangeAspect="1"/>
            </p:cNvSpPr>
            <p:nvPr/>
          </p:nvSpPr>
          <p:spPr bwMode="auto">
            <a:xfrm>
              <a:off x="5417177" y="409766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5" name="Square">
              <a:extLst>
                <a:ext uri="{FF2B5EF4-FFF2-40B4-BE49-F238E27FC236}">
                  <a16:creationId xmlns:a16="http://schemas.microsoft.com/office/drawing/2014/main" id="{2105F4DA-02A6-BE4D-EA63-CCB921DD5E9C}"/>
                </a:ext>
              </a:extLst>
            </p:cNvPr>
            <p:cNvSpPr>
              <a:spLocks noChangeAspect="1"/>
            </p:cNvSpPr>
            <p:nvPr/>
          </p:nvSpPr>
          <p:spPr bwMode="auto">
            <a:xfrm>
              <a:off x="6085199" y="461458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6" name="Square">
              <a:extLst>
                <a:ext uri="{FF2B5EF4-FFF2-40B4-BE49-F238E27FC236}">
                  <a16:creationId xmlns:a16="http://schemas.microsoft.com/office/drawing/2014/main" id="{7D443A60-C500-54F5-A74D-24173BAEEEF6}"/>
                </a:ext>
              </a:extLst>
            </p:cNvPr>
            <p:cNvSpPr>
              <a:spLocks noChangeAspect="1"/>
            </p:cNvSpPr>
            <p:nvPr/>
          </p:nvSpPr>
          <p:spPr bwMode="auto">
            <a:xfrm>
              <a:off x="5815324" y="48982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7" name="Square">
              <a:extLst>
                <a:ext uri="{FF2B5EF4-FFF2-40B4-BE49-F238E27FC236}">
                  <a16:creationId xmlns:a16="http://schemas.microsoft.com/office/drawing/2014/main" id="{BB0A1409-E851-EFFC-4549-E480FBF27B94}"/>
                </a:ext>
              </a:extLst>
            </p:cNvPr>
            <p:cNvSpPr>
              <a:spLocks noChangeAspect="1"/>
            </p:cNvSpPr>
            <p:nvPr/>
          </p:nvSpPr>
          <p:spPr bwMode="auto">
            <a:xfrm>
              <a:off x="7206037" y="2304280"/>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8" name="Square">
              <a:extLst>
                <a:ext uri="{FF2B5EF4-FFF2-40B4-BE49-F238E27FC236}">
                  <a16:creationId xmlns:a16="http://schemas.microsoft.com/office/drawing/2014/main" id="{60D76058-942B-40A8-2596-C2A7D97D6D08}"/>
                </a:ext>
              </a:extLst>
            </p:cNvPr>
            <p:cNvSpPr>
              <a:spLocks noChangeAspect="1"/>
            </p:cNvSpPr>
            <p:nvPr/>
          </p:nvSpPr>
          <p:spPr bwMode="auto">
            <a:xfrm>
              <a:off x="9148033" y="360077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29" name="Square">
              <a:extLst>
                <a:ext uri="{FF2B5EF4-FFF2-40B4-BE49-F238E27FC236}">
                  <a16:creationId xmlns:a16="http://schemas.microsoft.com/office/drawing/2014/main" id="{5BA68179-BF96-809C-22EC-4E9856446D06}"/>
                </a:ext>
              </a:extLst>
            </p:cNvPr>
            <p:cNvSpPr>
              <a:spLocks noChangeAspect="1"/>
            </p:cNvSpPr>
            <p:nvPr/>
          </p:nvSpPr>
          <p:spPr bwMode="auto">
            <a:xfrm>
              <a:off x="9792956" y="362652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0" name="Square">
              <a:extLst>
                <a:ext uri="{FF2B5EF4-FFF2-40B4-BE49-F238E27FC236}">
                  <a16:creationId xmlns:a16="http://schemas.microsoft.com/office/drawing/2014/main" id="{DC016FD3-AC53-1FFB-00E8-46242AAD48A5}"/>
                </a:ext>
              </a:extLst>
            </p:cNvPr>
            <p:cNvSpPr>
              <a:spLocks noChangeAspect="1"/>
            </p:cNvSpPr>
            <p:nvPr/>
          </p:nvSpPr>
          <p:spPr bwMode="auto">
            <a:xfrm>
              <a:off x="7186502" y="219336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1" name="Square">
              <a:extLst>
                <a:ext uri="{FF2B5EF4-FFF2-40B4-BE49-F238E27FC236}">
                  <a16:creationId xmlns:a16="http://schemas.microsoft.com/office/drawing/2014/main" id="{34B4ADB2-4B0C-F217-EFB0-6903593A054D}"/>
                </a:ext>
              </a:extLst>
            </p:cNvPr>
            <p:cNvSpPr>
              <a:spLocks noChangeAspect="1"/>
            </p:cNvSpPr>
            <p:nvPr/>
          </p:nvSpPr>
          <p:spPr bwMode="auto">
            <a:xfrm>
              <a:off x="10389451" y="35633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2" name="Square">
              <a:extLst>
                <a:ext uri="{FF2B5EF4-FFF2-40B4-BE49-F238E27FC236}">
                  <a16:creationId xmlns:a16="http://schemas.microsoft.com/office/drawing/2014/main" id="{3C2C06E0-09A1-EE45-C69E-44E3BC4EBD27}"/>
                </a:ext>
              </a:extLst>
            </p:cNvPr>
            <p:cNvSpPr>
              <a:spLocks noChangeAspect="1"/>
            </p:cNvSpPr>
            <p:nvPr/>
          </p:nvSpPr>
          <p:spPr bwMode="auto">
            <a:xfrm>
              <a:off x="10793197" y="479949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3" name="Square">
              <a:extLst>
                <a:ext uri="{FF2B5EF4-FFF2-40B4-BE49-F238E27FC236}">
                  <a16:creationId xmlns:a16="http://schemas.microsoft.com/office/drawing/2014/main" id="{5A6F6E27-A7EB-C573-B6F1-BB4DD2323A6F}"/>
                </a:ext>
              </a:extLst>
            </p:cNvPr>
            <p:cNvSpPr>
              <a:spLocks noChangeAspect="1"/>
            </p:cNvSpPr>
            <p:nvPr/>
          </p:nvSpPr>
          <p:spPr bwMode="auto">
            <a:xfrm>
              <a:off x="11095354" y="465360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4" name="Square">
              <a:extLst>
                <a:ext uri="{FF2B5EF4-FFF2-40B4-BE49-F238E27FC236}">
                  <a16:creationId xmlns:a16="http://schemas.microsoft.com/office/drawing/2014/main" id="{C88272EC-5B85-1032-FE24-1F7AE0CC299B}"/>
                </a:ext>
              </a:extLst>
            </p:cNvPr>
            <p:cNvSpPr>
              <a:spLocks noChangeAspect="1"/>
            </p:cNvSpPr>
            <p:nvPr/>
          </p:nvSpPr>
          <p:spPr bwMode="auto">
            <a:xfrm>
              <a:off x="11095354" y="449520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5" name="Square">
              <a:extLst>
                <a:ext uri="{FF2B5EF4-FFF2-40B4-BE49-F238E27FC236}">
                  <a16:creationId xmlns:a16="http://schemas.microsoft.com/office/drawing/2014/main" id="{6126E74C-D86E-0319-070A-4807A709B881}"/>
                </a:ext>
              </a:extLst>
            </p:cNvPr>
            <p:cNvSpPr>
              <a:spLocks noChangeAspect="1"/>
            </p:cNvSpPr>
            <p:nvPr/>
          </p:nvSpPr>
          <p:spPr bwMode="auto">
            <a:xfrm>
              <a:off x="9869049" y="374275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6" name="Square">
              <a:extLst>
                <a:ext uri="{FF2B5EF4-FFF2-40B4-BE49-F238E27FC236}">
                  <a16:creationId xmlns:a16="http://schemas.microsoft.com/office/drawing/2014/main" id="{D84A75A5-0A7F-B6C0-B09B-2402E6E4EEEF}"/>
                </a:ext>
              </a:extLst>
            </p:cNvPr>
            <p:cNvSpPr>
              <a:spLocks noChangeAspect="1"/>
            </p:cNvSpPr>
            <p:nvPr/>
          </p:nvSpPr>
          <p:spPr bwMode="auto">
            <a:xfrm>
              <a:off x="10259656" y="31024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7" name="Square">
              <a:extLst>
                <a:ext uri="{FF2B5EF4-FFF2-40B4-BE49-F238E27FC236}">
                  <a16:creationId xmlns:a16="http://schemas.microsoft.com/office/drawing/2014/main" id="{DBD130F4-40C4-0871-B935-F39F8D33EE5A}"/>
                </a:ext>
              </a:extLst>
            </p:cNvPr>
            <p:cNvSpPr>
              <a:spLocks noChangeAspect="1"/>
            </p:cNvSpPr>
            <p:nvPr/>
          </p:nvSpPr>
          <p:spPr bwMode="auto">
            <a:xfrm>
              <a:off x="10093206" y="327022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8" name="Square">
              <a:extLst>
                <a:ext uri="{FF2B5EF4-FFF2-40B4-BE49-F238E27FC236}">
                  <a16:creationId xmlns:a16="http://schemas.microsoft.com/office/drawing/2014/main" id="{1548F4C7-DDC5-C11D-F4F0-18605C7446E7}"/>
                </a:ext>
              </a:extLst>
            </p:cNvPr>
            <p:cNvSpPr>
              <a:spLocks noChangeAspect="1"/>
            </p:cNvSpPr>
            <p:nvPr/>
          </p:nvSpPr>
          <p:spPr bwMode="auto">
            <a:xfrm>
              <a:off x="7413453" y="237480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39" name="Square">
              <a:extLst>
                <a:ext uri="{FF2B5EF4-FFF2-40B4-BE49-F238E27FC236}">
                  <a16:creationId xmlns:a16="http://schemas.microsoft.com/office/drawing/2014/main" id="{A49FA9A1-161D-33BF-BCBE-E84639EEE6FF}"/>
                </a:ext>
              </a:extLst>
            </p:cNvPr>
            <p:cNvSpPr>
              <a:spLocks noChangeAspect="1"/>
            </p:cNvSpPr>
            <p:nvPr/>
          </p:nvSpPr>
          <p:spPr bwMode="auto">
            <a:xfrm>
              <a:off x="7091469" y="27377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0" name="Square">
              <a:extLst>
                <a:ext uri="{FF2B5EF4-FFF2-40B4-BE49-F238E27FC236}">
                  <a16:creationId xmlns:a16="http://schemas.microsoft.com/office/drawing/2014/main" id="{9BE80584-3BA1-A03A-5C88-247B8D2AF494}"/>
                </a:ext>
              </a:extLst>
            </p:cNvPr>
            <p:cNvSpPr>
              <a:spLocks noChangeAspect="1"/>
            </p:cNvSpPr>
            <p:nvPr/>
          </p:nvSpPr>
          <p:spPr bwMode="auto">
            <a:xfrm>
              <a:off x="7358166" y="248202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1" name="Square">
              <a:extLst>
                <a:ext uri="{FF2B5EF4-FFF2-40B4-BE49-F238E27FC236}">
                  <a16:creationId xmlns:a16="http://schemas.microsoft.com/office/drawing/2014/main" id="{D0045362-FD21-2C58-CE3C-666D2D4F85D5}"/>
                </a:ext>
              </a:extLst>
            </p:cNvPr>
            <p:cNvSpPr>
              <a:spLocks noChangeAspect="1"/>
            </p:cNvSpPr>
            <p:nvPr/>
          </p:nvSpPr>
          <p:spPr bwMode="auto">
            <a:xfrm>
              <a:off x="7676218" y="224172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2" name="Square">
              <a:extLst>
                <a:ext uri="{FF2B5EF4-FFF2-40B4-BE49-F238E27FC236}">
                  <a16:creationId xmlns:a16="http://schemas.microsoft.com/office/drawing/2014/main" id="{4AC6AA0C-E3EC-5C08-526B-5E780188F3FF}"/>
                </a:ext>
              </a:extLst>
            </p:cNvPr>
            <p:cNvSpPr>
              <a:spLocks noChangeAspect="1"/>
            </p:cNvSpPr>
            <p:nvPr/>
          </p:nvSpPr>
          <p:spPr bwMode="auto">
            <a:xfrm>
              <a:off x="8384508" y="261086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3" name="Square">
              <a:extLst>
                <a:ext uri="{FF2B5EF4-FFF2-40B4-BE49-F238E27FC236}">
                  <a16:creationId xmlns:a16="http://schemas.microsoft.com/office/drawing/2014/main" id="{38464507-2EAC-24D0-1E21-DE56286DCCBA}"/>
                </a:ext>
              </a:extLst>
            </p:cNvPr>
            <p:cNvSpPr>
              <a:spLocks noChangeAspect="1"/>
            </p:cNvSpPr>
            <p:nvPr/>
          </p:nvSpPr>
          <p:spPr bwMode="auto">
            <a:xfrm>
              <a:off x="8290735" y="270277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4" name="Square">
              <a:extLst>
                <a:ext uri="{FF2B5EF4-FFF2-40B4-BE49-F238E27FC236}">
                  <a16:creationId xmlns:a16="http://schemas.microsoft.com/office/drawing/2014/main" id="{2400CE7B-698F-4284-E5DD-7DA1C5982045}"/>
                </a:ext>
              </a:extLst>
            </p:cNvPr>
            <p:cNvSpPr>
              <a:spLocks noChangeAspect="1"/>
            </p:cNvSpPr>
            <p:nvPr/>
          </p:nvSpPr>
          <p:spPr bwMode="auto">
            <a:xfrm>
              <a:off x="9119418" y="3496923"/>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5" name="Square">
              <a:extLst>
                <a:ext uri="{FF2B5EF4-FFF2-40B4-BE49-F238E27FC236}">
                  <a16:creationId xmlns:a16="http://schemas.microsoft.com/office/drawing/2014/main" id="{C470D999-B185-8BB5-47BA-4DF8E767BFAF}"/>
                </a:ext>
              </a:extLst>
            </p:cNvPr>
            <p:cNvSpPr>
              <a:spLocks noChangeAspect="1"/>
            </p:cNvSpPr>
            <p:nvPr/>
          </p:nvSpPr>
          <p:spPr bwMode="auto">
            <a:xfrm>
              <a:off x="9220258" y="335131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6" name="Square">
              <a:extLst>
                <a:ext uri="{FF2B5EF4-FFF2-40B4-BE49-F238E27FC236}">
                  <a16:creationId xmlns:a16="http://schemas.microsoft.com/office/drawing/2014/main" id="{9B82A3BD-81D9-03ED-4AE4-625022F9E46D}"/>
                </a:ext>
              </a:extLst>
            </p:cNvPr>
            <p:cNvSpPr>
              <a:spLocks noChangeAspect="1"/>
            </p:cNvSpPr>
            <p:nvPr/>
          </p:nvSpPr>
          <p:spPr bwMode="auto">
            <a:xfrm>
              <a:off x="9069889" y="31168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7" name="Square">
              <a:extLst>
                <a:ext uri="{FF2B5EF4-FFF2-40B4-BE49-F238E27FC236}">
                  <a16:creationId xmlns:a16="http://schemas.microsoft.com/office/drawing/2014/main" id="{359EA5AA-0579-5B56-1C4D-DC4ACD881273}"/>
                </a:ext>
              </a:extLst>
            </p:cNvPr>
            <p:cNvSpPr>
              <a:spLocks noChangeAspect="1"/>
            </p:cNvSpPr>
            <p:nvPr/>
          </p:nvSpPr>
          <p:spPr bwMode="auto">
            <a:xfrm>
              <a:off x="7037387" y="22729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8" name="Square">
              <a:extLst>
                <a:ext uri="{FF2B5EF4-FFF2-40B4-BE49-F238E27FC236}">
                  <a16:creationId xmlns:a16="http://schemas.microsoft.com/office/drawing/2014/main" id="{D4F5C0F1-2525-06A4-2544-77A556A01ACA}"/>
                </a:ext>
              </a:extLst>
            </p:cNvPr>
            <p:cNvSpPr>
              <a:spLocks noChangeAspect="1"/>
            </p:cNvSpPr>
            <p:nvPr/>
          </p:nvSpPr>
          <p:spPr bwMode="auto">
            <a:xfrm>
              <a:off x="8167494" y="30778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grpSp>
    </p:spTree>
    <p:extLst>
      <p:ext uri="{BB962C8B-B14F-4D97-AF65-F5344CB8AC3E}">
        <p14:creationId xmlns:p14="http://schemas.microsoft.com/office/powerpoint/2010/main" val="4325722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3_Worldwide office locations Updated">
    <p:bg>
      <p:bgPr>
        <a:solidFill>
          <a:schemeClr val="tx1"/>
        </a:solidFill>
        <a:effectLst/>
      </p:bgPr>
    </p:bg>
    <p:spTree>
      <p:nvGrpSpPr>
        <p:cNvPr id="1" name=""/>
        <p:cNvGrpSpPr/>
        <p:nvPr/>
      </p:nvGrpSpPr>
      <p:grpSpPr>
        <a:xfrm>
          <a:off x="0" y="0"/>
          <a:ext cx="0" cy="0"/>
          <a:chOff x="0" y="0"/>
          <a:chExt cx="0" cy="0"/>
        </a:xfrm>
      </p:grpSpPr>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solidFill>
                  <a:schemeClr val="bg1"/>
                </a:solidFill>
                <a:latin typeface="Aptos Light" panose="020B0004020202020204" pitchFamily="34" charset="0"/>
              </a:rPr>
              <a:t>*To see a list of all offices, visit </a:t>
            </a:r>
            <a:r>
              <a:rPr lang="en-US" sz="1050" b="1" i="0" u="sng">
                <a:solidFill>
                  <a:schemeClr val="bg1"/>
                </a:solidFill>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a:solidFill>
                    <a:schemeClr val="bg1"/>
                  </a:solidFill>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a:solidFill>
                    <a:schemeClr val="bg1"/>
                  </a:solidFill>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accent4"/>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a:ln>
                <a:noFill/>
              </a:ln>
              <a:effectLst/>
              <a:uLnTx/>
              <a:uFillTx/>
              <a:latin typeface="Aptos Light" panose="020B0004020202020204" pitchFamily="34" charset="0"/>
              <a:ea typeface="Calibri" panose="020F0502020204030204" pitchFamily="34" charset="0"/>
              <a:cs typeface="+mn-cs"/>
            </a:endParaRPr>
          </a:p>
        </p:txBody>
      </p:sp>
      <p:sp>
        <p:nvSpPr>
          <p:cNvPr id="5" name="UST" descr="UST">
            <a:extLst>
              <a:ext uri="{FF2B5EF4-FFF2-40B4-BE49-F238E27FC236}">
                <a16:creationId xmlns:a16="http://schemas.microsoft.com/office/drawing/2014/main" id="{72D52E3F-9A96-46B2-35AF-A2385C66C267}"/>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31F20"/>
              </a:solidFill>
              <a:effectLst/>
              <a:uLnTx/>
              <a:uFillTx/>
            </a:endParaRPr>
          </a:p>
        </p:txBody>
      </p:sp>
      <p:sp>
        <p:nvSpPr>
          <p:cNvPr id="6" name="Legal">
            <a:extLst>
              <a:ext uri="{FF2B5EF4-FFF2-40B4-BE49-F238E27FC236}">
                <a16:creationId xmlns:a16="http://schemas.microsoft.com/office/drawing/2014/main" id="{91C9DE65-92FF-E31B-4F50-1D04E1E2AEE3}"/>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solidFill>
                  <a:schemeClr val="bg1"/>
                </a:solidFill>
                <a:latin typeface="Aptos Light" panose="020B0004020202020204" pitchFamily="34" charset="0"/>
              </a:rPr>
              <a:t>Confidential and Proprietary. © 2025 UST Global Inc</a:t>
            </a:r>
          </a:p>
        </p:txBody>
      </p:sp>
      <p:sp>
        <p:nvSpPr>
          <p:cNvPr id="7" name="Slide Number Placeholder 10">
            <a:extLst>
              <a:ext uri="{FF2B5EF4-FFF2-40B4-BE49-F238E27FC236}">
                <a16:creationId xmlns:a16="http://schemas.microsoft.com/office/drawing/2014/main" id="{B0A46B1E-3B82-5F78-393F-101F550F1FF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a:solidFill>
                <a:schemeClr val="bg1"/>
              </a:solidFill>
              <a:latin typeface="Aptos Light" panose="020B0004020202020204" pitchFamily="34" charset="0"/>
              <a:cs typeface="Trebuchet MS"/>
            </a:endParaRPr>
          </a:p>
        </p:txBody>
      </p:sp>
      <p:grpSp>
        <p:nvGrpSpPr>
          <p:cNvPr id="4" name="Group 3">
            <a:extLst>
              <a:ext uri="{FF2B5EF4-FFF2-40B4-BE49-F238E27FC236}">
                <a16:creationId xmlns:a16="http://schemas.microsoft.com/office/drawing/2014/main" id="{CD18870A-E346-F1B2-22A6-D46ECBEBD2E6}"/>
              </a:ext>
            </a:extLst>
          </p:cNvPr>
          <p:cNvGrpSpPr>
            <a:grpSpLocks noChangeAspect="1"/>
          </p:cNvGrpSpPr>
          <p:nvPr userDrawn="1"/>
        </p:nvGrpSpPr>
        <p:grpSpPr>
          <a:xfrm>
            <a:off x="2845949" y="1020802"/>
            <a:ext cx="8869680" cy="5531539"/>
            <a:chOff x="2983517" y="963640"/>
            <a:chExt cx="9089403" cy="5668569"/>
          </a:xfrm>
        </p:grpSpPr>
        <p:sp>
          <p:nvSpPr>
            <p:cNvPr id="8" name="TextBox 7">
              <a:extLst>
                <a:ext uri="{FF2B5EF4-FFF2-40B4-BE49-F238E27FC236}">
                  <a16:creationId xmlns:a16="http://schemas.microsoft.com/office/drawing/2014/main" id="{E21A6580-CB67-7235-1A71-2DB477216581}"/>
                </a:ext>
              </a:extLst>
            </p:cNvPr>
            <p:cNvSpPr txBox="1"/>
            <p:nvPr/>
          </p:nvSpPr>
          <p:spPr>
            <a:xfrm>
              <a:off x="2983517" y="2312060"/>
              <a:ext cx="1125259" cy="3325772"/>
            </a:xfrm>
            <a:prstGeom prst="rect">
              <a:avLst/>
            </a:prstGeom>
            <a:noFill/>
          </p:spPr>
          <p:txBody>
            <a:bodyPr wrap="none" lIns="0" tIns="0" rIns="0" bIns="0" rtlCol="0">
              <a:spAutoFit/>
            </a:bodyPr>
            <a:lstStyle/>
            <a:p>
              <a:pPr>
                <a:lnSpc>
                  <a:spcPct val="110000"/>
                </a:lnSpc>
                <a:spcAft>
                  <a:spcPts val="100"/>
                </a:spcAft>
                <a:buSzPct val="100000"/>
              </a:pPr>
              <a:r>
                <a:rPr lang="en-US" sz="1000" b="1">
                  <a:solidFill>
                    <a:schemeClr val="bg1"/>
                  </a:solidFill>
                  <a:latin typeface="Aptos Light" panose="020B0004020202020204" pitchFamily="34" charset="0"/>
                </a:rPr>
                <a:t>AMERICAS</a:t>
              </a:r>
            </a:p>
            <a:p>
              <a:pPr>
                <a:lnSpc>
                  <a:spcPct val="110000"/>
                </a:lnSpc>
                <a:spcAft>
                  <a:spcPts val="100"/>
                </a:spcAft>
                <a:buSzPct val="100000"/>
              </a:pPr>
              <a:r>
                <a:rPr lang="en-US" sz="1000">
                  <a:solidFill>
                    <a:schemeClr val="accent6"/>
                  </a:solidFill>
                  <a:latin typeface="Aptos Light" panose="020B0004020202020204" pitchFamily="34" charset="0"/>
                </a:rPr>
                <a:t>Global HQ – Orange </a:t>
              </a:r>
              <a:br>
                <a:rPr lang="en-US" sz="1000">
                  <a:solidFill>
                    <a:schemeClr val="accent6"/>
                  </a:solidFill>
                  <a:latin typeface="Aptos Light" panose="020B0004020202020204" pitchFamily="34" charset="0"/>
                </a:rPr>
              </a:br>
              <a:r>
                <a:rPr lang="en-US" sz="1000">
                  <a:solidFill>
                    <a:schemeClr val="accent6"/>
                  </a:solidFill>
                  <a:latin typeface="Aptos Light" panose="020B0004020202020204" pitchFamily="34" charset="0"/>
                </a:rPr>
                <a:t>County, CA</a:t>
              </a:r>
            </a:p>
            <a:p>
              <a:pPr>
                <a:lnSpc>
                  <a:spcPct val="110000"/>
                </a:lnSpc>
                <a:spcAft>
                  <a:spcPts val="100"/>
                </a:spcAft>
                <a:buSzPct val="100000"/>
              </a:pPr>
              <a:r>
                <a:rPr lang="en-US" sz="1000">
                  <a:solidFill>
                    <a:schemeClr val="bg1"/>
                  </a:solidFill>
                  <a:latin typeface="Aptos Light" panose="020B0004020202020204" pitchFamily="34" charset="0"/>
                </a:rPr>
                <a:t>Bentonville, AR</a:t>
              </a:r>
            </a:p>
            <a:p>
              <a:pPr>
                <a:lnSpc>
                  <a:spcPct val="110000"/>
                </a:lnSpc>
                <a:spcAft>
                  <a:spcPts val="100"/>
                </a:spcAft>
                <a:buSzPct val="100000"/>
              </a:pPr>
              <a:r>
                <a:rPr lang="en-US" sz="1000">
                  <a:solidFill>
                    <a:schemeClr val="bg1"/>
                  </a:solidFill>
                  <a:latin typeface="Aptos Light" panose="020B0004020202020204" pitchFamily="34" charset="0"/>
                </a:rPr>
                <a:t>Chicago, IL </a:t>
              </a:r>
            </a:p>
            <a:p>
              <a:pPr>
                <a:lnSpc>
                  <a:spcPct val="110000"/>
                </a:lnSpc>
                <a:spcAft>
                  <a:spcPts val="100"/>
                </a:spcAft>
                <a:buSzPct val="100000"/>
              </a:pPr>
              <a:r>
                <a:rPr lang="en-US" sz="1000">
                  <a:solidFill>
                    <a:schemeClr val="bg1"/>
                  </a:solidFill>
                  <a:latin typeface="Aptos Light" panose="020B0004020202020204" pitchFamily="34" charset="0"/>
                </a:rPr>
                <a:t>Norfolk, VA</a:t>
              </a:r>
            </a:p>
            <a:p>
              <a:pPr>
                <a:lnSpc>
                  <a:spcPct val="110000"/>
                </a:lnSpc>
                <a:spcAft>
                  <a:spcPts val="100"/>
                </a:spcAft>
                <a:buSzPct val="100000"/>
              </a:pPr>
              <a:r>
                <a:rPr lang="en-US" sz="1000">
                  <a:solidFill>
                    <a:schemeClr val="bg1"/>
                  </a:solidFill>
                  <a:latin typeface="Aptos Light" panose="020B0004020202020204" pitchFamily="34" charset="0"/>
                </a:rPr>
                <a:t>Columbus, OH</a:t>
              </a:r>
            </a:p>
            <a:p>
              <a:pPr>
                <a:lnSpc>
                  <a:spcPct val="110000"/>
                </a:lnSpc>
                <a:spcAft>
                  <a:spcPts val="100"/>
                </a:spcAft>
                <a:buSzPct val="100000"/>
              </a:pPr>
              <a:r>
                <a:rPr lang="en-US" sz="1000">
                  <a:solidFill>
                    <a:schemeClr val="bg1"/>
                  </a:solidFill>
                  <a:latin typeface="Aptos Light" panose="020B0004020202020204" pitchFamily="34" charset="0"/>
                </a:rPr>
                <a:t>Atlanta, GA</a:t>
              </a:r>
            </a:p>
            <a:p>
              <a:pPr>
                <a:lnSpc>
                  <a:spcPct val="110000"/>
                </a:lnSpc>
                <a:spcAft>
                  <a:spcPts val="100"/>
                </a:spcAft>
                <a:buSzPct val="100000"/>
              </a:pPr>
              <a:r>
                <a:rPr lang="en-US" sz="1000">
                  <a:solidFill>
                    <a:schemeClr val="bg1"/>
                  </a:solidFill>
                  <a:latin typeface="Aptos Light" panose="020B0004020202020204" pitchFamily="34" charset="0"/>
                </a:rPr>
                <a:t>Dallas, TX</a:t>
              </a:r>
            </a:p>
            <a:p>
              <a:pPr>
                <a:lnSpc>
                  <a:spcPct val="110000"/>
                </a:lnSpc>
                <a:spcAft>
                  <a:spcPts val="100"/>
                </a:spcAft>
                <a:buSzPct val="100000"/>
              </a:pPr>
              <a:r>
                <a:rPr lang="en-US" sz="1000">
                  <a:solidFill>
                    <a:schemeClr val="bg1"/>
                  </a:solidFill>
                  <a:latin typeface="Aptos Light" panose="020B0004020202020204" pitchFamily="34" charset="0"/>
                </a:rPr>
                <a:t>Ames, IA </a:t>
              </a:r>
            </a:p>
            <a:p>
              <a:pPr>
                <a:lnSpc>
                  <a:spcPct val="110000"/>
                </a:lnSpc>
                <a:spcAft>
                  <a:spcPts val="100"/>
                </a:spcAft>
                <a:buSzPct val="100000"/>
              </a:pPr>
              <a:r>
                <a:rPr lang="en-US" sz="1000">
                  <a:solidFill>
                    <a:schemeClr val="bg1"/>
                  </a:solidFill>
                  <a:latin typeface="Aptos Light" panose="020B0004020202020204" pitchFamily="34" charset="0"/>
                </a:rPr>
                <a:t>Toronto, CA</a:t>
              </a:r>
            </a:p>
            <a:p>
              <a:pPr>
                <a:lnSpc>
                  <a:spcPct val="110000"/>
                </a:lnSpc>
                <a:spcAft>
                  <a:spcPts val="100"/>
                </a:spcAft>
                <a:buSzPct val="100000"/>
              </a:pPr>
              <a:r>
                <a:rPr lang="en-US" sz="1000">
                  <a:solidFill>
                    <a:schemeClr val="bg1"/>
                  </a:solidFill>
                  <a:latin typeface="Aptos Light" panose="020B0004020202020204" pitchFamily="34" charset="0"/>
                </a:rPr>
                <a:t>Guadalajara, MX</a:t>
              </a:r>
            </a:p>
            <a:p>
              <a:pPr>
                <a:lnSpc>
                  <a:spcPct val="110000"/>
                </a:lnSpc>
                <a:spcAft>
                  <a:spcPts val="100"/>
                </a:spcAft>
                <a:buSzPct val="100000"/>
              </a:pPr>
              <a:r>
                <a:rPr lang="en-US" sz="1000">
                  <a:solidFill>
                    <a:schemeClr val="bg1"/>
                  </a:solidFill>
                  <a:latin typeface="Aptos Light" panose="020B0004020202020204" pitchFamily="34" charset="0"/>
                </a:rPr>
                <a:t>Leon, MX</a:t>
              </a:r>
            </a:p>
            <a:p>
              <a:pPr>
                <a:lnSpc>
                  <a:spcPct val="110000"/>
                </a:lnSpc>
                <a:spcAft>
                  <a:spcPts val="100"/>
                </a:spcAft>
                <a:buSzPct val="100000"/>
              </a:pPr>
              <a:r>
                <a:rPr lang="en-US" sz="1000">
                  <a:solidFill>
                    <a:schemeClr val="bg1"/>
                  </a:solidFill>
                  <a:latin typeface="Aptos Light" panose="020B0004020202020204" pitchFamily="34" charset="0"/>
                </a:rPr>
                <a:t>San Jose, CR</a:t>
              </a:r>
            </a:p>
            <a:p>
              <a:pPr>
                <a:lnSpc>
                  <a:spcPct val="110000"/>
                </a:lnSpc>
                <a:spcAft>
                  <a:spcPts val="100"/>
                </a:spcAft>
                <a:buSzPct val="100000"/>
              </a:pPr>
              <a:r>
                <a:rPr lang="en-US" sz="1000">
                  <a:solidFill>
                    <a:schemeClr val="bg1"/>
                  </a:solidFill>
                  <a:latin typeface="Aptos Light" panose="020B0004020202020204" pitchFamily="34" charset="0"/>
                </a:rPr>
                <a:t>Santiago, CL</a:t>
              </a:r>
            </a:p>
            <a:p>
              <a:pPr>
                <a:lnSpc>
                  <a:spcPct val="110000"/>
                </a:lnSpc>
                <a:spcAft>
                  <a:spcPts val="100"/>
                </a:spcAft>
                <a:buSzPct val="100000"/>
              </a:pPr>
              <a:r>
                <a:rPr lang="en-US" sz="1000">
                  <a:solidFill>
                    <a:schemeClr val="bg1"/>
                  </a:solidFill>
                  <a:latin typeface="Aptos Light" panose="020B0004020202020204" pitchFamily="34" charset="0"/>
                </a:rPr>
                <a:t>Lima, PE</a:t>
              </a:r>
            </a:p>
            <a:p>
              <a:pPr>
                <a:lnSpc>
                  <a:spcPct val="110000"/>
                </a:lnSpc>
                <a:spcAft>
                  <a:spcPts val="100"/>
                </a:spcAft>
                <a:buSzPct val="100000"/>
              </a:pPr>
              <a:r>
                <a:rPr lang="en-US" sz="1000">
                  <a:solidFill>
                    <a:schemeClr val="bg1"/>
                  </a:solidFill>
                  <a:latin typeface="Aptos Light" panose="020B0004020202020204" pitchFamily="34" charset="0"/>
                </a:rPr>
                <a:t>Sao Paulo, BR</a:t>
              </a:r>
            </a:p>
            <a:p>
              <a:pPr>
                <a:lnSpc>
                  <a:spcPct val="110000"/>
                </a:lnSpc>
                <a:spcAft>
                  <a:spcPts val="100"/>
                </a:spcAft>
                <a:buSzPct val="100000"/>
              </a:pPr>
              <a:r>
                <a:rPr lang="en-US" sz="1000">
                  <a:solidFill>
                    <a:schemeClr val="bg1"/>
                  </a:solidFill>
                  <a:latin typeface="Aptos Light" panose="020B0004020202020204" pitchFamily="34" charset="0"/>
                </a:rPr>
                <a:t>Buenos Aires, AR</a:t>
              </a:r>
            </a:p>
          </p:txBody>
        </p:sp>
        <p:sp>
          <p:nvSpPr>
            <p:cNvPr id="9" name="TextBox 8">
              <a:extLst>
                <a:ext uri="{FF2B5EF4-FFF2-40B4-BE49-F238E27FC236}">
                  <a16:creationId xmlns:a16="http://schemas.microsoft.com/office/drawing/2014/main" id="{1FD924E6-DC1D-FF89-9FAC-6F9CFF27087A}"/>
                </a:ext>
              </a:extLst>
            </p:cNvPr>
            <p:cNvSpPr txBox="1"/>
            <p:nvPr/>
          </p:nvSpPr>
          <p:spPr>
            <a:xfrm>
              <a:off x="11025049" y="2450336"/>
              <a:ext cx="1047871" cy="1901210"/>
            </a:xfrm>
            <a:prstGeom prst="rect">
              <a:avLst/>
            </a:prstGeom>
            <a:noFill/>
          </p:spPr>
          <p:txBody>
            <a:bodyPr wrap="square" lIns="0" tIns="0" rIns="0" bIns="0" rtlCol="0">
              <a:spAutoFit/>
            </a:bodyPr>
            <a:lstStyle/>
            <a:p>
              <a:pPr>
                <a:lnSpc>
                  <a:spcPct val="110000"/>
                </a:lnSpc>
                <a:buSzPct val="100000"/>
              </a:pPr>
              <a:r>
                <a:rPr lang="en-US" sz="1000" b="1">
                  <a:solidFill>
                    <a:schemeClr val="bg1"/>
                  </a:solidFill>
                  <a:latin typeface="Aptos Light" panose="020B0004020202020204" pitchFamily="34" charset="0"/>
                </a:rPr>
                <a:t>APAC</a:t>
              </a:r>
            </a:p>
            <a:p>
              <a:pPr>
                <a:lnSpc>
                  <a:spcPct val="110000"/>
                </a:lnSpc>
                <a:buSzPct val="100000"/>
              </a:pPr>
              <a:r>
                <a:rPr lang="en-US" sz="1000">
                  <a:solidFill>
                    <a:schemeClr val="accent3"/>
                  </a:solidFill>
                  <a:latin typeface="Aptos Light" panose="020B0004020202020204" pitchFamily="34" charset="0"/>
                </a:rPr>
                <a:t>Singapore, SG</a:t>
              </a:r>
            </a:p>
            <a:p>
              <a:pPr>
                <a:lnSpc>
                  <a:spcPct val="110000"/>
                </a:lnSpc>
                <a:buSzPct val="100000"/>
              </a:pPr>
              <a:r>
                <a:rPr lang="en-US" sz="1000">
                  <a:solidFill>
                    <a:schemeClr val="bg1"/>
                  </a:solidFill>
                  <a:latin typeface="Aptos Light" panose="020B0004020202020204" pitchFamily="34" charset="0"/>
                </a:rPr>
                <a:t>Manila, PH</a:t>
              </a:r>
            </a:p>
            <a:p>
              <a:pPr>
                <a:lnSpc>
                  <a:spcPct val="110000"/>
                </a:lnSpc>
                <a:buSzPct val="100000"/>
              </a:pPr>
              <a:r>
                <a:rPr lang="en-US" sz="1000">
                  <a:solidFill>
                    <a:schemeClr val="bg1"/>
                  </a:solidFill>
                  <a:latin typeface="Aptos Light" panose="020B0004020202020204" pitchFamily="34" charset="0"/>
                </a:rPr>
                <a:t>Sydney, AU</a:t>
              </a:r>
            </a:p>
            <a:p>
              <a:pPr>
                <a:lnSpc>
                  <a:spcPct val="110000"/>
                </a:lnSpc>
                <a:buSzPct val="100000"/>
              </a:pPr>
              <a:r>
                <a:rPr lang="en-US" sz="1000">
                  <a:solidFill>
                    <a:schemeClr val="bg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a:solidFill>
                    <a:schemeClr val="bg1"/>
                  </a:solidFill>
                  <a:latin typeface="Aptos Light" panose="020B0004020202020204" pitchFamily="34" charset="0"/>
                </a:rPr>
                <a:t>Brisbane, AU</a:t>
              </a:r>
            </a:p>
            <a:p>
              <a:pPr>
                <a:lnSpc>
                  <a:spcPct val="110000"/>
                </a:lnSpc>
                <a:buSzPct val="100000"/>
              </a:pPr>
              <a:r>
                <a:rPr lang="en-US" sz="1000">
                  <a:solidFill>
                    <a:schemeClr val="bg1"/>
                  </a:solidFill>
                  <a:latin typeface="Aptos Light" panose="020B0004020202020204" pitchFamily="34" charset="0"/>
                </a:rPr>
                <a:t>Penang, MY</a:t>
              </a:r>
            </a:p>
            <a:p>
              <a:pPr>
                <a:lnSpc>
                  <a:spcPct val="110000"/>
                </a:lnSpc>
                <a:buSzPct val="100000"/>
              </a:pPr>
              <a:r>
                <a:rPr lang="en-US" sz="1000">
                  <a:solidFill>
                    <a:schemeClr val="bg1"/>
                  </a:solidFill>
                  <a:latin typeface="Aptos Light" panose="020B0004020202020204" pitchFamily="34" charset="0"/>
                </a:rPr>
                <a:t>Kuala Lumpur, MY</a:t>
              </a:r>
            </a:p>
            <a:p>
              <a:pPr>
                <a:lnSpc>
                  <a:spcPct val="110000"/>
                </a:lnSpc>
                <a:buSzPct val="100000"/>
              </a:pPr>
              <a:r>
                <a:rPr lang="en-US" sz="1000">
                  <a:solidFill>
                    <a:schemeClr val="bg1"/>
                  </a:solidFill>
                  <a:latin typeface="Aptos Light" panose="020B0004020202020204" pitchFamily="34" charset="0"/>
                </a:rPr>
                <a:t>Shanghai, CN</a:t>
              </a:r>
            </a:p>
            <a:p>
              <a:pPr>
                <a:lnSpc>
                  <a:spcPct val="110000"/>
                </a:lnSpc>
                <a:buSzPct val="100000"/>
              </a:pPr>
              <a:r>
                <a:rPr lang="en-US" sz="1000">
                  <a:solidFill>
                    <a:schemeClr val="bg1"/>
                  </a:solidFill>
                  <a:latin typeface="Aptos Light" panose="020B0004020202020204" pitchFamily="34" charset="0"/>
                </a:rPr>
                <a:t>Taipei, TW</a:t>
              </a:r>
            </a:p>
            <a:p>
              <a:pPr>
                <a:lnSpc>
                  <a:spcPct val="110000"/>
                </a:lnSpc>
                <a:buSzPct val="100000"/>
              </a:pPr>
              <a:r>
                <a:rPr lang="en-US" sz="1000">
                  <a:solidFill>
                    <a:schemeClr val="bg1"/>
                  </a:solidFill>
                  <a:latin typeface="Aptos Light" panose="020B0004020202020204" pitchFamily="34" charset="0"/>
                </a:rPr>
                <a:t>Hong Kong, HK</a:t>
              </a:r>
            </a:p>
          </p:txBody>
        </p:sp>
        <p:sp>
          <p:nvSpPr>
            <p:cNvPr id="10" name="TextBox 9">
              <a:extLst>
                <a:ext uri="{FF2B5EF4-FFF2-40B4-BE49-F238E27FC236}">
                  <a16:creationId xmlns:a16="http://schemas.microsoft.com/office/drawing/2014/main" id="{C70066C9-A070-DA2F-AE1B-7C806B961544}"/>
                </a:ext>
              </a:extLst>
            </p:cNvPr>
            <p:cNvSpPr txBox="1"/>
            <p:nvPr/>
          </p:nvSpPr>
          <p:spPr>
            <a:xfrm>
              <a:off x="8950848" y="3803083"/>
              <a:ext cx="1099814" cy="1727740"/>
            </a:xfrm>
            <a:prstGeom prst="rect">
              <a:avLst/>
            </a:prstGeom>
            <a:noFill/>
          </p:spPr>
          <p:txBody>
            <a:bodyPr wrap="square" lIns="0" tIns="0" rIns="0" bIns="0" rtlCol="0">
              <a:spAutoFit/>
            </a:bodyPr>
            <a:lstStyle/>
            <a:p>
              <a:pPr>
                <a:lnSpc>
                  <a:spcPct val="110000"/>
                </a:lnSpc>
                <a:buSzPct val="100000"/>
              </a:pPr>
              <a:r>
                <a:rPr lang="en-US" sz="1000" b="1">
                  <a:solidFill>
                    <a:schemeClr val="bg1"/>
                  </a:solidFill>
                  <a:latin typeface="Aptos Light" panose="020B0004020202020204" pitchFamily="34" charset="0"/>
                </a:rPr>
                <a:t>INDIA</a:t>
              </a:r>
            </a:p>
            <a:p>
              <a:pPr>
                <a:lnSpc>
                  <a:spcPct val="110000"/>
                </a:lnSpc>
                <a:buSzPct val="100000"/>
              </a:pPr>
              <a:r>
                <a:rPr lang="en-US" sz="1000">
                  <a:solidFill>
                    <a:schemeClr val="accent3"/>
                  </a:solidFill>
                  <a:latin typeface="Aptos Light" panose="020B0004020202020204" pitchFamily="34" charset="0"/>
                </a:rPr>
                <a:t>Trivandrum</a:t>
              </a:r>
            </a:p>
            <a:p>
              <a:pPr>
                <a:lnSpc>
                  <a:spcPct val="110000"/>
                </a:lnSpc>
                <a:buSzPct val="100000"/>
              </a:pPr>
              <a:r>
                <a:rPr lang="en-US" sz="1000">
                  <a:solidFill>
                    <a:schemeClr val="bg1"/>
                  </a:solidFill>
                  <a:latin typeface="Aptos Light" panose="020B0004020202020204" pitchFamily="34" charset="0"/>
                </a:rPr>
                <a:t>Bangalore</a:t>
              </a:r>
            </a:p>
            <a:p>
              <a:pPr>
                <a:lnSpc>
                  <a:spcPct val="110000"/>
                </a:lnSpc>
                <a:buSzPct val="100000"/>
              </a:pPr>
              <a:r>
                <a:rPr lang="en-US" sz="1000">
                  <a:solidFill>
                    <a:schemeClr val="bg1"/>
                  </a:solidFill>
                  <a:latin typeface="Aptos Light" panose="020B0004020202020204" pitchFamily="34" charset="0"/>
                </a:rPr>
                <a:t>Chennai</a:t>
              </a:r>
            </a:p>
            <a:p>
              <a:pPr>
                <a:lnSpc>
                  <a:spcPct val="110000"/>
                </a:lnSpc>
                <a:buSzPct val="100000"/>
              </a:pPr>
              <a:r>
                <a:rPr lang="en-US" sz="1000">
                  <a:solidFill>
                    <a:schemeClr val="bg1"/>
                  </a:solidFill>
                  <a:latin typeface="Aptos Light" panose="020B0004020202020204" pitchFamily="34" charset="0"/>
                </a:rPr>
                <a:t>Hyderabad</a:t>
              </a:r>
            </a:p>
            <a:p>
              <a:pPr>
                <a:lnSpc>
                  <a:spcPct val="110000"/>
                </a:lnSpc>
                <a:buSzPct val="100000"/>
              </a:pPr>
              <a:r>
                <a:rPr lang="en-US" sz="1000">
                  <a:solidFill>
                    <a:schemeClr val="bg1"/>
                  </a:solidFill>
                  <a:latin typeface="Aptos Light" panose="020B0004020202020204" pitchFamily="34" charset="0"/>
                </a:rPr>
                <a:t>Kochi</a:t>
              </a:r>
            </a:p>
            <a:p>
              <a:pPr>
                <a:lnSpc>
                  <a:spcPct val="110000"/>
                </a:lnSpc>
                <a:buSzPct val="100000"/>
              </a:pPr>
              <a:r>
                <a:rPr lang="en-US" sz="1000">
                  <a:solidFill>
                    <a:schemeClr val="bg1"/>
                  </a:solidFill>
                  <a:latin typeface="Aptos Light" panose="020B0004020202020204" pitchFamily="34" charset="0"/>
                </a:rPr>
                <a:t>Delhi</a:t>
              </a:r>
            </a:p>
            <a:p>
              <a:pPr>
                <a:lnSpc>
                  <a:spcPct val="110000"/>
                </a:lnSpc>
                <a:buSzPct val="100000"/>
              </a:pPr>
              <a:r>
                <a:rPr lang="en-US" sz="1000">
                  <a:solidFill>
                    <a:schemeClr val="bg1"/>
                  </a:solidFill>
                  <a:latin typeface="Aptos Light" panose="020B0004020202020204" pitchFamily="34" charset="0"/>
                </a:rPr>
                <a:t>Coimbatore </a:t>
              </a:r>
            </a:p>
            <a:p>
              <a:pPr>
                <a:lnSpc>
                  <a:spcPct val="110000"/>
                </a:lnSpc>
                <a:buSzPct val="100000"/>
              </a:pPr>
              <a:r>
                <a:rPr lang="en-US" sz="1000">
                  <a:solidFill>
                    <a:schemeClr val="bg1"/>
                  </a:solidFill>
                  <a:latin typeface="Aptos Light" panose="020B0004020202020204" pitchFamily="34" charset="0"/>
                </a:rPr>
                <a:t>Hosur </a:t>
              </a:r>
            </a:p>
            <a:p>
              <a:pPr>
                <a:lnSpc>
                  <a:spcPct val="110000"/>
                </a:lnSpc>
                <a:buSzPct val="100000"/>
              </a:pPr>
              <a:r>
                <a:rPr lang="en-US" sz="1000">
                  <a:solidFill>
                    <a:schemeClr val="bg1"/>
                  </a:solidFill>
                  <a:latin typeface="Aptos Light" panose="020B0004020202020204" pitchFamily="34" charset="0"/>
                </a:rPr>
                <a:t>Pune</a:t>
              </a:r>
            </a:p>
          </p:txBody>
        </p:sp>
        <p:sp>
          <p:nvSpPr>
            <p:cNvPr id="11" name="TextBox 10">
              <a:extLst>
                <a:ext uri="{FF2B5EF4-FFF2-40B4-BE49-F238E27FC236}">
                  <a16:creationId xmlns:a16="http://schemas.microsoft.com/office/drawing/2014/main" id="{70FA4FF3-9138-1908-EA5F-3BE0D3DC16A3}"/>
                </a:ext>
              </a:extLst>
            </p:cNvPr>
            <p:cNvSpPr txBox="1"/>
            <p:nvPr/>
          </p:nvSpPr>
          <p:spPr>
            <a:xfrm>
              <a:off x="6163343" y="2482157"/>
              <a:ext cx="686654" cy="1380799"/>
            </a:xfrm>
            <a:prstGeom prst="rect">
              <a:avLst/>
            </a:prstGeom>
            <a:noFill/>
          </p:spPr>
          <p:txBody>
            <a:bodyPr wrap="none" lIns="0" tIns="0" rIns="0" bIns="0" rtlCol="0">
              <a:spAutoFit/>
            </a:bodyPr>
            <a:lstStyle/>
            <a:p>
              <a:pPr>
                <a:lnSpc>
                  <a:spcPct val="110000"/>
                </a:lnSpc>
                <a:buSzPct val="100000"/>
              </a:pPr>
              <a:r>
                <a:rPr lang="en-US" sz="1000" b="1">
                  <a:solidFill>
                    <a:schemeClr val="bg1"/>
                  </a:solidFill>
                  <a:latin typeface="Aptos Light" panose="020B0004020202020204" pitchFamily="34" charset="0"/>
                </a:rPr>
                <a:t>EMEA</a:t>
              </a:r>
            </a:p>
            <a:p>
              <a:pPr>
                <a:lnSpc>
                  <a:spcPct val="110000"/>
                </a:lnSpc>
                <a:buSzPct val="100000"/>
              </a:pPr>
              <a:r>
                <a:rPr lang="en-US" sz="1000">
                  <a:solidFill>
                    <a:schemeClr val="accent3"/>
                  </a:solidFill>
                  <a:latin typeface="Aptos Light" panose="020B0004020202020204" pitchFamily="34" charset="0"/>
                </a:rPr>
                <a:t>London, UK</a:t>
              </a:r>
            </a:p>
            <a:p>
              <a:pPr>
                <a:lnSpc>
                  <a:spcPct val="110000"/>
                </a:lnSpc>
                <a:buSzPct val="100000"/>
              </a:pPr>
              <a:r>
                <a:rPr lang="en-US" sz="1000">
                  <a:solidFill>
                    <a:schemeClr val="bg1"/>
                  </a:solidFill>
                  <a:latin typeface="Aptos Light" panose="020B0004020202020204" pitchFamily="34" charset="0"/>
                </a:rPr>
                <a:t>Leeds, UK</a:t>
              </a:r>
            </a:p>
            <a:p>
              <a:pPr>
                <a:lnSpc>
                  <a:spcPct val="110000"/>
                </a:lnSpc>
                <a:buSzPct val="100000"/>
              </a:pPr>
              <a:r>
                <a:rPr lang="en-US" sz="1000">
                  <a:solidFill>
                    <a:schemeClr val="bg1"/>
                  </a:solidFill>
                  <a:latin typeface="Aptos Light" panose="020B0004020202020204" pitchFamily="34" charset="0"/>
                </a:rPr>
                <a:t>Dublin, IE</a:t>
              </a:r>
            </a:p>
            <a:p>
              <a:pPr>
                <a:lnSpc>
                  <a:spcPct val="110000"/>
                </a:lnSpc>
                <a:buSzPct val="100000"/>
              </a:pPr>
              <a:r>
                <a:rPr lang="en-US" sz="1000">
                  <a:solidFill>
                    <a:schemeClr val="bg1"/>
                  </a:solidFill>
                  <a:latin typeface="Aptos Light" panose="020B0004020202020204" pitchFamily="34" charset="0"/>
                </a:rPr>
                <a:t>Madrid, ES</a:t>
              </a:r>
            </a:p>
            <a:p>
              <a:pPr>
                <a:lnSpc>
                  <a:spcPct val="110000"/>
                </a:lnSpc>
                <a:buSzPct val="100000"/>
              </a:pPr>
              <a:r>
                <a:rPr lang="en-US" sz="1000">
                  <a:solidFill>
                    <a:schemeClr val="bg1"/>
                  </a:solidFill>
                  <a:latin typeface="Aptos Light" panose="020B0004020202020204" pitchFamily="34" charset="0"/>
                </a:rPr>
                <a:t>Tel Aviv, IS</a:t>
              </a:r>
            </a:p>
            <a:p>
              <a:pPr>
                <a:lnSpc>
                  <a:spcPct val="110000"/>
                </a:lnSpc>
                <a:buSzPct val="100000"/>
              </a:pPr>
              <a:r>
                <a:rPr lang="en-US" sz="1000">
                  <a:solidFill>
                    <a:schemeClr val="bg1"/>
                  </a:solidFill>
                  <a:latin typeface="Aptos Light" panose="020B0004020202020204" pitchFamily="34" charset="0"/>
                </a:rPr>
                <a:t>Cologne, DE</a:t>
              </a:r>
            </a:p>
            <a:p>
              <a:pPr>
                <a:lnSpc>
                  <a:spcPct val="110000"/>
                </a:lnSpc>
                <a:buSzPct val="100000"/>
              </a:pPr>
              <a:r>
                <a:rPr lang="en-US" sz="1000">
                  <a:solidFill>
                    <a:schemeClr val="bg1"/>
                  </a:solidFill>
                  <a:latin typeface="Aptos Light" panose="020B0004020202020204" pitchFamily="34" charset="0"/>
                </a:rPr>
                <a:t>Lisbon, PT</a:t>
              </a:r>
            </a:p>
          </p:txBody>
        </p:sp>
        <p:sp>
          <p:nvSpPr>
            <p:cNvPr id="12" name="TextBox 11">
              <a:extLst>
                <a:ext uri="{FF2B5EF4-FFF2-40B4-BE49-F238E27FC236}">
                  <a16:creationId xmlns:a16="http://schemas.microsoft.com/office/drawing/2014/main" id="{C96D7703-3D90-ACDD-6DC3-50CC3EAA99DC}"/>
                </a:ext>
              </a:extLst>
            </p:cNvPr>
            <p:cNvSpPr txBox="1"/>
            <p:nvPr/>
          </p:nvSpPr>
          <p:spPr>
            <a:xfrm>
              <a:off x="6542019" y="3863646"/>
              <a:ext cx="933061" cy="2768563"/>
            </a:xfrm>
            <a:prstGeom prst="rect">
              <a:avLst/>
            </a:prstGeom>
            <a:noFill/>
          </p:spPr>
          <p:txBody>
            <a:bodyPr wrap="none" lIns="0" tIns="0" rIns="0" bIns="0" rtlCol="0">
              <a:spAutoFit/>
            </a:bodyPr>
            <a:lstStyle/>
            <a:p>
              <a:pPr>
                <a:lnSpc>
                  <a:spcPct val="110000"/>
                </a:lnSpc>
                <a:buSzPct val="100000"/>
              </a:pPr>
              <a:r>
                <a:rPr lang="en-US" sz="1000">
                  <a:solidFill>
                    <a:schemeClr val="bg1"/>
                  </a:solidFill>
                  <a:latin typeface="Aptos Light" panose="020B0004020202020204" pitchFamily="34" charset="0"/>
                </a:rPr>
                <a:t>Paris, FR</a:t>
              </a:r>
            </a:p>
            <a:p>
              <a:pPr>
                <a:lnSpc>
                  <a:spcPct val="110000"/>
                </a:lnSpc>
                <a:buSzPct val="100000"/>
              </a:pPr>
              <a:r>
                <a:rPr lang="en-US" sz="1000">
                  <a:solidFill>
                    <a:schemeClr val="bg1"/>
                  </a:solidFill>
                  <a:latin typeface="Aptos Light" panose="020B0004020202020204" pitchFamily="34" charset="0"/>
                </a:rPr>
                <a:t>Gdansk, PL</a:t>
              </a:r>
            </a:p>
            <a:p>
              <a:pPr>
                <a:lnSpc>
                  <a:spcPct val="110000"/>
                </a:lnSpc>
                <a:buSzPct val="100000"/>
              </a:pPr>
              <a:r>
                <a:rPr lang="en-US" sz="1000">
                  <a:solidFill>
                    <a:schemeClr val="bg1"/>
                  </a:solidFill>
                  <a:latin typeface="Aptos Light" panose="020B0004020202020204" pitchFamily="34" charset="0"/>
                </a:rPr>
                <a:t>Bucharest, RO</a:t>
              </a:r>
            </a:p>
            <a:p>
              <a:pPr>
                <a:lnSpc>
                  <a:spcPct val="110000"/>
                </a:lnSpc>
                <a:buSzPct val="100000"/>
              </a:pPr>
              <a:r>
                <a:rPr lang="en-US" sz="1000">
                  <a:solidFill>
                    <a:schemeClr val="bg1"/>
                  </a:solidFill>
                  <a:latin typeface="Aptos Light" panose="020B0004020202020204" pitchFamily="34" charset="0"/>
                </a:rPr>
                <a:t>Sofia, BG</a:t>
              </a:r>
            </a:p>
            <a:p>
              <a:pPr>
                <a:lnSpc>
                  <a:spcPct val="110000"/>
                </a:lnSpc>
                <a:buSzPct val="100000"/>
              </a:pPr>
              <a:r>
                <a:rPr lang="en-US" sz="1000">
                  <a:solidFill>
                    <a:schemeClr val="bg1"/>
                  </a:solidFill>
                  <a:latin typeface="Aptos Light" panose="020B0004020202020204" pitchFamily="34" charset="0"/>
                </a:rPr>
                <a:t>Helmond, NL</a:t>
              </a:r>
            </a:p>
            <a:p>
              <a:pPr>
                <a:lnSpc>
                  <a:spcPct val="110000"/>
                </a:lnSpc>
                <a:buSzPct val="100000"/>
              </a:pPr>
              <a:r>
                <a:rPr lang="en-US" sz="1000">
                  <a:solidFill>
                    <a:schemeClr val="bg1"/>
                  </a:solidFill>
                  <a:latin typeface="Aptos Light" panose="020B0004020202020204" pitchFamily="34" charset="0"/>
                </a:rPr>
                <a:t>Barcelona, ES</a:t>
              </a:r>
            </a:p>
            <a:p>
              <a:pPr>
                <a:lnSpc>
                  <a:spcPct val="110000"/>
                </a:lnSpc>
                <a:buSzPct val="100000"/>
              </a:pPr>
              <a:r>
                <a:rPr lang="en-US" sz="1000" b="0">
                  <a:solidFill>
                    <a:schemeClr val="bg1"/>
                  </a:solidFill>
                  <a:latin typeface="Aptos Light" panose="020B0004020202020204" pitchFamily="34" charset="0"/>
                </a:rPr>
                <a:t>Bilbao, ES</a:t>
              </a:r>
            </a:p>
            <a:p>
              <a:pPr>
                <a:lnSpc>
                  <a:spcPct val="110000"/>
                </a:lnSpc>
                <a:buSzPct val="100000"/>
              </a:pPr>
              <a:r>
                <a:rPr lang="en-US" sz="1000">
                  <a:solidFill>
                    <a:schemeClr val="bg1"/>
                  </a:solidFill>
                  <a:latin typeface="Aptos Light" panose="020B0004020202020204" pitchFamily="34" charset="0"/>
                </a:rPr>
                <a:t>Salamanca, ES</a:t>
              </a:r>
            </a:p>
            <a:p>
              <a:pPr>
                <a:lnSpc>
                  <a:spcPct val="110000"/>
                </a:lnSpc>
                <a:buSzPct val="100000"/>
              </a:pPr>
              <a:r>
                <a:rPr lang="en-US" sz="1000">
                  <a:solidFill>
                    <a:schemeClr val="bg1"/>
                  </a:solidFill>
                  <a:latin typeface="Aptos Light" panose="020B0004020202020204" pitchFamily="34" charset="0"/>
                </a:rPr>
                <a:t>Valencia, ES</a:t>
              </a:r>
            </a:p>
            <a:p>
              <a:pPr>
                <a:lnSpc>
                  <a:spcPct val="110000"/>
                </a:lnSpc>
                <a:buSzPct val="100000"/>
              </a:pPr>
              <a:r>
                <a:rPr lang="en-US" sz="1000">
                  <a:solidFill>
                    <a:schemeClr val="bg1"/>
                  </a:solidFill>
                  <a:latin typeface="Aptos Light" panose="020B0004020202020204" pitchFamily="34" charset="0"/>
                </a:rPr>
                <a:t>Zaragoza, ES</a:t>
              </a:r>
            </a:p>
            <a:p>
              <a:pPr>
                <a:lnSpc>
                  <a:spcPct val="110000"/>
                </a:lnSpc>
                <a:buSzPct val="100000"/>
              </a:pPr>
              <a:r>
                <a:rPr lang="en-US" sz="1000">
                  <a:solidFill>
                    <a:schemeClr val="bg1"/>
                  </a:solidFill>
                  <a:latin typeface="Aptos Light" panose="020B0004020202020204" pitchFamily="34" charset="0"/>
                </a:rPr>
                <a:t>Copenhagen, DK</a:t>
              </a:r>
            </a:p>
            <a:p>
              <a:pPr>
                <a:lnSpc>
                  <a:spcPct val="110000"/>
                </a:lnSpc>
                <a:buSzPct val="100000"/>
              </a:pPr>
              <a:r>
                <a:rPr lang="en-US" sz="1000">
                  <a:solidFill>
                    <a:schemeClr val="bg1"/>
                  </a:solidFill>
                  <a:latin typeface="Aptos Light" panose="020B0004020202020204" pitchFamily="34" charset="0"/>
                </a:rPr>
                <a:t>Zurich, CH</a:t>
              </a:r>
            </a:p>
            <a:p>
              <a:pPr>
                <a:lnSpc>
                  <a:spcPct val="110000"/>
                </a:lnSpc>
                <a:buSzPct val="100000"/>
              </a:pPr>
              <a:r>
                <a:rPr lang="en-US" sz="1000">
                  <a:solidFill>
                    <a:schemeClr val="bg1"/>
                  </a:solidFill>
                  <a:latin typeface="Aptos Light" panose="020B0004020202020204" pitchFamily="34" charset="0"/>
                </a:rPr>
                <a:t>Fribourg, CH</a:t>
              </a:r>
            </a:p>
            <a:p>
              <a:pPr>
                <a:lnSpc>
                  <a:spcPct val="110000"/>
                </a:lnSpc>
                <a:buSzPct val="100000"/>
              </a:pPr>
              <a:r>
                <a:rPr lang="en-US" sz="1000">
                  <a:solidFill>
                    <a:schemeClr val="bg1"/>
                  </a:solidFill>
                  <a:latin typeface="Aptos Light" panose="020B0004020202020204" pitchFamily="34" charset="0"/>
                </a:rPr>
                <a:t>Kyiv, UA</a:t>
              </a:r>
            </a:p>
            <a:p>
              <a:pPr>
                <a:lnSpc>
                  <a:spcPct val="110000"/>
                </a:lnSpc>
                <a:buSzPct val="100000"/>
              </a:pPr>
              <a:r>
                <a:rPr lang="en-US" sz="1000">
                  <a:solidFill>
                    <a:schemeClr val="bg1"/>
                  </a:solidFill>
                  <a:latin typeface="Aptos Light" panose="020B0004020202020204" pitchFamily="34" charset="0"/>
                </a:rPr>
                <a:t>Prague, CZ</a:t>
              </a:r>
            </a:p>
            <a:p>
              <a:pPr>
                <a:lnSpc>
                  <a:spcPct val="110000"/>
                </a:lnSpc>
                <a:buSzPct val="100000"/>
              </a:pPr>
              <a:r>
                <a:rPr lang="en-US" sz="1000">
                  <a:solidFill>
                    <a:schemeClr val="bg1"/>
                  </a:solidFill>
                  <a:latin typeface="Aptos Light" panose="020B0004020202020204" pitchFamily="34" charset="0"/>
                </a:rPr>
                <a:t>Cape Town, ZA</a:t>
              </a:r>
            </a:p>
          </p:txBody>
        </p:sp>
        <p:sp>
          <p:nvSpPr>
            <p:cNvPr id="13" name="World">
              <a:extLst>
                <a:ext uri="{FF2B5EF4-FFF2-40B4-BE49-F238E27FC236}">
                  <a16:creationId xmlns:a16="http://schemas.microsoft.com/office/drawing/2014/main" id="{8024B5DE-EA21-8A83-DD9B-6E5DA923545A}"/>
                </a:ext>
              </a:extLst>
            </p:cNvPr>
            <p:cNvSpPr>
              <a:spLocks noChangeAspect="1" noEditPoints="1"/>
            </p:cNvSpPr>
            <p:nvPr/>
          </p:nvSpPr>
          <p:spPr bwMode="auto">
            <a:xfrm>
              <a:off x="3197218" y="963640"/>
              <a:ext cx="8858218" cy="459205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4" name="Square">
              <a:extLst>
                <a:ext uri="{FF2B5EF4-FFF2-40B4-BE49-F238E27FC236}">
                  <a16:creationId xmlns:a16="http://schemas.microsoft.com/office/drawing/2014/main" id="{78F28C0B-EE17-FE5C-29A6-D4904306342D}"/>
                </a:ext>
              </a:extLst>
            </p:cNvPr>
            <p:cNvSpPr>
              <a:spLocks noChangeAspect="1"/>
            </p:cNvSpPr>
            <p:nvPr/>
          </p:nvSpPr>
          <p:spPr bwMode="auto">
            <a:xfrm>
              <a:off x="4218572" y="2786673"/>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5" name="Square">
              <a:extLst>
                <a:ext uri="{FF2B5EF4-FFF2-40B4-BE49-F238E27FC236}">
                  <a16:creationId xmlns:a16="http://schemas.microsoft.com/office/drawing/2014/main" id="{F313B337-D410-C256-7A60-73F52A7900EA}"/>
                </a:ext>
              </a:extLst>
            </p:cNvPr>
            <p:cNvSpPr>
              <a:spLocks noChangeAspect="1"/>
            </p:cNvSpPr>
            <p:nvPr/>
          </p:nvSpPr>
          <p:spPr bwMode="auto">
            <a:xfrm>
              <a:off x="5120977" y="238174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6" name="Square">
              <a:extLst>
                <a:ext uri="{FF2B5EF4-FFF2-40B4-BE49-F238E27FC236}">
                  <a16:creationId xmlns:a16="http://schemas.microsoft.com/office/drawing/2014/main" id="{6E89EA96-92A7-F79B-1087-B2B84015052A}"/>
                </a:ext>
              </a:extLst>
            </p:cNvPr>
            <p:cNvSpPr>
              <a:spLocks noChangeAspect="1"/>
            </p:cNvSpPr>
            <p:nvPr/>
          </p:nvSpPr>
          <p:spPr bwMode="auto">
            <a:xfrm>
              <a:off x="5346388"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7" name="Square">
              <a:extLst>
                <a:ext uri="{FF2B5EF4-FFF2-40B4-BE49-F238E27FC236}">
                  <a16:creationId xmlns:a16="http://schemas.microsoft.com/office/drawing/2014/main" id="{3E138560-1DC0-6ADE-740A-52727099CCE9}"/>
                </a:ext>
              </a:extLst>
            </p:cNvPr>
            <p:cNvSpPr>
              <a:spLocks noChangeAspect="1"/>
            </p:cNvSpPr>
            <p:nvPr/>
          </p:nvSpPr>
          <p:spPr bwMode="auto">
            <a:xfrm>
              <a:off x="5026474" y="276716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8" name="Square">
              <a:extLst>
                <a:ext uri="{FF2B5EF4-FFF2-40B4-BE49-F238E27FC236}">
                  <a16:creationId xmlns:a16="http://schemas.microsoft.com/office/drawing/2014/main" id="{3DBD4985-DB6B-71BC-FC84-748FC39E0CB9}"/>
                </a:ext>
              </a:extLst>
            </p:cNvPr>
            <p:cNvSpPr>
              <a:spLocks noChangeAspect="1"/>
            </p:cNvSpPr>
            <p:nvPr/>
          </p:nvSpPr>
          <p:spPr bwMode="auto">
            <a:xfrm>
              <a:off x="5311053" y="25384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19" name="Square">
              <a:extLst>
                <a:ext uri="{FF2B5EF4-FFF2-40B4-BE49-F238E27FC236}">
                  <a16:creationId xmlns:a16="http://schemas.microsoft.com/office/drawing/2014/main" id="{A0EF2A1C-8460-7BB7-3344-7B7060B50CBA}"/>
                </a:ext>
              </a:extLst>
            </p:cNvPr>
            <p:cNvSpPr>
              <a:spLocks noChangeAspect="1"/>
            </p:cNvSpPr>
            <p:nvPr/>
          </p:nvSpPr>
          <p:spPr bwMode="auto">
            <a:xfrm>
              <a:off x="5181190" y="288849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0" name="Square">
              <a:extLst>
                <a:ext uri="{FF2B5EF4-FFF2-40B4-BE49-F238E27FC236}">
                  <a16:creationId xmlns:a16="http://schemas.microsoft.com/office/drawing/2014/main" id="{B23BC48D-003B-D92E-3A69-C92FB076CD1B}"/>
                </a:ext>
              </a:extLst>
            </p:cNvPr>
            <p:cNvSpPr>
              <a:spLocks noChangeAspect="1"/>
            </p:cNvSpPr>
            <p:nvPr/>
          </p:nvSpPr>
          <p:spPr bwMode="auto">
            <a:xfrm>
              <a:off x="4946004" y="293314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1" name="Square">
              <a:extLst>
                <a:ext uri="{FF2B5EF4-FFF2-40B4-BE49-F238E27FC236}">
                  <a16:creationId xmlns:a16="http://schemas.microsoft.com/office/drawing/2014/main" id="{14DF2E20-7D8B-2F53-0C96-F1974F715705}"/>
                </a:ext>
              </a:extLst>
            </p:cNvPr>
            <p:cNvSpPr>
              <a:spLocks noChangeAspect="1"/>
            </p:cNvSpPr>
            <p:nvPr/>
          </p:nvSpPr>
          <p:spPr bwMode="auto">
            <a:xfrm>
              <a:off x="4766794" y="240969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2" name="Square">
              <a:extLst>
                <a:ext uri="{FF2B5EF4-FFF2-40B4-BE49-F238E27FC236}">
                  <a16:creationId xmlns:a16="http://schemas.microsoft.com/office/drawing/2014/main" id="{2C404269-3AB2-3C7C-D359-29A39A54B6C2}"/>
                </a:ext>
              </a:extLst>
            </p:cNvPr>
            <p:cNvSpPr>
              <a:spLocks noChangeAspect="1"/>
            </p:cNvSpPr>
            <p:nvPr/>
          </p:nvSpPr>
          <p:spPr bwMode="auto">
            <a:xfrm>
              <a:off x="5495321" y="22729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3" name="Square">
              <a:extLst>
                <a:ext uri="{FF2B5EF4-FFF2-40B4-BE49-F238E27FC236}">
                  <a16:creationId xmlns:a16="http://schemas.microsoft.com/office/drawing/2014/main" id="{0AEC570E-CC37-8EF1-6FD7-8A6FFE4B3E23}"/>
                </a:ext>
              </a:extLst>
            </p:cNvPr>
            <p:cNvSpPr>
              <a:spLocks noChangeAspect="1"/>
            </p:cNvSpPr>
            <p:nvPr/>
          </p:nvSpPr>
          <p:spPr bwMode="auto">
            <a:xfrm>
              <a:off x="4985076" y="34056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4" name="Square">
              <a:extLst>
                <a:ext uri="{FF2B5EF4-FFF2-40B4-BE49-F238E27FC236}">
                  <a16:creationId xmlns:a16="http://schemas.microsoft.com/office/drawing/2014/main" id="{95114185-59EA-43CE-885F-C627291A0A66}"/>
                </a:ext>
              </a:extLst>
            </p:cNvPr>
            <p:cNvSpPr>
              <a:spLocks noChangeAspect="1"/>
            </p:cNvSpPr>
            <p:nvPr/>
          </p:nvSpPr>
          <p:spPr bwMode="auto">
            <a:xfrm>
              <a:off x="4827563" y="332601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5" name="Square">
              <a:extLst>
                <a:ext uri="{FF2B5EF4-FFF2-40B4-BE49-F238E27FC236}">
                  <a16:creationId xmlns:a16="http://schemas.microsoft.com/office/drawing/2014/main" id="{13E9070B-7C63-5625-F2CC-B88D3A90E864}"/>
                </a:ext>
              </a:extLst>
            </p:cNvPr>
            <p:cNvSpPr>
              <a:spLocks noChangeAspect="1"/>
            </p:cNvSpPr>
            <p:nvPr/>
          </p:nvSpPr>
          <p:spPr bwMode="auto">
            <a:xfrm>
              <a:off x="5126000" y="349263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6" name="Square">
              <a:extLst>
                <a:ext uri="{FF2B5EF4-FFF2-40B4-BE49-F238E27FC236}">
                  <a16:creationId xmlns:a16="http://schemas.microsoft.com/office/drawing/2014/main" id="{0FBCB31E-B0EF-A737-503B-3831FF8A3C56}"/>
                </a:ext>
              </a:extLst>
            </p:cNvPr>
            <p:cNvSpPr>
              <a:spLocks noChangeAspect="1"/>
            </p:cNvSpPr>
            <p:nvPr/>
          </p:nvSpPr>
          <p:spPr bwMode="auto">
            <a:xfrm>
              <a:off x="5518800" y="467448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7" name="Square">
              <a:extLst>
                <a:ext uri="{FF2B5EF4-FFF2-40B4-BE49-F238E27FC236}">
                  <a16:creationId xmlns:a16="http://schemas.microsoft.com/office/drawing/2014/main" id="{02EF0C77-9E09-FFB6-15A8-82C972BD4967}"/>
                </a:ext>
              </a:extLst>
            </p:cNvPr>
            <p:cNvSpPr>
              <a:spLocks noChangeAspect="1"/>
            </p:cNvSpPr>
            <p:nvPr/>
          </p:nvSpPr>
          <p:spPr bwMode="auto">
            <a:xfrm>
              <a:off x="5417177" y="409766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8" name="Square">
              <a:extLst>
                <a:ext uri="{FF2B5EF4-FFF2-40B4-BE49-F238E27FC236}">
                  <a16:creationId xmlns:a16="http://schemas.microsoft.com/office/drawing/2014/main" id="{525077CD-9DBD-B72F-0157-60D7282855DA}"/>
                </a:ext>
              </a:extLst>
            </p:cNvPr>
            <p:cNvSpPr>
              <a:spLocks noChangeAspect="1"/>
            </p:cNvSpPr>
            <p:nvPr/>
          </p:nvSpPr>
          <p:spPr bwMode="auto">
            <a:xfrm>
              <a:off x="6085199" y="461458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29" name="Square">
              <a:extLst>
                <a:ext uri="{FF2B5EF4-FFF2-40B4-BE49-F238E27FC236}">
                  <a16:creationId xmlns:a16="http://schemas.microsoft.com/office/drawing/2014/main" id="{242B3CA9-F759-A85C-C879-DC77A245398C}"/>
                </a:ext>
              </a:extLst>
            </p:cNvPr>
            <p:cNvSpPr>
              <a:spLocks noChangeAspect="1"/>
            </p:cNvSpPr>
            <p:nvPr/>
          </p:nvSpPr>
          <p:spPr bwMode="auto">
            <a:xfrm>
              <a:off x="5815324" y="48982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0" name="Square">
              <a:extLst>
                <a:ext uri="{FF2B5EF4-FFF2-40B4-BE49-F238E27FC236}">
                  <a16:creationId xmlns:a16="http://schemas.microsoft.com/office/drawing/2014/main" id="{B280CA48-992F-7332-EABA-E02B7DE21B4F}"/>
                </a:ext>
              </a:extLst>
            </p:cNvPr>
            <p:cNvSpPr>
              <a:spLocks noChangeAspect="1"/>
            </p:cNvSpPr>
            <p:nvPr/>
          </p:nvSpPr>
          <p:spPr bwMode="auto">
            <a:xfrm>
              <a:off x="7206037" y="2304280"/>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1" name="Square">
              <a:extLst>
                <a:ext uri="{FF2B5EF4-FFF2-40B4-BE49-F238E27FC236}">
                  <a16:creationId xmlns:a16="http://schemas.microsoft.com/office/drawing/2014/main" id="{51527213-AE3C-31A6-6822-65284665AB2E}"/>
                </a:ext>
              </a:extLst>
            </p:cNvPr>
            <p:cNvSpPr>
              <a:spLocks noChangeAspect="1"/>
            </p:cNvSpPr>
            <p:nvPr/>
          </p:nvSpPr>
          <p:spPr bwMode="auto">
            <a:xfrm>
              <a:off x="9148033" y="360077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2" name="Square">
              <a:extLst>
                <a:ext uri="{FF2B5EF4-FFF2-40B4-BE49-F238E27FC236}">
                  <a16:creationId xmlns:a16="http://schemas.microsoft.com/office/drawing/2014/main" id="{C686431E-3DF7-FC18-69F9-E2DCC32D49E4}"/>
                </a:ext>
              </a:extLst>
            </p:cNvPr>
            <p:cNvSpPr>
              <a:spLocks noChangeAspect="1"/>
            </p:cNvSpPr>
            <p:nvPr/>
          </p:nvSpPr>
          <p:spPr bwMode="auto">
            <a:xfrm>
              <a:off x="9792956" y="3626524"/>
              <a:ext cx="117218" cy="11707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3" name="Square">
              <a:extLst>
                <a:ext uri="{FF2B5EF4-FFF2-40B4-BE49-F238E27FC236}">
                  <a16:creationId xmlns:a16="http://schemas.microsoft.com/office/drawing/2014/main" id="{EBFFD939-45A7-59E5-196B-AA5CF412ABD6}"/>
                </a:ext>
              </a:extLst>
            </p:cNvPr>
            <p:cNvSpPr>
              <a:spLocks noChangeAspect="1"/>
            </p:cNvSpPr>
            <p:nvPr/>
          </p:nvSpPr>
          <p:spPr bwMode="auto">
            <a:xfrm>
              <a:off x="7186502" y="219336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4" name="Square">
              <a:extLst>
                <a:ext uri="{FF2B5EF4-FFF2-40B4-BE49-F238E27FC236}">
                  <a16:creationId xmlns:a16="http://schemas.microsoft.com/office/drawing/2014/main" id="{BDE3F1A2-9FD0-8449-AEB3-8FB25621B468}"/>
                </a:ext>
              </a:extLst>
            </p:cNvPr>
            <p:cNvSpPr>
              <a:spLocks noChangeAspect="1"/>
            </p:cNvSpPr>
            <p:nvPr/>
          </p:nvSpPr>
          <p:spPr bwMode="auto">
            <a:xfrm>
              <a:off x="10389451" y="356335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5" name="Square">
              <a:extLst>
                <a:ext uri="{FF2B5EF4-FFF2-40B4-BE49-F238E27FC236}">
                  <a16:creationId xmlns:a16="http://schemas.microsoft.com/office/drawing/2014/main" id="{00C7A4B0-A8B8-B2CA-F9E2-AE8F91021BEF}"/>
                </a:ext>
              </a:extLst>
            </p:cNvPr>
            <p:cNvSpPr>
              <a:spLocks noChangeAspect="1"/>
            </p:cNvSpPr>
            <p:nvPr/>
          </p:nvSpPr>
          <p:spPr bwMode="auto">
            <a:xfrm>
              <a:off x="10793197" y="479949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6" name="Square">
              <a:extLst>
                <a:ext uri="{FF2B5EF4-FFF2-40B4-BE49-F238E27FC236}">
                  <a16:creationId xmlns:a16="http://schemas.microsoft.com/office/drawing/2014/main" id="{556EE1B4-8829-42E9-2D43-F2D0CE11621E}"/>
                </a:ext>
              </a:extLst>
            </p:cNvPr>
            <p:cNvSpPr>
              <a:spLocks noChangeAspect="1"/>
            </p:cNvSpPr>
            <p:nvPr/>
          </p:nvSpPr>
          <p:spPr bwMode="auto">
            <a:xfrm>
              <a:off x="11095354" y="4653608"/>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7" name="Square">
              <a:extLst>
                <a:ext uri="{FF2B5EF4-FFF2-40B4-BE49-F238E27FC236}">
                  <a16:creationId xmlns:a16="http://schemas.microsoft.com/office/drawing/2014/main" id="{88F9AFC5-10A9-5060-AA73-DBD42C35F775}"/>
                </a:ext>
              </a:extLst>
            </p:cNvPr>
            <p:cNvSpPr>
              <a:spLocks noChangeAspect="1"/>
            </p:cNvSpPr>
            <p:nvPr/>
          </p:nvSpPr>
          <p:spPr bwMode="auto">
            <a:xfrm>
              <a:off x="11095354" y="449520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8" name="Square">
              <a:extLst>
                <a:ext uri="{FF2B5EF4-FFF2-40B4-BE49-F238E27FC236}">
                  <a16:creationId xmlns:a16="http://schemas.microsoft.com/office/drawing/2014/main" id="{034FB9C7-0FA1-DDA9-96A7-277277B55A84}"/>
                </a:ext>
              </a:extLst>
            </p:cNvPr>
            <p:cNvSpPr>
              <a:spLocks noChangeAspect="1"/>
            </p:cNvSpPr>
            <p:nvPr/>
          </p:nvSpPr>
          <p:spPr bwMode="auto">
            <a:xfrm>
              <a:off x="9869049" y="374275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39" name="Square">
              <a:extLst>
                <a:ext uri="{FF2B5EF4-FFF2-40B4-BE49-F238E27FC236}">
                  <a16:creationId xmlns:a16="http://schemas.microsoft.com/office/drawing/2014/main" id="{9653F164-48C6-112B-007A-C8638721D7BA}"/>
                </a:ext>
              </a:extLst>
            </p:cNvPr>
            <p:cNvSpPr>
              <a:spLocks noChangeAspect="1"/>
            </p:cNvSpPr>
            <p:nvPr/>
          </p:nvSpPr>
          <p:spPr bwMode="auto">
            <a:xfrm>
              <a:off x="10259656" y="310245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0" name="Square">
              <a:extLst>
                <a:ext uri="{FF2B5EF4-FFF2-40B4-BE49-F238E27FC236}">
                  <a16:creationId xmlns:a16="http://schemas.microsoft.com/office/drawing/2014/main" id="{690E382E-B6A5-2678-2979-A4D08858C37F}"/>
                </a:ext>
              </a:extLst>
            </p:cNvPr>
            <p:cNvSpPr>
              <a:spLocks noChangeAspect="1"/>
            </p:cNvSpPr>
            <p:nvPr/>
          </p:nvSpPr>
          <p:spPr bwMode="auto">
            <a:xfrm>
              <a:off x="10093206" y="3270224"/>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1" name="Square">
              <a:extLst>
                <a:ext uri="{FF2B5EF4-FFF2-40B4-BE49-F238E27FC236}">
                  <a16:creationId xmlns:a16="http://schemas.microsoft.com/office/drawing/2014/main" id="{977366E7-4E07-4D9D-F9FE-8BB96A98A161}"/>
                </a:ext>
              </a:extLst>
            </p:cNvPr>
            <p:cNvSpPr>
              <a:spLocks noChangeAspect="1"/>
            </p:cNvSpPr>
            <p:nvPr/>
          </p:nvSpPr>
          <p:spPr bwMode="auto">
            <a:xfrm>
              <a:off x="7413453" y="2374800"/>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2" name="Square">
              <a:extLst>
                <a:ext uri="{FF2B5EF4-FFF2-40B4-BE49-F238E27FC236}">
                  <a16:creationId xmlns:a16="http://schemas.microsoft.com/office/drawing/2014/main" id="{61B43B30-8E2E-FA38-A2FF-4E817288C918}"/>
                </a:ext>
              </a:extLst>
            </p:cNvPr>
            <p:cNvSpPr>
              <a:spLocks noChangeAspect="1"/>
            </p:cNvSpPr>
            <p:nvPr/>
          </p:nvSpPr>
          <p:spPr bwMode="auto">
            <a:xfrm>
              <a:off x="7091469" y="27377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3" name="Square">
              <a:extLst>
                <a:ext uri="{FF2B5EF4-FFF2-40B4-BE49-F238E27FC236}">
                  <a16:creationId xmlns:a16="http://schemas.microsoft.com/office/drawing/2014/main" id="{C094277D-EA34-42CF-2C83-01E06DD5AC4D}"/>
                </a:ext>
              </a:extLst>
            </p:cNvPr>
            <p:cNvSpPr>
              <a:spLocks noChangeAspect="1"/>
            </p:cNvSpPr>
            <p:nvPr/>
          </p:nvSpPr>
          <p:spPr bwMode="auto">
            <a:xfrm>
              <a:off x="7358166" y="248202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4" name="Square">
              <a:extLst>
                <a:ext uri="{FF2B5EF4-FFF2-40B4-BE49-F238E27FC236}">
                  <a16:creationId xmlns:a16="http://schemas.microsoft.com/office/drawing/2014/main" id="{75EF87AB-0C5F-2487-3877-96E1C5300D3C}"/>
                </a:ext>
              </a:extLst>
            </p:cNvPr>
            <p:cNvSpPr>
              <a:spLocks noChangeAspect="1"/>
            </p:cNvSpPr>
            <p:nvPr/>
          </p:nvSpPr>
          <p:spPr bwMode="auto">
            <a:xfrm>
              <a:off x="7676218" y="2241725"/>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5" name="Square">
              <a:extLst>
                <a:ext uri="{FF2B5EF4-FFF2-40B4-BE49-F238E27FC236}">
                  <a16:creationId xmlns:a16="http://schemas.microsoft.com/office/drawing/2014/main" id="{BC8248A3-2D23-40E2-E2E7-5482C00347EA}"/>
                </a:ext>
              </a:extLst>
            </p:cNvPr>
            <p:cNvSpPr>
              <a:spLocks noChangeAspect="1"/>
            </p:cNvSpPr>
            <p:nvPr/>
          </p:nvSpPr>
          <p:spPr bwMode="auto">
            <a:xfrm>
              <a:off x="8384508" y="261086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6" name="Square">
              <a:extLst>
                <a:ext uri="{FF2B5EF4-FFF2-40B4-BE49-F238E27FC236}">
                  <a16:creationId xmlns:a16="http://schemas.microsoft.com/office/drawing/2014/main" id="{E26532D8-9069-1C5B-A5E0-10A3636E8BC7}"/>
                </a:ext>
              </a:extLst>
            </p:cNvPr>
            <p:cNvSpPr>
              <a:spLocks noChangeAspect="1"/>
            </p:cNvSpPr>
            <p:nvPr/>
          </p:nvSpPr>
          <p:spPr bwMode="auto">
            <a:xfrm>
              <a:off x="8290735" y="2702771"/>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7" name="Square">
              <a:extLst>
                <a:ext uri="{FF2B5EF4-FFF2-40B4-BE49-F238E27FC236}">
                  <a16:creationId xmlns:a16="http://schemas.microsoft.com/office/drawing/2014/main" id="{7C266E61-577F-C996-43EA-4527C8B5B265}"/>
                </a:ext>
              </a:extLst>
            </p:cNvPr>
            <p:cNvSpPr>
              <a:spLocks noChangeAspect="1"/>
            </p:cNvSpPr>
            <p:nvPr/>
          </p:nvSpPr>
          <p:spPr bwMode="auto">
            <a:xfrm>
              <a:off x="9119418" y="3496923"/>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8" name="Square">
              <a:extLst>
                <a:ext uri="{FF2B5EF4-FFF2-40B4-BE49-F238E27FC236}">
                  <a16:creationId xmlns:a16="http://schemas.microsoft.com/office/drawing/2014/main" id="{601BBC1E-EFCB-C60E-DDA5-DBA0DFB685E6}"/>
                </a:ext>
              </a:extLst>
            </p:cNvPr>
            <p:cNvSpPr>
              <a:spLocks noChangeAspect="1"/>
            </p:cNvSpPr>
            <p:nvPr/>
          </p:nvSpPr>
          <p:spPr bwMode="auto">
            <a:xfrm>
              <a:off x="9220258" y="3351319"/>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49" name="Square">
              <a:extLst>
                <a:ext uri="{FF2B5EF4-FFF2-40B4-BE49-F238E27FC236}">
                  <a16:creationId xmlns:a16="http://schemas.microsoft.com/office/drawing/2014/main" id="{47DD6FFD-21B3-AB87-8E4D-E48EA99EF6CC}"/>
                </a:ext>
              </a:extLst>
            </p:cNvPr>
            <p:cNvSpPr>
              <a:spLocks noChangeAspect="1"/>
            </p:cNvSpPr>
            <p:nvPr/>
          </p:nvSpPr>
          <p:spPr bwMode="auto">
            <a:xfrm>
              <a:off x="9069889" y="3116842"/>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50" name="Square">
              <a:extLst>
                <a:ext uri="{FF2B5EF4-FFF2-40B4-BE49-F238E27FC236}">
                  <a16:creationId xmlns:a16="http://schemas.microsoft.com/office/drawing/2014/main" id="{1F135E0C-B74D-E2FB-ECC2-63C05BB2D26F}"/>
                </a:ext>
              </a:extLst>
            </p:cNvPr>
            <p:cNvSpPr>
              <a:spLocks noChangeAspect="1"/>
            </p:cNvSpPr>
            <p:nvPr/>
          </p:nvSpPr>
          <p:spPr bwMode="auto">
            <a:xfrm>
              <a:off x="7037387" y="2272956"/>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sp>
          <p:nvSpPr>
            <p:cNvPr id="51" name="Square">
              <a:extLst>
                <a:ext uri="{FF2B5EF4-FFF2-40B4-BE49-F238E27FC236}">
                  <a16:creationId xmlns:a16="http://schemas.microsoft.com/office/drawing/2014/main" id="{5476D4CC-69D0-8C1F-FE16-312A8B5C8763}"/>
                </a:ext>
              </a:extLst>
            </p:cNvPr>
            <p:cNvSpPr>
              <a:spLocks noChangeAspect="1"/>
            </p:cNvSpPr>
            <p:nvPr/>
          </p:nvSpPr>
          <p:spPr bwMode="auto">
            <a:xfrm>
              <a:off x="8167494" y="3077817"/>
              <a:ext cx="78144" cy="78049"/>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solidFill>
                  <a:schemeClr val="bg1"/>
                </a:solidFill>
                <a:latin typeface="Aptos Light" panose="020B0004020202020204" pitchFamily="34" charset="0"/>
              </a:endParaRPr>
            </a:p>
          </p:txBody>
        </p:sp>
      </p:grpSp>
    </p:spTree>
    <p:extLst>
      <p:ext uri="{BB962C8B-B14F-4D97-AF65-F5344CB8AC3E}">
        <p14:creationId xmlns:p14="http://schemas.microsoft.com/office/powerpoint/2010/main" val="9448271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1_Four Content with Map Option 1">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6" name="World">
            <a:extLst>
              <a:ext uri="{FF2B5EF4-FFF2-40B4-BE49-F238E27FC236}">
                <a16:creationId xmlns:a16="http://schemas.microsoft.com/office/drawing/2014/main" id="{302B45D3-4A9B-8656-8728-AA9E3A9E764B}"/>
              </a:ext>
            </a:extLst>
          </p:cNvPr>
          <p:cNvSpPr>
            <a:spLocks noChangeAspect="1" noEditPoints="1"/>
          </p:cNvSpPr>
          <p:nvPr userDrawn="1"/>
        </p:nvSpPr>
        <p:spPr bwMode="auto">
          <a:xfrm>
            <a:off x="376688" y="1943100"/>
            <a:ext cx="5405642" cy="2802255"/>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latin typeface="Aptos Light" panose="020B0004020202020204" pitchFamily="34" charset="0"/>
            </a:endParaRPr>
          </a:p>
        </p:txBody>
      </p:sp>
      <p:sp>
        <p:nvSpPr>
          <p:cNvPr id="4" name="UST" descr="UST">
            <a:extLst>
              <a:ext uri="{FF2B5EF4-FFF2-40B4-BE49-F238E27FC236}">
                <a16:creationId xmlns:a16="http://schemas.microsoft.com/office/drawing/2014/main" id="{F3A3F4EA-1A5D-0492-4F9C-3F52B3290F29}"/>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Aptos Light" panose="020B0004020202020204" pitchFamily="34" charset="0"/>
            </a:endParaRPr>
          </a:p>
        </p:txBody>
      </p:sp>
      <p:sp>
        <p:nvSpPr>
          <p:cNvPr id="10" name="Legal">
            <a:extLst>
              <a:ext uri="{FF2B5EF4-FFF2-40B4-BE49-F238E27FC236}">
                <a16:creationId xmlns:a16="http://schemas.microsoft.com/office/drawing/2014/main" id="{A8F13F7D-0B87-DB2F-ADE1-EDF73E59108A}"/>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11" name="Slide Number Placeholder 10">
            <a:extLst>
              <a:ext uri="{FF2B5EF4-FFF2-40B4-BE49-F238E27FC236}">
                <a16:creationId xmlns:a16="http://schemas.microsoft.com/office/drawing/2014/main" id="{EEDC24AA-2FE6-54E5-4AFC-6CB6BDDC3547}"/>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2833416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_Three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Insert chart</a:t>
            </a:r>
          </a:p>
        </p:txBody>
      </p:sp>
      <p:sp>
        <p:nvSpPr>
          <p:cNvPr id="4" name="UST" descr="UST">
            <a:extLst>
              <a:ext uri="{FF2B5EF4-FFF2-40B4-BE49-F238E27FC236}">
                <a16:creationId xmlns:a16="http://schemas.microsoft.com/office/drawing/2014/main" id="{DB887B6C-CF31-9951-F4CF-8B3C871C95E1}"/>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Aptos Light" panose="020B0004020202020204" pitchFamily="34" charset="0"/>
            </a:endParaRPr>
          </a:p>
        </p:txBody>
      </p:sp>
      <p:sp>
        <p:nvSpPr>
          <p:cNvPr id="10" name="Legal">
            <a:extLst>
              <a:ext uri="{FF2B5EF4-FFF2-40B4-BE49-F238E27FC236}">
                <a16:creationId xmlns:a16="http://schemas.microsoft.com/office/drawing/2014/main" id="{238BBB76-C843-1F97-0A82-2E1C8B2D1C1A}"/>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11" name="Slide Number Placeholder 10">
            <a:extLst>
              <a:ext uri="{FF2B5EF4-FFF2-40B4-BE49-F238E27FC236}">
                <a16:creationId xmlns:a16="http://schemas.microsoft.com/office/drawing/2014/main" id="{DA4F8DA3-D0D1-1262-09F5-EAA50B8FB44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22410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_Three Content with Image ">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6" name="UST" descr="UST">
            <a:extLst>
              <a:ext uri="{FF2B5EF4-FFF2-40B4-BE49-F238E27FC236}">
                <a16:creationId xmlns:a16="http://schemas.microsoft.com/office/drawing/2014/main" id="{63BDAF2E-DD6E-72F0-91D7-FCD33F705716}"/>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365124" y="1828799"/>
            <a:ext cx="3894139" cy="2462057"/>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a:t>[Click icon to insert photo]</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1966947" y="4958641"/>
            <a:ext cx="6467370" cy="106115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4559687" y="2522973"/>
            <a:ext cx="3874629" cy="1767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1966946" y="4495756"/>
            <a:ext cx="6467370" cy="3384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1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4559687" y="1867654"/>
            <a:ext cx="3874629"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068556" cy="914400"/>
          </a:xfrm>
        </p:spPr>
        <p:txBody>
          <a:bodyPr/>
          <a:lstStyle>
            <a:lvl1pPr>
              <a:defRPr>
                <a:latin typeface="Aptos Light" panose="020B0004020202020204" pitchFamily="34" charset="0"/>
              </a:defRPr>
            </a:lvl1pPr>
          </a:lstStyle>
          <a:p>
            <a:r>
              <a:rPr lang="en-US"/>
              <a:t>[Slide title]</a:t>
            </a:r>
          </a:p>
        </p:txBody>
      </p:sp>
      <p:sp>
        <p:nvSpPr>
          <p:cNvPr id="5" name="UST" descr="UST">
            <a:extLst>
              <a:ext uri="{FF2B5EF4-FFF2-40B4-BE49-F238E27FC236}">
                <a16:creationId xmlns:a16="http://schemas.microsoft.com/office/drawing/2014/main" id="{399C3DBC-3336-D9B5-A00C-DDAA67E0E848}"/>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tx1"/>
              </a:solidFill>
              <a:latin typeface="Aptos Light" panose="020B0004020202020204" pitchFamily="34" charset="0"/>
            </a:endParaRPr>
          </a:p>
        </p:txBody>
      </p:sp>
      <p:sp>
        <p:nvSpPr>
          <p:cNvPr id="7" name="Legal">
            <a:extLst>
              <a:ext uri="{FF2B5EF4-FFF2-40B4-BE49-F238E27FC236}">
                <a16:creationId xmlns:a16="http://schemas.microsoft.com/office/drawing/2014/main" id="{EB083E04-0EEE-3DD4-C226-8403698D4F5A}"/>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8" name="Slide Number Placeholder 10">
            <a:extLst>
              <a:ext uri="{FF2B5EF4-FFF2-40B4-BE49-F238E27FC236}">
                <a16:creationId xmlns:a16="http://schemas.microsoft.com/office/drawing/2014/main" id="{AF04846F-E740-D03D-0922-CB8448F8C68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398940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83">
          <p15:clr>
            <a:srgbClr val="FBAE40"/>
          </p15:clr>
        </p15:guide>
        <p15:guide id="2" pos="2506">
          <p15:clr>
            <a:srgbClr val="FBAE40"/>
          </p15:clr>
        </p15:guide>
        <p15:guide id="3" pos="4978">
          <p15:clr>
            <a:srgbClr val="FBAE40"/>
          </p15:clr>
        </p15:guide>
        <p15:guide id="4" pos="5155">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3_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7"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7"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21ED8479-B827-0543-818F-C205C61745F5}"/>
              </a:ext>
            </a:extLst>
          </p:cNvPr>
          <p:cNvSpPr/>
          <p:nvPr userDrawn="1"/>
        </p:nvSpPr>
        <p:spPr>
          <a:xfrm>
            <a:off x="1376857"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8" name="Rectangle 7">
            <a:extLst>
              <a:ext uri="{FF2B5EF4-FFF2-40B4-BE49-F238E27FC236}">
                <a16:creationId xmlns:a16="http://schemas.microsoft.com/office/drawing/2014/main" id="{DBF87AB8-C489-3145-A597-EBA19BBB89B8}"/>
              </a:ext>
            </a:extLst>
          </p:cNvPr>
          <p:cNvSpPr/>
          <p:nvPr userDrawn="1"/>
        </p:nvSpPr>
        <p:spPr>
          <a:xfrm>
            <a:off x="1376857"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9" name="Rectangle 8">
            <a:extLst>
              <a:ext uri="{FF2B5EF4-FFF2-40B4-BE49-F238E27FC236}">
                <a16:creationId xmlns:a16="http://schemas.microsoft.com/office/drawing/2014/main" id="{3B4BED1D-79F4-C94A-ADF6-531074C9CC03}"/>
              </a:ext>
            </a:extLst>
          </p:cNvPr>
          <p:cNvSpPr/>
          <p:nvPr userDrawn="1"/>
        </p:nvSpPr>
        <p:spPr>
          <a:xfrm>
            <a:off x="6230848"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11" name="Rectangle 10">
            <a:extLst>
              <a:ext uri="{FF2B5EF4-FFF2-40B4-BE49-F238E27FC236}">
                <a16:creationId xmlns:a16="http://schemas.microsoft.com/office/drawing/2014/main" id="{F7F839C8-5EEC-2744-92E7-CB78AEAB0B57}"/>
              </a:ext>
            </a:extLst>
          </p:cNvPr>
          <p:cNvSpPr/>
          <p:nvPr userDrawn="1"/>
        </p:nvSpPr>
        <p:spPr>
          <a:xfrm>
            <a:off x="6230848"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Aptos Light" panose="020B0004020202020204" pitchFamily="34" charset="0"/>
            </a:endParaRPr>
          </a:p>
        </p:txBody>
      </p:sp>
      <p:sp>
        <p:nvSpPr>
          <p:cNvPr id="12" name="Text Placeholder 11">
            <a:extLst>
              <a:ext uri="{FF2B5EF4-FFF2-40B4-BE49-F238E27FC236}">
                <a16:creationId xmlns:a16="http://schemas.microsoft.com/office/drawing/2014/main" id="{3543EF2C-0E96-534C-9A2E-EA9740AB0AA3}"/>
              </a:ext>
            </a:extLst>
          </p:cNvPr>
          <p:cNvSpPr>
            <a:spLocks noGrp="1"/>
          </p:cNvSpPr>
          <p:nvPr>
            <p:ph type="body" sz="quarter" idx="15" hasCustomPrompt="1"/>
          </p:nvPr>
        </p:nvSpPr>
        <p:spPr>
          <a:xfrm>
            <a:off x="1376857"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
        <p:nvSpPr>
          <p:cNvPr id="13" name="Text Placeholder 11">
            <a:extLst>
              <a:ext uri="{FF2B5EF4-FFF2-40B4-BE49-F238E27FC236}">
                <a16:creationId xmlns:a16="http://schemas.microsoft.com/office/drawing/2014/main" id="{62A56C94-5ABB-0544-9381-F6B187E2CAE0}"/>
              </a:ext>
            </a:extLst>
          </p:cNvPr>
          <p:cNvSpPr>
            <a:spLocks noGrp="1"/>
          </p:cNvSpPr>
          <p:nvPr>
            <p:ph type="body" sz="quarter" idx="16" hasCustomPrompt="1"/>
          </p:nvPr>
        </p:nvSpPr>
        <p:spPr>
          <a:xfrm>
            <a:off x="6230848"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
        <p:nvSpPr>
          <p:cNvPr id="14" name="Text Placeholder 11">
            <a:extLst>
              <a:ext uri="{FF2B5EF4-FFF2-40B4-BE49-F238E27FC236}">
                <a16:creationId xmlns:a16="http://schemas.microsoft.com/office/drawing/2014/main" id="{20C83C36-F998-ED4D-9BF2-56A68F22134E}"/>
              </a:ext>
            </a:extLst>
          </p:cNvPr>
          <p:cNvSpPr>
            <a:spLocks noGrp="1"/>
          </p:cNvSpPr>
          <p:nvPr>
            <p:ph type="body" sz="quarter" idx="17" hasCustomPrompt="1"/>
          </p:nvPr>
        </p:nvSpPr>
        <p:spPr>
          <a:xfrm>
            <a:off x="6230848"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
        <p:nvSpPr>
          <p:cNvPr id="15" name="Text Placeholder 11">
            <a:extLst>
              <a:ext uri="{FF2B5EF4-FFF2-40B4-BE49-F238E27FC236}">
                <a16:creationId xmlns:a16="http://schemas.microsoft.com/office/drawing/2014/main" id="{C001CF52-94D1-C741-BCC2-8936AECB169A}"/>
              </a:ext>
            </a:extLst>
          </p:cNvPr>
          <p:cNvSpPr>
            <a:spLocks noGrp="1"/>
          </p:cNvSpPr>
          <p:nvPr>
            <p:ph type="body" sz="quarter" idx="18" hasCustomPrompt="1"/>
          </p:nvPr>
        </p:nvSpPr>
        <p:spPr>
          <a:xfrm>
            <a:off x="1376857"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a:t>Title header</a:t>
            </a:r>
          </a:p>
        </p:txBody>
      </p:sp>
    </p:spTree>
    <p:extLst>
      <p:ext uri="{BB962C8B-B14F-4D97-AF65-F5344CB8AC3E}">
        <p14:creationId xmlns:p14="http://schemas.microsoft.com/office/powerpoint/2010/main" val="2135807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_Copyright and Confidentiality">
    <p:spTree>
      <p:nvGrpSpPr>
        <p:cNvPr id="1" name=""/>
        <p:cNvGrpSpPr/>
        <p:nvPr/>
      </p:nvGrpSpPr>
      <p:grpSpPr>
        <a:xfrm>
          <a:off x="0" y="0"/>
          <a:ext cx="0" cy="0"/>
          <a:chOff x="0" y="0"/>
          <a:chExt cx="0" cy="0"/>
        </a:xfrm>
      </p:grpSpPr>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a:latin typeface="Aptos Light" panose="020B0004020202020204" pitchFamily="34" charset="0"/>
              </a:rPr>
              <a:t>Copyright © 2025 by UST Global Inc. All rights reserved.</a:t>
            </a:r>
          </a:p>
          <a:p>
            <a:pPr>
              <a:lnSpc>
                <a:spcPct val="100000"/>
              </a:lnSpc>
              <a:spcBef>
                <a:spcPts val="1200"/>
              </a:spcBef>
              <a:buSzPct val="100000"/>
            </a:pPr>
            <a:r>
              <a:rPr lang="en-US">
                <a:latin typeface="Aptos Light" panose="020B0004020202020204" pitchFamily="34" charset="0"/>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a:latin typeface="Aptos Light" panose="020B0004020202020204" pitchFamily="34" charset="0"/>
              </a:rPr>
              <a:t>UST</a:t>
            </a:r>
            <a:r>
              <a:rPr lang="en-US" baseline="30000">
                <a:latin typeface="Aptos Light" panose="020B0004020202020204" pitchFamily="34" charset="0"/>
              </a:rPr>
              <a:t>®</a:t>
            </a:r>
            <a:r>
              <a:rPr lang="en-US">
                <a:latin typeface="Aptos Light" panose="020B0004020202020204" pitchFamily="34" charset="0"/>
              </a:rPr>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latin typeface="Aptos Light" panose="020B0004020202020204" pitchFamily="34" charset="0"/>
              </a:rPr>
              <a:t>UST</a:t>
            </a:r>
          </a:p>
          <a:p>
            <a:pPr>
              <a:lnSpc>
                <a:spcPct val="100000"/>
              </a:lnSpc>
              <a:spcBef>
                <a:spcPts val="0"/>
              </a:spcBef>
              <a:buSzPct val="100000"/>
            </a:pPr>
            <a:r>
              <a:rPr lang="en-US" b="0">
                <a:solidFill>
                  <a:schemeClr val="tx1"/>
                </a:solidFill>
                <a:latin typeface="Aptos Light" panose="020B0004020202020204" pitchFamily="34" charset="0"/>
              </a:rPr>
              <a:t>5 Polaris Way</a:t>
            </a:r>
          </a:p>
          <a:p>
            <a:pPr>
              <a:lnSpc>
                <a:spcPct val="100000"/>
              </a:lnSpc>
              <a:spcBef>
                <a:spcPts val="0"/>
              </a:spcBef>
              <a:buSzPct val="100000"/>
            </a:pPr>
            <a:r>
              <a:rPr lang="en-US" b="0">
                <a:solidFill>
                  <a:schemeClr val="tx1"/>
                </a:solidFill>
                <a:latin typeface="Aptos Light" panose="020B0004020202020204" pitchFamily="34" charset="0"/>
              </a:rPr>
              <a:t>Aliso Viejo, CA 92656</a:t>
            </a:r>
          </a:p>
          <a:p>
            <a:pPr>
              <a:lnSpc>
                <a:spcPct val="100000"/>
              </a:lnSpc>
              <a:spcBef>
                <a:spcPts val="1200"/>
              </a:spcBef>
              <a:buSzPct val="100000"/>
            </a:pPr>
            <a:r>
              <a:rPr lang="en-US" b="0">
                <a:solidFill>
                  <a:schemeClr val="tx1"/>
                </a:solidFill>
                <a:latin typeface="Aptos Light" panose="020B0004020202020204" pitchFamily="34" charset="0"/>
              </a:rPr>
              <a:t>T +1 949 716 8757</a:t>
            </a:r>
          </a:p>
          <a:p>
            <a:pPr>
              <a:lnSpc>
                <a:spcPct val="100000"/>
              </a:lnSpc>
              <a:spcBef>
                <a:spcPts val="0"/>
              </a:spcBef>
              <a:buSzPct val="100000"/>
            </a:pPr>
            <a:r>
              <a:rPr lang="en-US" b="0">
                <a:solidFill>
                  <a:schemeClr val="tx1"/>
                </a:solidFill>
                <a:latin typeface="Aptos Light" panose="020B0004020202020204" pitchFamily="34" charset="0"/>
              </a:rPr>
              <a:t>F +1 949 716 8396</a:t>
            </a:r>
          </a:p>
          <a:p>
            <a:pPr>
              <a:lnSpc>
                <a:spcPct val="100000"/>
              </a:lnSpc>
              <a:spcBef>
                <a:spcPts val="1200"/>
              </a:spcBef>
              <a:buSzPct val="100000"/>
            </a:pPr>
            <a:r>
              <a:rPr lang="en-US" b="1" err="1">
                <a:solidFill>
                  <a:schemeClr val="tx1"/>
                </a:solidFill>
                <a:latin typeface="Aptos Light" panose="020B0004020202020204" pitchFamily="34" charset="0"/>
              </a:rPr>
              <a:t>ust.com</a:t>
            </a:r>
            <a:endParaRPr lang="en-US" b="1">
              <a:solidFill>
                <a:schemeClr val="tx1"/>
              </a:solidFill>
              <a:latin typeface="Aptos Light" panose="020B0004020202020204" pitchFamily="34" charset="0"/>
            </a:endParaRPr>
          </a:p>
        </p:txBody>
      </p:sp>
      <p:sp>
        <p:nvSpPr>
          <p:cNvPr id="2" name="Facebook">
            <a:hlinkClick r:id="rId2"/>
            <a:extLst>
              <a:ext uri="{FF2B5EF4-FFF2-40B4-BE49-F238E27FC236}">
                <a16:creationId xmlns:a16="http://schemas.microsoft.com/office/drawing/2014/main" id="{909105C1-4BB5-4293-E6EA-67F3780A21CD}"/>
              </a:ext>
            </a:extLst>
          </p:cNvPr>
          <p:cNvSpPr>
            <a:spLocks/>
          </p:cNvSpPr>
          <p:nvPr userDrawn="1"/>
        </p:nvSpPr>
        <p:spPr bwMode="auto">
          <a:xfrm>
            <a:off x="9197136"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3" name="YouTube">
            <a:hlinkClick r:id="rId3"/>
            <a:extLst>
              <a:ext uri="{FF2B5EF4-FFF2-40B4-BE49-F238E27FC236}">
                <a16:creationId xmlns:a16="http://schemas.microsoft.com/office/drawing/2014/main" id="{F2694284-4713-92A1-E9AE-2CFEFAB764E5}"/>
              </a:ext>
            </a:extLst>
          </p:cNvPr>
          <p:cNvSpPr>
            <a:spLocks noEditPoints="1"/>
          </p:cNvSpPr>
          <p:nvPr userDrawn="1"/>
        </p:nvSpPr>
        <p:spPr bwMode="auto">
          <a:xfrm>
            <a:off x="10916563" y="5537234"/>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4" name="LinkedIn">
            <a:hlinkClick r:id="rId4"/>
            <a:extLst>
              <a:ext uri="{FF2B5EF4-FFF2-40B4-BE49-F238E27FC236}">
                <a16:creationId xmlns:a16="http://schemas.microsoft.com/office/drawing/2014/main" id="{5BCF19E2-3874-7B04-44E7-A449B06788B5}"/>
              </a:ext>
            </a:extLst>
          </p:cNvPr>
          <p:cNvSpPr>
            <a:spLocks noChangeAspect="1" noEditPoints="1"/>
          </p:cNvSpPr>
          <p:nvPr userDrawn="1"/>
        </p:nvSpPr>
        <p:spPr bwMode="auto">
          <a:xfrm>
            <a:off x="9992433" y="5537234"/>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pic>
        <p:nvPicPr>
          <p:cNvPr id="6" name="Picture 5">
            <a:hlinkClick r:id="rId5"/>
            <a:extLst>
              <a:ext uri="{FF2B5EF4-FFF2-40B4-BE49-F238E27FC236}">
                <a16:creationId xmlns:a16="http://schemas.microsoft.com/office/drawing/2014/main" id="{2A7E4111-3F3F-98D1-88E6-664E9B85049C}"/>
              </a:ext>
            </a:extLst>
          </p:cNvPr>
          <p:cNvPicPr>
            <a:picLocks noChangeAspect="1"/>
          </p:cNvPicPr>
          <p:nvPr userDrawn="1"/>
        </p:nvPicPr>
        <p:blipFill>
          <a:blip r:embed="rId6"/>
          <a:stretch>
            <a:fillRect/>
          </a:stretch>
        </p:blipFill>
        <p:spPr>
          <a:xfrm>
            <a:off x="9520064" y="5537234"/>
            <a:ext cx="271272" cy="245364"/>
          </a:xfrm>
          <a:prstGeom prst="rect">
            <a:avLst/>
          </a:prstGeom>
        </p:spPr>
      </p:pic>
      <p:pic>
        <p:nvPicPr>
          <p:cNvPr id="9" name="Picture 8">
            <a:extLst>
              <a:ext uri="{FF2B5EF4-FFF2-40B4-BE49-F238E27FC236}">
                <a16:creationId xmlns:a16="http://schemas.microsoft.com/office/drawing/2014/main" id="{A39F3C95-5FFA-4CA9-01DC-D4510DBD06BB}"/>
              </a:ext>
            </a:extLst>
          </p:cNvPr>
          <p:cNvPicPr>
            <a:picLocks noChangeAspect="1"/>
          </p:cNvPicPr>
          <p:nvPr userDrawn="1"/>
        </p:nvPicPr>
        <p:blipFill>
          <a:blip r:embed="rId7"/>
          <a:stretch>
            <a:fillRect/>
          </a:stretch>
        </p:blipFill>
        <p:spPr>
          <a:xfrm>
            <a:off x="10449725" y="5538999"/>
            <a:ext cx="265741" cy="265741"/>
          </a:xfrm>
          <a:prstGeom prst="rect">
            <a:avLst/>
          </a:prstGeom>
        </p:spPr>
      </p:pic>
    </p:spTree>
    <p:extLst>
      <p:ext uri="{BB962C8B-B14F-4D97-AF65-F5344CB8AC3E}">
        <p14:creationId xmlns:p14="http://schemas.microsoft.com/office/powerpoint/2010/main" val="306096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1_Title Slide - Photo 03">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0"/>
            <a:ext cx="8054340" cy="6856615"/>
          </a:xfrm>
          <a:solidFill>
            <a:srgbClr val="D7E0E3"/>
          </a:solidFill>
        </p:spPr>
        <p:txBody>
          <a:bodyPr anchor="ctr" anchorCtr="0">
            <a:normAutofit/>
          </a:bodyPr>
          <a:lstStyle>
            <a:lvl1pPr marL="0" indent="0" algn="ctr">
              <a:buFontTx/>
              <a:buNone/>
              <a:defRPr sz="1200"/>
            </a:lvl1pPr>
          </a:lstStyle>
          <a:p>
            <a:r>
              <a:rPr lang="en-US"/>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396875" cy="439004"/>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800"/>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9"/>
            <a:ext cx="4532630" cy="3737611"/>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26784" y="2903219"/>
            <a:ext cx="3855718" cy="1291591"/>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26784" y="4194809"/>
            <a:ext cx="3855718"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690241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E7BEA-B8F8-354D-9760-4DD99A41D522}"/>
              </a:ext>
            </a:extLst>
          </p:cNvPr>
          <p:cNvSpPr>
            <a:spLocks noGrp="1"/>
          </p:cNvSpPr>
          <p:nvPr>
            <p:ph type="title"/>
          </p:nvPr>
        </p:nvSpPr>
        <p:spPr>
          <a:xfrm>
            <a:off x="814753" y="246264"/>
            <a:ext cx="9842187" cy="633160"/>
          </a:xfrm>
        </p:spPr>
        <p:txBody>
          <a:bodyPr anchor="t"/>
          <a:lstStyle/>
          <a:p>
            <a:r>
              <a:rPr lang="en-US"/>
              <a:t>Click to edit Master title style</a:t>
            </a:r>
          </a:p>
        </p:txBody>
      </p:sp>
    </p:spTree>
    <p:extLst>
      <p:ext uri="{BB962C8B-B14F-4D97-AF65-F5344CB8AC3E}">
        <p14:creationId xmlns:p14="http://schemas.microsoft.com/office/powerpoint/2010/main" val="366293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130.xml"/><Relationship Id="rId21" Type="http://schemas.openxmlformats.org/officeDocument/2006/relationships/slideLayout" Target="../slideLayouts/slideLayout34.xml"/><Relationship Id="rId42" Type="http://schemas.openxmlformats.org/officeDocument/2006/relationships/slideLayout" Target="../slideLayouts/slideLayout55.xml"/><Relationship Id="rId63" Type="http://schemas.openxmlformats.org/officeDocument/2006/relationships/slideLayout" Target="../slideLayouts/slideLayout76.xml"/><Relationship Id="rId84" Type="http://schemas.openxmlformats.org/officeDocument/2006/relationships/slideLayout" Target="../slideLayouts/slideLayout97.xml"/><Relationship Id="rId138" Type="http://schemas.openxmlformats.org/officeDocument/2006/relationships/slideLayout" Target="../slideLayouts/slideLayout151.xml"/><Relationship Id="rId16" Type="http://schemas.openxmlformats.org/officeDocument/2006/relationships/slideLayout" Target="../slideLayouts/slideLayout29.xml"/><Relationship Id="rId107" Type="http://schemas.openxmlformats.org/officeDocument/2006/relationships/slideLayout" Target="../slideLayouts/slideLayout120.xml"/><Relationship Id="rId11" Type="http://schemas.openxmlformats.org/officeDocument/2006/relationships/slideLayout" Target="../slideLayouts/slideLayout24.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53" Type="http://schemas.openxmlformats.org/officeDocument/2006/relationships/slideLayout" Target="../slideLayouts/slideLayout66.xml"/><Relationship Id="rId58" Type="http://schemas.openxmlformats.org/officeDocument/2006/relationships/slideLayout" Target="../slideLayouts/slideLayout71.xml"/><Relationship Id="rId74" Type="http://schemas.openxmlformats.org/officeDocument/2006/relationships/slideLayout" Target="../slideLayouts/slideLayout87.xml"/><Relationship Id="rId79" Type="http://schemas.openxmlformats.org/officeDocument/2006/relationships/slideLayout" Target="../slideLayouts/slideLayout92.xml"/><Relationship Id="rId102" Type="http://schemas.openxmlformats.org/officeDocument/2006/relationships/slideLayout" Target="../slideLayouts/slideLayout115.xml"/><Relationship Id="rId123" Type="http://schemas.openxmlformats.org/officeDocument/2006/relationships/slideLayout" Target="../slideLayouts/slideLayout136.xml"/><Relationship Id="rId128" Type="http://schemas.openxmlformats.org/officeDocument/2006/relationships/slideLayout" Target="../slideLayouts/slideLayout141.xml"/><Relationship Id="rId5" Type="http://schemas.openxmlformats.org/officeDocument/2006/relationships/slideLayout" Target="../slideLayouts/slideLayout18.xml"/><Relationship Id="rId90" Type="http://schemas.openxmlformats.org/officeDocument/2006/relationships/slideLayout" Target="../slideLayouts/slideLayout103.xml"/><Relationship Id="rId95" Type="http://schemas.openxmlformats.org/officeDocument/2006/relationships/slideLayout" Target="../slideLayouts/slideLayout108.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43" Type="http://schemas.openxmlformats.org/officeDocument/2006/relationships/slideLayout" Target="../slideLayouts/slideLayout56.xml"/><Relationship Id="rId48" Type="http://schemas.openxmlformats.org/officeDocument/2006/relationships/slideLayout" Target="../slideLayouts/slideLayout61.xml"/><Relationship Id="rId64" Type="http://schemas.openxmlformats.org/officeDocument/2006/relationships/slideLayout" Target="../slideLayouts/slideLayout77.xml"/><Relationship Id="rId69" Type="http://schemas.openxmlformats.org/officeDocument/2006/relationships/slideLayout" Target="../slideLayouts/slideLayout82.xml"/><Relationship Id="rId113" Type="http://schemas.openxmlformats.org/officeDocument/2006/relationships/slideLayout" Target="../slideLayouts/slideLayout126.xml"/><Relationship Id="rId118" Type="http://schemas.openxmlformats.org/officeDocument/2006/relationships/slideLayout" Target="../slideLayouts/slideLayout131.xml"/><Relationship Id="rId134" Type="http://schemas.openxmlformats.org/officeDocument/2006/relationships/slideLayout" Target="../slideLayouts/slideLayout147.xml"/><Relationship Id="rId139" Type="http://schemas.openxmlformats.org/officeDocument/2006/relationships/theme" Target="../theme/theme2.xml"/><Relationship Id="rId80" Type="http://schemas.openxmlformats.org/officeDocument/2006/relationships/slideLayout" Target="../slideLayouts/slideLayout93.xml"/><Relationship Id="rId85" Type="http://schemas.openxmlformats.org/officeDocument/2006/relationships/slideLayout" Target="../slideLayouts/slideLayout98.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59" Type="http://schemas.openxmlformats.org/officeDocument/2006/relationships/slideLayout" Target="../slideLayouts/slideLayout72.xml"/><Relationship Id="rId103" Type="http://schemas.openxmlformats.org/officeDocument/2006/relationships/slideLayout" Target="../slideLayouts/slideLayout116.xml"/><Relationship Id="rId108" Type="http://schemas.openxmlformats.org/officeDocument/2006/relationships/slideLayout" Target="../slideLayouts/slideLayout121.xml"/><Relationship Id="rId124" Type="http://schemas.openxmlformats.org/officeDocument/2006/relationships/slideLayout" Target="../slideLayouts/slideLayout137.xml"/><Relationship Id="rId129" Type="http://schemas.openxmlformats.org/officeDocument/2006/relationships/slideLayout" Target="../slideLayouts/slideLayout142.xml"/><Relationship Id="rId54" Type="http://schemas.openxmlformats.org/officeDocument/2006/relationships/slideLayout" Target="../slideLayouts/slideLayout67.xml"/><Relationship Id="rId70" Type="http://schemas.openxmlformats.org/officeDocument/2006/relationships/slideLayout" Target="../slideLayouts/slideLayout83.xml"/><Relationship Id="rId75" Type="http://schemas.openxmlformats.org/officeDocument/2006/relationships/slideLayout" Target="../slideLayouts/slideLayout88.xml"/><Relationship Id="rId91" Type="http://schemas.openxmlformats.org/officeDocument/2006/relationships/slideLayout" Target="../slideLayouts/slideLayout104.xml"/><Relationship Id="rId96" Type="http://schemas.openxmlformats.org/officeDocument/2006/relationships/slideLayout" Target="../slideLayouts/slideLayout10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49" Type="http://schemas.openxmlformats.org/officeDocument/2006/relationships/slideLayout" Target="../slideLayouts/slideLayout62.xml"/><Relationship Id="rId114" Type="http://schemas.openxmlformats.org/officeDocument/2006/relationships/slideLayout" Target="../slideLayouts/slideLayout127.xml"/><Relationship Id="rId119" Type="http://schemas.openxmlformats.org/officeDocument/2006/relationships/slideLayout" Target="../slideLayouts/slideLayout132.xml"/><Relationship Id="rId44" Type="http://schemas.openxmlformats.org/officeDocument/2006/relationships/slideLayout" Target="../slideLayouts/slideLayout57.xml"/><Relationship Id="rId60" Type="http://schemas.openxmlformats.org/officeDocument/2006/relationships/slideLayout" Target="../slideLayouts/slideLayout73.xml"/><Relationship Id="rId65" Type="http://schemas.openxmlformats.org/officeDocument/2006/relationships/slideLayout" Target="../slideLayouts/slideLayout78.xml"/><Relationship Id="rId81" Type="http://schemas.openxmlformats.org/officeDocument/2006/relationships/slideLayout" Target="../slideLayouts/slideLayout94.xml"/><Relationship Id="rId86" Type="http://schemas.openxmlformats.org/officeDocument/2006/relationships/slideLayout" Target="../slideLayouts/slideLayout99.xml"/><Relationship Id="rId130" Type="http://schemas.openxmlformats.org/officeDocument/2006/relationships/slideLayout" Target="../slideLayouts/slideLayout143.xml"/><Relationship Id="rId135" Type="http://schemas.openxmlformats.org/officeDocument/2006/relationships/slideLayout" Target="../slideLayouts/slideLayout148.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9" Type="http://schemas.openxmlformats.org/officeDocument/2006/relationships/slideLayout" Target="../slideLayouts/slideLayout52.xml"/><Relationship Id="rId109" Type="http://schemas.openxmlformats.org/officeDocument/2006/relationships/slideLayout" Target="../slideLayouts/slideLayout122.xml"/><Relationship Id="rId34" Type="http://schemas.openxmlformats.org/officeDocument/2006/relationships/slideLayout" Target="../slideLayouts/slideLayout47.xml"/><Relationship Id="rId50" Type="http://schemas.openxmlformats.org/officeDocument/2006/relationships/slideLayout" Target="../slideLayouts/slideLayout63.xml"/><Relationship Id="rId55" Type="http://schemas.openxmlformats.org/officeDocument/2006/relationships/slideLayout" Target="../slideLayouts/slideLayout68.xml"/><Relationship Id="rId76" Type="http://schemas.openxmlformats.org/officeDocument/2006/relationships/slideLayout" Target="../slideLayouts/slideLayout89.xml"/><Relationship Id="rId97" Type="http://schemas.openxmlformats.org/officeDocument/2006/relationships/slideLayout" Target="../slideLayouts/slideLayout110.xml"/><Relationship Id="rId104" Type="http://schemas.openxmlformats.org/officeDocument/2006/relationships/slideLayout" Target="../slideLayouts/slideLayout117.xml"/><Relationship Id="rId120" Type="http://schemas.openxmlformats.org/officeDocument/2006/relationships/slideLayout" Target="../slideLayouts/slideLayout133.xml"/><Relationship Id="rId125" Type="http://schemas.openxmlformats.org/officeDocument/2006/relationships/slideLayout" Target="../slideLayouts/slideLayout138.xml"/><Relationship Id="rId7" Type="http://schemas.openxmlformats.org/officeDocument/2006/relationships/slideLayout" Target="../slideLayouts/slideLayout20.xml"/><Relationship Id="rId71" Type="http://schemas.openxmlformats.org/officeDocument/2006/relationships/slideLayout" Target="../slideLayouts/slideLayout84.xml"/><Relationship Id="rId92" Type="http://schemas.openxmlformats.org/officeDocument/2006/relationships/slideLayout" Target="../slideLayouts/slideLayout105.xml"/><Relationship Id="rId2" Type="http://schemas.openxmlformats.org/officeDocument/2006/relationships/slideLayout" Target="../slideLayouts/slideLayout15.xml"/><Relationship Id="rId29" Type="http://schemas.openxmlformats.org/officeDocument/2006/relationships/slideLayout" Target="../slideLayouts/slideLayout42.xml"/><Relationship Id="rId24" Type="http://schemas.openxmlformats.org/officeDocument/2006/relationships/slideLayout" Target="../slideLayouts/slideLayout37.xml"/><Relationship Id="rId40" Type="http://schemas.openxmlformats.org/officeDocument/2006/relationships/slideLayout" Target="../slideLayouts/slideLayout53.xml"/><Relationship Id="rId45" Type="http://schemas.openxmlformats.org/officeDocument/2006/relationships/slideLayout" Target="../slideLayouts/slideLayout58.xml"/><Relationship Id="rId66" Type="http://schemas.openxmlformats.org/officeDocument/2006/relationships/slideLayout" Target="../slideLayouts/slideLayout79.xml"/><Relationship Id="rId87" Type="http://schemas.openxmlformats.org/officeDocument/2006/relationships/slideLayout" Target="../slideLayouts/slideLayout100.xml"/><Relationship Id="rId110" Type="http://schemas.openxmlformats.org/officeDocument/2006/relationships/slideLayout" Target="../slideLayouts/slideLayout123.xml"/><Relationship Id="rId115" Type="http://schemas.openxmlformats.org/officeDocument/2006/relationships/slideLayout" Target="../slideLayouts/slideLayout128.xml"/><Relationship Id="rId131" Type="http://schemas.openxmlformats.org/officeDocument/2006/relationships/slideLayout" Target="../slideLayouts/slideLayout144.xml"/><Relationship Id="rId136" Type="http://schemas.openxmlformats.org/officeDocument/2006/relationships/slideLayout" Target="../slideLayouts/slideLayout149.xml"/><Relationship Id="rId61" Type="http://schemas.openxmlformats.org/officeDocument/2006/relationships/slideLayout" Target="../slideLayouts/slideLayout74.xml"/><Relationship Id="rId82" Type="http://schemas.openxmlformats.org/officeDocument/2006/relationships/slideLayout" Target="../slideLayouts/slideLayout95.xml"/><Relationship Id="rId19" Type="http://schemas.openxmlformats.org/officeDocument/2006/relationships/slideLayout" Target="../slideLayouts/slideLayout32.xml"/><Relationship Id="rId14" Type="http://schemas.openxmlformats.org/officeDocument/2006/relationships/slideLayout" Target="../slideLayouts/slideLayout27.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56" Type="http://schemas.openxmlformats.org/officeDocument/2006/relationships/slideLayout" Target="../slideLayouts/slideLayout69.xml"/><Relationship Id="rId77" Type="http://schemas.openxmlformats.org/officeDocument/2006/relationships/slideLayout" Target="../slideLayouts/slideLayout90.xml"/><Relationship Id="rId100" Type="http://schemas.openxmlformats.org/officeDocument/2006/relationships/slideLayout" Target="../slideLayouts/slideLayout113.xml"/><Relationship Id="rId105" Type="http://schemas.openxmlformats.org/officeDocument/2006/relationships/slideLayout" Target="../slideLayouts/slideLayout118.xml"/><Relationship Id="rId126" Type="http://schemas.openxmlformats.org/officeDocument/2006/relationships/slideLayout" Target="../slideLayouts/slideLayout139.xml"/><Relationship Id="rId8" Type="http://schemas.openxmlformats.org/officeDocument/2006/relationships/slideLayout" Target="../slideLayouts/slideLayout21.xml"/><Relationship Id="rId51" Type="http://schemas.openxmlformats.org/officeDocument/2006/relationships/slideLayout" Target="../slideLayouts/slideLayout64.xml"/><Relationship Id="rId72" Type="http://schemas.openxmlformats.org/officeDocument/2006/relationships/slideLayout" Target="../slideLayouts/slideLayout85.xml"/><Relationship Id="rId93" Type="http://schemas.openxmlformats.org/officeDocument/2006/relationships/slideLayout" Target="../slideLayouts/slideLayout106.xml"/><Relationship Id="rId98" Type="http://schemas.openxmlformats.org/officeDocument/2006/relationships/slideLayout" Target="../slideLayouts/slideLayout111.xml"/><Relationship Id="rId121" Type="http://schemas.openxmlformats.org/officeDocument/2006/relationships/slideLayout" Target="../slideLayouts/slideLayout134.xml"/><Relationship Id="rId3" Type="http://schemas.openxmlformats.org/officeDocument/2006/relationships/slideLayout" Target="../slideLayouts/slideLayout16.xml"/><Relationship Id="rId25" Type="http://schemas.openxmlformats.org/officeDocument/2006/relationships/slideLayout" Target="../slideLayouts/slideLayout38.xml"/><Relationship Id="rId46" Type="http://schemas.openxmlformats.org/officeDocument/2006/relationships/slideLayout" Target="../slideLayouts/slideLayout59.xml"/><Relationship Id="rId67" Type="http://schemas.openxmlformats.org/officeDocument/2006/relationships/slideLayout" Target="../slideLayouts/slideLayout80.xml"/><Relationship Id="rId116" Type="http://schemas.openxmlformats.org/officeDocument/2006/relationships/slideLayout" Target="../slideLayouts/slideLayout129.xml"/><Relationship Id="rId137" Type="http://schemas.openxmlformats.org/officeDocument/2006/relationships/slideLayout" Target="../slideLayouts/slideLayout150.xml"/><Relationship Id="rId20" Type="http://schemas.openxmlformats.org/officeDocument/2006/relationships/slideLayout" Target="../slideLayouts/slideLayout33.xml"/><Relationship Id="rId41" Type="http://schemas.openxmlformats.org/officeDocument/2006/relationships/slideLayout" Target="../slideLayouts/slideLayout54.xml"/><Relationship Id="rId62" Type="http://schemas.openxmlformats.org/officeDocument/2006/relationships/slideLayout" Target="../slideLayouts/slideLayout75.xml"/><Relationship Id="rId83" Type="http://schemas.openxmlformats.org/officeDocument/2006/relationships/slideLayout" Target="../slideLayouts/slideLayout96.xml"/><Relationship Id="rId88" Type="http://schemas.openxmlformats.org/officeDocument/2006/relationships/slideLayout" Target="../slideLayouts/slideLayout101.xml"/><Relationship Id="rId111" Type="http://schemas.openxmlformats.org/officeDocument/2006/relationships/slideLayout" Target="../slideLayouts/slideLayout124.xml"/><Relationship Id="rId132" Type="http://schemas.openxmlformats.org/officeDocument/2006/relationships/slideLayout" Target="../slideLayouts/slideLayout145.xml"/><Relationship Id="rId15" Type="http://schemas.openxmlformats.org/officeDocument/2006/relationships/slideLayout" Target="../slideLayouts/slideLayout28.xml"/><Relationship Id="rId36" Type="http://schemas.openxmlformats.org/officeDocument/2006/relationships/slideLayout" Target="../slideLayouts/slideLayout49.xml"/><Relationship Id="rId57" Type="http://schemas.openxmlformats.org/officeDocument/2006/relationships/slideLayout" Target="../slideLayouts/slideLayout70.xml"/><Relationship Id="rId106" Type="http://schemas.openxmlformats.org/officeDocument/2006/relationships/slideLayout" Target="../slideLayouts/slideLayout119.xml"/><Relationship Id="rId127" Type="http://schemas.openxmlformats.org/officeDocument/2006/relationships/slideLayout" Target="../slideLayouts/slideLayout140.xml"/><Relationship Id="rId10" Type="http://schemas.openxmlformats.org/officeDocument/2006/relationships/slideLayout" Target="../slideLayouts/slideLayout23.xml"/><Relationship Id="rId31" Type="http://schemas.openxmlformats.org/officeDocument/2006/relationships/slideLayout" Target="../slideLayouts/slideLayout44.xml"/><Relationship Id="rId52" Type="http://schemas.openxmlformats.org/officeDocument/2006/relationships/slideLayout" Target="../slideLayouts/slideLayout65.xml"/><Relationship Id="rId73" Type="http://schemas.openxmlformats.org/officeDocument/2006/relationships/slideLayout" Target="../slideLayouts/slideLayout86.xml"/><Relationship Id="rId78" Type="http://schemas.openxmlformats.org/officeDocument/2006/relationships/slideLayout" Target="../slideLayouts/slideLayout91.xml"/><Relationship Id="rId94" Type="http://schemas.openxmlformats.org/officeDocument/2006/relationships/slideLayout" Target="../slideLayouts/slideLayout107.xml"/><Relationship Id="rId99" Type="http://schemas.openxmlformats.org/officeDocument/2006/relationships/slideLayout" Target="../slideLayouts/slideLayout112.xml"/><Relationship Id="rId101" Type="http://schemas.openxmlformats.org/officeDocument/2006/relationships/slideLayout" Target="../slideLayouts/slideLayout114.xml"/><Relationship Id="rId122" Type="http://schemas.openxmlformats.org/officeDocument/2006/relationships/slideLayout" Target="../slideLayouts/slideLayout135.xml"/><Relationship Id="rId4" Type="http://schemas.openxmlformats.org/officeDocument/2006/relationships/slideLayout" Target="../slideLayouts/slideLayout17.xml"/><Relationship Id="rId9" Type="http://schemas.openxmlformats.org/officeDocument/2006/relationships/slideLayout" Target="../slideLayouts/slideLayout22.xml"/><Relationship Id="rId26" Type="http://schemas.openxmlformats.org/officeDocument/2006/relationships/slideLayout" Target="../slideLayouts/slideLayout39.xml"/><Relationship Id="rId47" Type="http://schemas.openxmlformats.org/officeDocument/2006/relationships/slideLayout" Target="../slideLayouts/slideLayout60.xml"/><Relationship Id="rId68" Type="http://schemas.openxmlformats.org/officeDocument/2006/relationships/slideLayout" Target="../slideLayouts/slideLayout81.xml"/><Relationship Id="rId89" Type="http://schemas.openxmlformats.org/officeDocument/2006/relationships/slideLayout" Target="../slideLayouts/slideLayout102.xml"/><Relationship Id="rId112" Type="http://schemas.openxmlformats.org/officeDocument/2006/relationships/slideLayout" Target="../slideLayouts/slideLayout125.xml"/><Relationship Id="rId133" Type="http://schemas.openxmlformats.org/officeDocument/2006/relationships/slideLayout" Target="../slideLayouts/slideLayout1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8" name="Legal">
            <a:extLst>
              <a:ext uri="{FF2B5EF4-FFF2-40B4-BE49-F238E27FC236}">
                <a16:creationId xmlns:a16="http://schemas.microsoft.com/office/drawing/2014/main" id="{4CF0DBC0-0449-664B-8AD9-C52EDB6E5938}"/>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2026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
        <p:nvSpPr>
          <p:cNvPr id="4" name="Footer Placeholder 3">
            <a:extLst>
              <a:ext uri="{FF2B5EF4-FFF2-40B4-BE49-F238E27FC236}">
                <a16:creationId xmlns:a16="http://schemas.microsoft.com/office/drawing/2014/main" id="{11785BE0-B817-EFFE-CBFE-AFD335BECE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Tree>
    <p:extLst>
      <p:ext uri="{BB962C8B-B14F-4D97-AF65-F5344CB8AC3E}">
        <p14:creationId xmlns:p14="http://schemas.microsoft.com/office/powerpoint/2010/main" val="2356498685"/>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8" r:id="rId3"/>
    <p:sldLayoutId id="2147483680" r:id="rId4"/>
    <p:sldLayoutId id="2147483681" r:id="rId5"/>
    <p:sldLayoutId id="2147483683" r:id="rId6"/>
    <p:sldLayoutId id="2147483754" r:id="rId7"/>
    <p:sldLayoutId id="2147483755" r:id="rId8"/>
    <p:sldLayoutId id="2147483769" r:id="rId9"/>
    <p:sldLayoutId id="2147483774" r:id="rId10"/>
    <p:sldLayoutId id="2147484154" r:id="rId11"/>
    <p:sldLayoutId id="2147484156" r:id="rId12"/>
    <p:sldLayoutId id="2147484157"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0" kern="1200">
          <a:solidFill>
            <a:schemeClr val="tx1"/>
          </a:solidFill>
          <a:latin typeface="Aptos Light" panose="020B0004020202020204" pitchFamily="34" charset="0"/>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Aptos Light" panose="020B0004020202020204" pitchFamily="34" charset="0"/>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latin typeface="Aptos Light" panose="020B0004020202020204" pitchFamily="34" charset="0"/>
            </a:endParaRPr>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latin typeface="Aptos Light" panose="020B0004020202020204" pitchFamily="34" charset="0"/>
              </a:rPr>
              <a:t>Confidential and Proprietary. © 2025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3978393357"/>
      </p:ext>
    </p:extLst>
  </p:cSld>
  <p:clrMap bg1="lt1" tx1="dk1" bg2="lt2" tx2="dk2" accent1="accent1" accent2="accent2" accent3="accent3" accent4="accent4" accent5="accent5" accent6="accent6" hlink="hlink" folHlink="folHlink"/>
  <p:sldLayoutIdLst>
    <p:sldLayoutId id="2147484159" r:id="rId1"/>
    <p:sldLayoutId id="2147484160" r:id="rId2"/>
    <p:sldLayoutId id="2147484161" r:id="rId3"/>
    <p:sldLayoutId id="2147484162" r:id="rId4"/>
    <p:sldLayoutId id="2147484163" r:id="rId5"/>
    <p:sldLayoutId id="2147484164" r:id="rId6"/>
    <p:sldLayoutId id="2147484165" r:id="rId7"/>
    <p:sldLayoutId id="2147484166" r:id="rId8"/>
    <p:sldLayoutId id="2147484167" r:id="rId9"/>
    <p:sldLayoutId id="2147484168" r:id="rId10"/>
    <p:sldLayoutId id="2147484169" r:id="rId11"/>
    <p:sldLayoutId id="2147484170" r:id="rId12"/>
    <p:sldLayoutId id="2147484171" r:id="rId13"/>
    <p:sldLayoutId id="2147484172" r:id="rId14"/>
    <p:sldLayoutId id="2147484173" r:id="rId15"/>
    <p:sldLayoutId id="2147484174" r:id="rId16"/>
    <p:sldLayoutId id="2147484175" r:id="rId17"/>
    <p:sldLayoutId id="2147484176" r:id="rId18"/>
    <p:sldLayoutId id="2147484177" r:id="rId19"/>
    <p:sldLayoutId id="2147484178" r:id="rId20"/>
    <p:sldLayoutId id="2147484179" r:id="rId21"/>
    <p:sldLayoutId id="2147484180" r:id="rId22"/>
    <p:sldLayoutId id="2147484181" r:id="rId23"/>
    <p:sldLayoutId id="2147484182" r:id="rId24"/>
    <p:sldLayoutId id="2147484183" r:id="rId25"/>
    <p:sldLayoutId id="2147484184" r:id="rId26"/>
    <p:sldLayoutId id="2147484185" r:id="rId27"/>
    <p:sldLayoutId id="2147484186" r:id="rId28"/>
    <p:sldLayoutId id="2147484187" r:id="rId29"/>
    <p:sldLayoutId id="2147484188" r:id="rId30"/>
    <p:sldLayoutId id="2147484189" r:id="rId31"/>
    <p:sldLayoutId id="2147484190" r:id="rId32"/>
    <p:sldLayoutId id="2147484191" r:id="rId33"/>
    <p:sldLayoutId id="2147484192" r:id="rId34"/>
    <p:sldLayoutId id="2147484193" r:id="rId35"/>
    <p:sldLayoutId id="2147484194" r:id="rId36"/>
    <p:sldLayoutId id="2147484195" r:id="rId37"/>
    <p:sldLayoutId id="2147484196" r:id="rId38"/>
    <p:sldLayoutId id="2147484197" r:id="rId39"/>
    <p:sldLayoutId id="2147484198" r:id="rId40"/>
    <p:sldLayoutId id="2147484199" r:id="rId41"/>
    <p:sldLayoutId id="2147484200" r:id="rId42"/>
    <p:sldLayoutId id="2147484201" r:id="rId43"/>
    <p:sldLayoutId id="2147484202" r:id="rId44"/>
    <p:sldLayoutId id="2147484203" r:id="rId45"/>
    <p:sldLayoutId id="2147484204" r:id="rId46"/>
    <p:sldLayoutId id="2147484205" r:id="rId47"/>
    <p:sldLayoutId id="2147484206" r:id="rId48"/>
    <p:sldLayoutId id="2147484207" r:id="rId49"/>
    <p:sldLayoutId id="2147484208" r:id="rId50"/>
    <p:sldLayoutId id="2147484209" r:id="rId51"/>
    <p:sldLayoutId id="2147484210" r:id="rId52"/>
    <p:sldLayoutId id="2147484211" r:id="rId53"/>
    <p:sldLayoutId id="2147484212" r:id="rId54"/>
    <p:sldLayoutId id="2147484213" r:id="rId55"/>
    <p:sldLayoutId id="2147484214" r:id="rId56"/>
    <p:sldLayoutId id="2147484215" r:id="rId57"/>
    <p:sldLayoutId id="2147484216" r:id="rId58"/>
    <p:sldLayoutId id="2147484217" r:id="rId59"/>
    <p:sldLayoutId id="2147484218" r:id="rId60"/>
    <p:sldLayoutId id="2147484219" r:id="rId61"/>
    <p:sldLayoutId id="2147484220" r:id="rId62"/>
    <p:sldLayoutId id="2147484221" r:id="rId63"/>
    <p:sldLayoutId id="2147484222" r:id="rId64"/>
    <p:sldLayoutId id="2147484223" r:id="rId65"/>
    <p:sldLayoutId id="2147484224" r:id="rId66"/>
    <p:sldLayoutId id="2147484225" r:id="rId67"/>
    <p:sldLayoutId id="2147484226" r:id="rId68"/>
    <p:sldLayoutId id="2147484227" r:id="rId69"/>
    <p:sldLayoutId id="2147484228" r:id="rId70"/>
    <p:sldLayoutId id="2147484229" r:id="rId71"/>
    <p:sldLayoutId id="2147484230" r:id="rId72"/>
    <p:sldLayoutId id="2147484231" r:id="rId73"/>
    <p:sldLayoutId id="2147484232" r:id="rId74"/>
    <p:sldLayoutId id="2147484233" r:id="rId75"/>
    <p:sldLayoutId id="2147484234" r:id="rId76"/>
    <p:sldLayoutId id="2147484235" r:id="rId77"/>
    <p:sldLayoutId id="2147484236" r:id="rId78"/>
    <p:sldLayoutId id="2147484237" r:id="rId79"/>
    <p:sldLayoutId id="2147484238" r:id="rId80"/>
    <p:sldLayoutId id="2147484239" r:id="rId81"/>
    <p:sldLayoutId id="2147484240" r:id="rId82"/>
    <p:sldLayoutId id="2147484241" r:id="rId83"/>
    <p:sldLayoutId id="2147484242" r:id="rId84"/>
    <p:sldLayoutId id="2147484243" r:id="rId85"/>
    <p:sldLayoutId id="2147484244" r:id="rId86"/>
    <p:sldLayoutId id="2147484245" r:id="rId87"/>
    <p:sldLayoutId id="2147484246" r:id="rId88"/>
    <p:sldLayoutId id="2147484247" r:id="rId89"/>
    <p:sldLayoutId id="2147484248" r:id="rId90"/>
    <p:sldLayoutId id="2147484249" r:id="rId91"/>
    <p:sldLayoutId id="2147484250" r:id="rId92"/>
    <p:sldLayoutId id="2147484251" r:id="rId93"/>
    <p:sldLayoutId id="2147484252" r:id="rId94"/>
    <p:sldLayoutId id="2147484253" r:id="rId95"/>
    <p:sldLayoutId id="2147484254" r:id="rId96"/>
    <p:sldLayoutId id="2147484255" r:id="rId97"/>
    <p:sldLayoutId id="2147484256" r:id="rId98"/>
    <p:sldLayoutId id="2147484257" r:id="rId99"/>
    <p:sldLayoutId id="2147484258" r:id="rId100"/>
    <p:sldLayoutId id="2147484259" r:id="rId101"/>
    <p:sldLayoutId id="2147484260" r:id="rId102"/>
    <p:sldLayoutId id="2147484261" r:id="rId103"/>
    <p:sldLayoutId id="2147484262" r:id="rId104"/>
    <p:sldLayoutId id="2147484263" r:id="rId105"/>
    <p:sldLayoutId id="2147484264" r:id="rId106"/>
    <p:sldLayoutId id="2147484265" r:id="rId107"/>
    <p:sldLayoutId id="2147484266" r:id="rId108"/>
    <p:sldLayoutId id="2147484267" r:id="rId109"/>
    <p:sldLayoutId id="2147484268" r:id="rId110"/>
    <p:sldLayoutId id="2147484269" r:id="rId111"/>
    <p:sldLayoutId id="2147484270" r:id="rId112"/>
    <p:sldLayoutId id="2147484271" r:id="rId113"/>
    <p:sldLayoutId id="2147484272" r:id="rId114"/>
    <p:sldLayoutId id="2147484273" r:id="rId115"/>
    <p:sldLayoutId id="2147484274" r:id="rId116"/>
    <p:sldLayoutId id="2147484275" r:id="rId117"/>
    <p:sldLayoutId id="2147484276" r:id="rId118"/>
    <p:sldLayoutId id="2147484277" r:id="rId119"/>
    <p:sldLayoutId id="2147484278" r:id="rId120"/>
    <p:sldLayoutId id="2147484279" r:id="rId121"/>
    <p:sldLayoutId id="2147484280" r:id="rId122"/>
    <p:sldLayoutId id="2147484281" r:id="rId123"/>
    <p:sldLayoutId id="2147484282" r:id="rId124"/>
    <p:sldLayoutId id="2147484283" r:id="rId125"/>
    <p:sldLayoutId id="2147484284" r:id="rId126"/>
    <p:sldLayoutId id="2147484285" r:id="rId127"/>
    <p:sldLayoutId id="2147484286" r:id="rId128"/>
    <p:sldLayoutId id="2147484287" r:id="rId129"/>
    <p:sldLayoutId id="2147484288" r:id="rId130"/>
    <p:sldLayoutId id="2147484289" r:id="rId131"/>
    <p:sldLayoutId id="2147484290" r:id="rId132"/>
    <p:sldLayoutId id="2147484291" r:id="rId133"/>
    <p:sldLayoutId id="2147484292" r:id="rId134"/>
    <p:sldLayoutId id="2147484293" r:id="rId135"/>
    <p:sldLayoutId id="2147484294" r:id="rId136"/>
    <p:sldLayoutId id="2147484295" r:id="rId137"/>
    <p:sldLayoutId id="2147484296" r:id="rId13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0" kern="1200">
          <a:solidFill>
            <a:schemeClr val="tx1"/>
          </a:solidFill>
          <a:latin typeface="Aptos Light" panose="020B0004020202020204" pitchFamily="34" charset="0"/>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Aptos Light" panose="020B0004020202020204" pitchFamily="34" charset="0"/>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1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hyperlink" Target="https://learn.microsoft.com/en-us/training/modules/unify-customer-data/"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hyperlink" Target="https://learn.microsoft.com/en-us/training/modules/build-journeys-marketing/"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663A0-CED8-00F5-E276-B4A10BE0CDC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06B03B2-71B0-65F8-7626-71F9DFFFF666}"/>
              </a:ext>
            </a:extLst>
          </p:cNvPr>
          <p:cNvPicPr>
            <a:picLocks noChangeAspect="1"/>
          </p:cNvPicPr>
          <p:nvPr/>
        </p:nvPicPr>
        <p:blipFill>
          <a:blip r:embed="rId2">
            <a:extLst>
              <a:ext uri="{28A0092B-C50C-407E-A947-70E740481C1C}">
                <a14:useLocalDpi xmlns:a14="http://schemas.microsoft.com/office/drawing/2010/main" val="0"/>
              </a:ext>
            </a:extLst>
          </a:blip>
          <a:srcRect l="118" r="7157"/>
          <a:stretch>
            <a:fillRect/>
          </a:stretch>
        </p:blipFill>
        <p:spPr>
          <a:xfrm>
            <a:off x="860385" y="0"/>
            <a:ext cx="11331615" cy="6858000"/>
          </a:xfrm>
          <a:prstGeom prst="rect">
            <a:avLst/>
          </a:prstGeom>
          <a:solidFill>
            <a:schemeClr val="bg1"/>
          </a:solidFill>
          <a:effectLst/>
        </p:spPr>
      </p:pic>
      <p:sp>
        <p:nvSpPr>
          <p:cNvPr id="6" name="Title 2">
            <a:extLst>
              <a:ext uri="{FF2B5EF4-FFF2-40B4-BE49-F238E27FC236}">
                <a16:creationId xmlns:a16="http://schemas.microsoft.com/office/drawing/2014/main" id="{B5D833AC-ED2E-935F-0E18-A31856E82E9C}"/>
              </a:ext>
            </a:extLst>
          </p:cNvPr>
          <p:cNvSpPr txBox="1">
            <a:spLocks/>
          </p:cNvSpPr>
          <p:nvPr/>
        </p:nvSpPr>
        <p:spPr>
          <a:xfrm>
            <a:off x="0" y="0"/>
            <a:ext cx="11786492" cy="6858000"/>
          </a:xfrm>
          <a:prstGeom prst="rect">
            <a:avLst/>
          </a:prstGeom>
          <a:gradFill flip="none" rotWithShape="1">
            <a:gsLst>
              <a:gs pos="58600">
                <a:srgbClr val="231F20">
                  <a:alpha val="82000"/>
                </a:srgbClr>
              </a:gs>
              <a:gs pos="25000">
                <a:schemeClr val="tx1"/>
              </a:gs>
              <a:gs pos="100000">
                <a:schemeClr val="tx1">
                  <a:alpha val="0"/>
                </a:schemeClr>
              </a:gs>
            </a:gsLst>
            <a:lin ang="0" scaled="1"/>
            <a:tileRect/>
          </a:gradFill>
          <a:ln w="57150">
            <a:noFill/>
          </a:ln>
        </p:spPr>
        <p:txBody>
          <a:bodyPr vert="horz" lIns="274320" tIns="274320" rIns="274320" bIns="274320" rtlCol="0" anchor="t" anchorCtr="0">
            <a:noAutofit/>
          </a:bodyPr>
          <a:lstStyle>
            <a:lvl1pPr algn="l" defTabSz="914400" rtl="0" eaLnBrk="1" latinLnBrk="0" hangingPunct="1">
              <a:lnSpc>
                <a:spcPct val="90000"/>
              </a:lnSpc>
              <a:spcBef>
                <a:spcPct val="0"/>
              </a:spcBef>
              <a:buNone/>
              <a:defRPr sz="3200" b="0" kern="1200" spc="0" baseline="0">
                <a:solidFill>
                  <a:schemeClr val="bg1"/>
                </a:solidFill>
                <a:latin typeface="Aptos" panose="020B0004020202020204" pitchFamily="34" charset="0"/>
                <a:ea typeface="+mj-ea"/>
                <a:cs typeface="+mj-cs"/>
              </a:defRPr>
            </a:lvl1pPr>
          </a:lstStyle>
          <a:p>
            <a:pPr>
              <a:lnSpc>
                <a:spcPct val="100000"/>
              </a:lnSpc>
            </a:pPr>
            <a:endParaRPr lang="en-IN"/>
          </a:p>
        </p:txBody>
      </p:sp>
      <p:cxnSp>
        <p:nvCxnSpPr>
          <p:cNvPr id="12" name="Straight Connector 11">
            <a:extLst>
              <a:ext uri="{FF2B5EF4-FFF2-40B4-BE49-F238E27FC236}">
                <a16:creationId xmlns:a16="http://schemas.microsoft.com/office/drawing/2014/main" id="{1C220147-C301-4958-9224-70331D1195C1}"/>
              </a:ext>
            </a:extLst>
          </p:cNvPr>
          <p:cNvCxnSpPr/>
          <p:nvPr/>
        </p:nvCxnSpPr>
        <p:spPr>
          <a:xfrm>
            <a:off x="1562025" y="377180"/>
            <a:ext cx="0" cy="796925"/>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pic>
        <p:nvPicPr>
          <p:cNvPr id="7" name="Picture 6">
            <a:extLst>
              <a:ext uri="{FF2B5EF4-FFF2-40B4-BE49-F238E27FC236}">
                <a16:creationId xmlns:a16="http://schemas.microsoft.com/office/drawing/2014/main" id="{05CA6083-FC43-DEF2-9280-EFB102CAF59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a:xfrm>
            <a:off x="1831386" y="592596"/>
            <a:ext cx="2011726" cy="431480"/>
          </a:xfrm>
          <a:prstGeom prst="rect">
            <a:avLst/>
          </a:prstGeom>
          <a:noFill/>
        </p:spPr>
      </p:pic>
      <p:sp>
        <p:nvSpPr>
          <p:cNvPr id="2" name="UST" descr="UST">
            <a:extLst>
              <a:ext uri="{FF2B5EF4-FFF2-40B4-BE49-F238E27FC236}">
                <a16:creationId xmlns:a16="http://schemas.microsoft.com/office/drawing/2014/main" id="{CD1FEE34-9AC5-1FC2-349B-10AE7D092B0E}"/>
              </a:ext>
            </a:extLst>
          </p:cNvPr>
          <p:cNvSpPr>
            <a:spLocks noChangeAspect="1" noEditPoints="1"/>
          </p:cNvSpPr>
          <p:nvPr/>
        </p:nvSpPr>
        <p:spPr bwMode="black">
          <a:xfrm>
            <a:off x="56324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Title 2">
            <a:extLst>
              <a:ext uri="{FF2B5EF4-FFF2-40B4-BE49-F238E27FC236}">
                <a16:creationId xmlns:a16="http://schemas.microsoft.com/office/drawing/2014/main" id="{3872F3B6-9CA5-5A61-894C-8FC421463A57}"/>
              </a:ext>
            </a:extLst>
          </p:cNvPr>
          <p:cNvSpPr>
            <a:spLocks noGrp="1"/>
          </p:cNvSpPr>
          <p:nvPr>
            <p:ph type="ctrTitle"/>
          </p:nvPr>
        </p:nvSpPr>
        <p:spPr>
          <a:xfrm>
            <a:off x="253462" y="2148840"/>
            <a:ext cx="6766560" cy="2194560"/>
          </a:xfrm>
          <a:noFill/>
          <a:ln w="57150">
            <a:noFill/>
          </a:ln>
        </p:spPr>
        <p:txBody>
          <a:bodyPr/>
          <a:lstStyle/>
          <a:p>
            <a:pPr>
              <a:lnSpc>
                <a:spcPct val="150000"/>
              </a:lnSpc>
            </a:pPr>
            <a:r>
              <a:rPr lang="en-US" sz="3200" b="1" i="0">
                <a:effectLst/>
                <a:latin typeface="Segoe Sans"/>
              </a:rPr>
              <a:t>D365 </a:t>
            </a:r>
            <a:r>
              <a:rPr lang="en-US" b="1">
                <a:latin typeface="Segoe Sans"/>
              </a:rPr>
              <a:t>CE</a:t>
            </a:r>
            <a:r>
              <a:rPr lang="en-US" sz="3200" b="1" i="0">
                <a:effectLst/>
                <a:latin typeface="Segoe Sans"/>
              </a:rPr>
              <a:t> </a:t>
            </a:r>
            <a:r>
              <a:rPr lang="en-US" b="1">
                <a:latin typeface="Segoe Sans"/>
              </a:rPr>
              <a:t>Solution Modelling Workshop</a:t>
            </a:r>
            <a:endParaRPr lang="en-IN" sz="3600"/>
          </a:p>
        </p:txBody>
      </p:sp>
      <p:sp>
        <p:nvSpPr>
          <p:cNvPr id="5" name="Text Placeholder 4">
            <a:extLst>
              <a:ext uri="{FF2B5EF4-FFF2-40B4-BE49-F238E27FC236}">
                <a16:creationId xmlns:a16="http://schemas.microsoft.com/office/drawing/2014/main" id="{2168957E-55E5-57A0-DFC2-F3FA42B8EA1A}"/>
              </a:ext>
            </a:extLst>
          </p:cNvPr>
          <p:cNvSpPr>
            <a:spLocks noGrp="1"/>
          </p:cNvSpPr>
          <p:nvPr>
            <p:ph type="body" sz="quarter" idx="11"/>
          </p:nvPr>
        </p:nvSpPr>
        <p:spPr>
          <a:xfrm>
            <a:off x="592053" y="4526280"/>
            <a:ext cx="6400800" cy="914400"/>
          </a:xfrm>
          <a:noFill/>
        </p:spPr>
        <p:txBody>
          <a:bodyPr/>
          <a:lstStyle/>
          <a:p>
            <a:r>
              <a:rPr lang="en-US" b="0" dirty="0">
                <a:latin typeface="Aptos"/>
              </a:rPr>
              <a:t>Marketing |   Sept 2026</a:t>
            </a:r>
            <a:endParaRPr lang="en-US" b="0" dirty="0">
              <a:latin typeface="Aptos" panose="020B0004020202020204" pitchFamily="34" charset="0"/>
            </a:endParaRPr>
          </a:p>
        </p:txBody>
      </p:sp>
    </p:spTree>
    <p:extLst>
      <p:ext uri="{BB962C8B-B14F-4D97-AF65-F5344CB8AC3E}">
        <p14:creationId xmlns:p14="http://schemas.microsoft.com/office/powerpoint/2010/main" val="979528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F8D7B-9B07-19EB-6335-8F97B0F38E1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5EAF86F-0247-C73F-463D-B76D5C3336FD}"/>
              </a:ext>
            </a:extLst>
          </p:cNvPr>
          <p:cNvSpPr/>
          <p:nvPr/>
        </p:nvSpPr>
        <p:spPr>
          <a:xfrm>
            <a:off x="2260979" y="0"/>
            <a:ext cx="2967631" cy="2880000"/>
          </a:xfrm>
          <a:prstGeom prst="rect">
            <a:avLst/>
          </a:prstGeom>
          <a:solidFill>
            <a:srgbClr val="003C5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8" name="Title 1">
            <a:extLst>
              <a:ext uri="{FF2B5EF4-FFF2-40B4-BE49-F238E27FC236}">
                <a16:creationId xmlns:a16="http://schemas.microsoft.com/office/drawing/2014/main" id="{AB47CD2E-D1EE-79B6-26D2-C2837AE48593}"/>
              </a:ext>
            </a:extLst>
          </p:cNvPr>
          <p:cNvSpPr>
            <a:spLocks noGrp="1"/>
          </p:cNvSpPr>
          <p:nvPr>
            <p:ph type="title"/>
          </p:nvPr>
        </p:nvSpPr>
        <p:spPr>
          <a:xfrm>
            <a:off x="2966960" y="731340"/>
            <a:ext cx="1708071" cy="708660"/>
          </a:xfrm>
        </p:spPr>
        <p:txBody>
          <a:bodyPr/>
          <a:lstStyle/>
          <a:p>
            <a:r>
              <a:rPr lang="en-US">
                <a:solidFill>
                  <a:schemeClr val="bg1"/>
                </a:solidFill>
                <a:latin typeface="Aptos" panose="020B0004020202020204" pitchFamily="34" charset="0"/>
              </a:rPr>
              <a:t>Contents</a:t>
            </a:r>
          </a:p>
        </p:txBody>
      </p:sp>
      <p:pic>
        <p:nvPicPr>
          <p:cNvPr id="9" name="Picture Placeholder 19" descr="A group of people smiling at a computer&#10;&#10;Description automatically generated">
            <a:extLst>
              <a:ext uri="{FF2B5EF4-FFF2-40B4-BE49-F238E27FC236}">
                <a16:creationId xmlns:a16="http://schemas.microsoft.com/office/drawing/2014/main" id="{2468B526-1E27-5C69-9EB1-92285A90D1A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11669" y="1580673"/>
            <a:ext cx="3929962" cy="3927136"/>
          </a:xfrm>
          <a:prstGeom prst="rect">
            <a:avLst/>
          </a:prstGeom>
        </p:spPr>
      </p:pic>
      <p:graphicFrame>
        <p:nvGraphicFramePr>
          <p:cNvPr id="3" name="Table 2">
            <a:extLst>
              <a:ext uri="{FF2B5EF4-FFF2-40B4-BE49-F238E27FC236}">
                <a16:creationId xmlns:a16="http://schemas.microsoft.com/office/drawing/2014/main" id="{7B96828E-6D08-FFEB-2660-ACB5A377CC78}"/>
              </a:ext>
            </a:extLst>
          </p:cNvPr>
          <p:cNvGraphicFramePr>
            <a:graphicFrameLocks noGrp="1"/>
          </p:cNvGraphicFramePr>
          <p:nvPr>
            <p:extLst>
              <p:ext uri="{D42A27DB-BD31-4B8C-83A1-F6EECF244321}">
                <p14:modId xmlns:p14="http://schemas.microsoft.com/office/powerpoint/2010/main" val="3004596727"/>
              </p:ext>
            </p:extLst>
          </p:nvPr>
        </p:nvGraphicFramePr>
        <p:xfrm>
          <a:off x="5427660" y="1625501"/>
          <a:ext cx="6468588" cy="3606997"/>
        </p:xfrm>
        <a:graphic>
          <a:graphicData uri="http://schemas.openxmlformats.org/drawingml/2006/table">
            <a:tbl>
              <a:tblPr>
                <a:tableStyleId>{5C22544A-7EE6-4342-B048-85BDC9FD1C3A}</a:tableStyleId>
              </a:tblPr>
              <a:tblGrid>
                <a:gridCol w="1036112">
                  <a:extLst>
                    <a:ext uri="{9D8B030D-6E8A-4147-A177-3AD203B41FA5}">
                      <a16:colId xmlns:a16="http://schemas.microsoft.com/office/drawing/2014/main" val="2287445270"/>
                    </a:ext>
                  </a:extLst>
                </a:gridCol>
                <a:gridCol w="1036112">
                  <a:extLst>
                    <a:ext uri="{9D8B030D-6E8A-4147-A177-3AD203B41FA5}">
                      <a16:colId xmlns:a16="http://schemas.microsoft.com/office/drawing/2014/main" val="790093769"/>
                    </a:ext>
                  </a:extLst>
                </a:gridCol>
                <a:gridCol w="3081077">
                  <a:extLst>
                    <a:ext uri="{9D8B030D-6E8A-4147-A177-3AD203B41FA5}">
                      <a16:colId xmlns:a16="http://schemas.microsoft.com/office/drawing/2014/main" val="3615009210"/>
                    </a:ext>
                  </a:extLst>
                </a:gridCol>
                <a:gridCol w="1315287">
                  <a:extLst>
                    <a:ext uri="{9D8B030D-6E8A-4147-A177-3AD203B41FA5}">
                      <a16:colId xmlns:a16="http://schemas.microsoft.com/office/drawing/2014/main" val="2775515132"/>
                    </a:ext>
                  </a:extLst>
                </a:gridCol>
              </a:tblGrid>
              <a:tr h="560781">
                <a:tc>
                  <a:txBody>
                    <a:bodyPr/>
                    <a:lstStyle/>
                    <a:p>
                      <a:pPr algn="ctr" fontAlgn="ctr">
                        <a:buNone/>
                      </a:pPr>
                      <a:r>
                        <a:rPr lang="en-IN" sz="1400" b="1" i="0" u="none" strike="noStrike">
                          <a:solidFill>
                            <a:schemeClr val="bg1"/>
                          </a:solidFill>
                          <a:effectLst/>
                          <a:latin typeface="Arial" panose="020B0604020202020204" pitchFamily="34" charset="0"/>
                        </a:rPr>
                        <a:t>Workshop</a:t>
                      </a:r>
                    </a:p>
                  </a:txBody>
                  <a:tcPr marL="6350" marR="6350" marT="6350" marB="0" anchor="ctr">
                    <a:solidFill>
                      <a:schemeClr val="accent1"/>
                    </a:solidFill>
                  </a:tcPr>
                </a:tc>
                <a:tc>
                  <a:txBody>
                    <a:bodyPr/>
                    <a:lstStyle/>
                    <a:p>
                      <a:pPr algn="ctr" fontAlgn="ctr">
                        <a:buNone/>
                      </a:pPr>
                      <a:r>
                        <a:rPr lang="en-IN" sz="1400" b="1" i="0" u="none" strike="noStrike">
                          <a:solidFill>
                            <a:schemeClr val="bg1"/>
                          </a:solidFill>
                          <a:effectLst/>
                          <a:latin typeface="Arial" panose="020B0604020202020204" pitchFamily="34" charset="0"/>
                        </a:rPr>
                        <a:t>Annexure ID</a:t>
                      </a:r>
                    </a:p>
                  </a:txBody>
                  <a:tcPr marL="6350" marR="6350" marT="6350" marB="0" anchor="ctr">
                    <a:solidFill>
                      <a:schemeClr val="accent1"/>
                    </a:solidFill>
                  </a:tcPr>
                </a:tc>
                <a:tc>
                  <a:txBody>
                    <a:bodyPr/>
                    <a:lstStyle/>
                    <a:p>
                      <a:pPr algn="ctr" fontAlgn="ctr">
                        <a:buNone/>
                      </a:pPr>
                      <a:r>
                        <a:rPr lang="en-IN" sz="1400" b="1" i="0" u="none" strike="noStrike">
                          <a:solidFill>
                            <a:schemeClr val="bg1"/>
                          </a:solidFill>
                          <a:effectLst/>
                          <a:latin typeface="Arial" panose="020B0604020202020204" pitchFamily="34" charset="0"/>
                        </a:rPr>
                        <a:t>BPM </a:t>
                      </a:r>
                    </a:p>
                  </a:txBody>
                  <a:tcPr marL="6350" marR="6350" marT="6350" marB="0" anchor="ctr">
                    <a:solidFill>
                      <a:schemeClr val="accent1"/>
                    </a:solidFill>
                  </a:tcPr>
                </a:tc>
                <a:tc>
                  <a:txBody>
                    <a:bodyPr/>
                    <a:lstStyle/>
                    <a:p>
                      <a:pPr algn="ctr" fontAlgn="ctr">
                        <a:buNone/>
                      </a:pPr>
                      <a:r>
                        <a:rPr lang="en-IN" sz="1400" b="1" i="0" u="none" strike="noStrike">
                          <a:solidFill>
                            <a:schemeClr val="bg1"/>
                          </a:solidFill>
                          <a:effectLst/>
                          <a:latin typeface="Arial" panose="020B0604020202020204" pitchFamily="34" charset="0"/>
                        </a:rPr>
                        <a:t>Duration (minutes)</a:t>
                      </a:r>
                    </a:p>
                  </a:txBody>
                  <a:tcPr marL="6350" marR="6350" marT="6350" marB="0" anchor="ctr">
                    <a:solidFill>
                      <a:schemeClr val="accent1"/>
                    </a:solidFill>
                  </a:tcPr>
                </a:tc>
                <a:extLst>
                  <a:ext uri="{0D108BD9-81ED-4DB2-BD59-A6C34878D82A}">
                    <a16:rowId xmlns:a16="http://schemas.microsoft.com/office/drawing/2014/main" val="1307618681"/>
                  </a:ext>
                </a:extLst>
              </a:tr>
              <a:tr h="567113">
                <a:tc>
                  <a:txBody>
                    <a:bodyPr/>
                    <a:lstStyle/>
                    <a:p>
                      <a:pPr algn="ctr" fontAlgn="ctr">
                        <a:buNone/>
                      </a:pPr>
                      <a:r>
                        <a:rPr lang="en-IN" sz="1200" b="0" i="0" u="none" strike="noStrike">
                          <a:solidFill>
                            <a:srgbClr val="000000"/>
                          </a:solidFill>
                          <a:effectLst/>
                          <a:latin typeface="Arial" panose="020B0604020202020204" pitchFamily="34" charset="0"/>
                        </a:rPr>
                        <a:t>WS-CE-01</a:t>
                      </a:r>
                    </a:p>
                  </a:txBody>
                  <a:tcPr marL="6350" marR="6350" marT="6350" marB="0" anchor="ctr"/>
                </a:tc>
                <a:tc>
                  <a:txBody>
                    <a:bodyPr/>
                    <a:lstStyle/>
                    <a:p>
                      <a:pPr algn="ctr" fontAlgn="ctr">
                        <a:buNone/>
                      </a:pPr>
                      <a:r>
                        <a:rPr lang="en-IN" sz="1200" b="0" i="0" u="none" strike="noStrike">
                          <a:solidFill>
                            <a:srgbClr val="000000"/>
                          </a:solidFill>
                          <a:effectLst/>
                          <a:latin typeface="Arial" panose="020B0604020202020204" pitchFamily="34" charset="0"/>
                        </a:rPr>
                        <a:t>70</a:t>
                      </a:r>
                    </a:p>
                  </a:txBody>
                  <a:tcPr marL="6350" marR="6350" marT="6350" marB="0" anchor="ctr"/>
                </a:tc>
                <a:tc>
                  <a:txBody>
                    <a:bodyPr/>
                    <a:lstStyle/>
                    <a:p>
                      <a:pPr algn="l" fontAlgn="ctr">
                        <a:buNone/>
                      </a:pPr>
                      <a:r>
                        <a:rPr lang="en-IN" sz="1200" u="none" strike="noStrike">
                          <a:effectLst/>
                        </a:rPr>
                        <a:t>External Analytics Data Ingestion &amp; Unification</a:t>
                      </a:r>
                      <a:endParaRPr lang="en-IN" sz="12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buNone/>
                      </a:pPr>
                      <a:r>
                        <a:rPr lang="en-IN" sz="1200" b="0" i="0" u="none" strike="noStrike">
                          <a:solidFill>
                            <a:srgbClr val="000000"/>
                          </a:solidFill>
                          <a:effectLst/>
                          <a:latin typeface="Arial" panose="020B0604020202020204" pitchFamily="34" charset="0"/>
                        </a:rPr>
                        <a:t> 120 </a:t>
                      </a:r>
                    </a:p>
                  </a:txBody>
                  <a:tcPr marL="6350" marR="6350" marT="6350" marB="0" anchor="ctr"/>
                </a:tc>
                <a:extLst>
                  <a:ext uri="{0D108BD9-81ED-4DB2-BD59-A6C34878D82A}">
                    <a16:rowId xmlns:a16="http://schemas.microsoft.com/office/drawing/2014/main" val="3121356405"/>
                  </a:ext>
                </a:extLst>
              </a:tr>
              <a:tr h="464008">
                <a:tc rowSpan="5">
                  <a:txBody>
                    <a:bodyPr/>
                    <a:lstStyle/>
                    <a:p>
                      <a:pPr algn="ctr" fontAlgn="ctr">
                        <a:buNone/>
                      </a:pPr>
                      <a:r>
                        <a:rPr lang="en-IN" sz="1200" b="0" i="0" u="none" strike="noStrike">
                          <a:solidFill>
                            <a:srgbClr val="000000"/>
                          </a:solidFill>
                          <a:effectLst/>
                          <a:latin typeface="Arial" panose="020B0604020202020204" pitchFamily="34" charset="0"/>
                        </a:rPr>
                        <a:t>WS-CE-02</a:t>
                      </a:r>
                    </a:p>
                  </a:txBody>
                  <a:tcPr marL="6350" marR="6350" marT="6350" marB="0" anchor="ctr"/>
                </a:tc>
                <a:tc>
                  <a:txBody>
                    <a:bodyPr/>
                    <a:lstStyle/>
                    <a:p>
                      <a:pPr algn="ctr" fontAlgn="ctr">
                        <a:buNone/>
                      </a:pPr>
                      <a:r>
                        <a:rPr lang="en-IN" sz="1200" b="0" i="0" u="none" strike="noStrike">
                          <a:solidFill>
                            <a:srgbClr val="000000"/>
                          </a:solidFill>
                          <a:effectLst/>
                          <a:latin typeface="Arial" panose="020B0604020202020204" pitchFamily="34" charset="0"/>
                        </a:rPr>
                        <a:t>61</a:t>
                      </a:r>
                    </a:p>
                  </a:txBody>
                  <a:tcPr marL="6350" marR="6350" marT="6350" marB="0" anchor="ctr"/>
                </a:tc>
                <a:tc>
                  <a:txBody>
                    <a:bodyPr/>
                    <a:lstStyle/>
                    <a:p>
                      <a:pPr algn="l" fontAlgn="ctr">
                        <a:buNone/>
                      </a:pPr>
                      <a:r>
                        <a:rPr lang="en-IN" sz="1200" u="none" strike="noStrike">
                          <a:effectLst/>
                        </a:rPr>
                        <a:t>Marketing Research Insights Planning</a:t>
                      </a:r>
                      <a:endParaRPr lang="en-IN" sz="12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buNone/>
                      </a:pPr>
                      <a:r>
                        <a:rPr lang="en-IN" sz="1200" b="0" i="0" u="none" strike="noStrike">
                          <a:solidFill>
                            <a:srgbClr val="000000"/>
                          </a:solidFill>
                          <a:effectLst/>
                          <a:latin typeface="Arial" panose="020B0604020202020204" pitchFamily="34" charset="0"/>
                        </a:rPr>
                        <a:t>15</a:t>
                      </a:r>
                    </a:p>
                  </a:txBody>
                  <a:tcPr marL="6350" marR="6350" marT="6350" marB="0" anchor="ctr"/>
                </a:tc>
                <a:extLst>
                  <a:ext uri="{0D108BD9-81ED-4DB2-BD59-A6C34878D82A}">
                    <a16:rowId xmlns:a16="http://schemas.microsoft.com/office/drawing/2014/main" val="882578523"/>
                  </a:ext>
                </a:extLst>
              </a:tr>
              <a:tr h="403988">
                <a:tc vMerge="1">
                  <a:txBody>
                    <a:bodyPr/>
                    <a:lstStyle/>
                    <a:p>
                      <a:endParaRPr/>
                    </a:p>
                  </a:txBody>
                  <a:tcPr marL="6350" marR="6350" marT="6350" marB="0" anchor="ctr"/>
                </a:tc>
                <a:tc>
                  <a:txBody>
                    <a:bodyPr/>
                    <a:lstStyle/>
                    <a:p>
                      <a:pPr algn="ctr" fontAlgn="ctr">
                        <a:buNone/>
                      </a:pPr>
                      <a:r>
                        <a:rPr lang="en-IN" sz="1200" b="0" i="0" u="none" strike="noStrike">
                          <a:solidFill>
                            <a:srgbClr val="000000"/>
                          </a:solidFill>
                          <a:effectLst/>
                          <a:latin typeface="Arial" panose="020B0604020202020204" pitchFamily="34" charset="0"/>
                        </a:rPr>
                        <a:t>54</a:t>
                      </a:r>
                    </a:p>
                  </a:txBody>
                  <a:tcPr marL="6350" marR="6350" marT="6350" marB="0" anchor="ctr"/>
                </a:tc>
                <a:tc>
                  <a:txBody>
                    <a:bodyPr/>
                    <a:lstStyle/>
                    <a:p>
                      <a:pPr algn="l" fontAlgn="ctr">
                        <a:buNone/>
                      </a:pPr>
                      <a:r>
                        <a:rPr lang="en-IN" sz="1200" u="none" strike="noStrike">
                          <a:effectLst/>
                        </a:rPr>
                        <a:t>Global Marketing Content Activation</a:t>
                      </a:r>
                      <a:endParaRPr lang="en-IN" sz="12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buNone/>
                      </a:pPr>
                      <a:r>
                        <a:rPr lang="en-IN" sz="1200" b="0" i="0" u="none" strike="noStrike">
                          <a:solidFill>
                            <a:srgbClr val="000000"/>
                          </a:solidFill>
                          <a:effectLst/>
                          <a:latin typeface="Arial" panose="020B0604020202020204" pitchFamily="34" charset="0"/>
                        </a:rPr>
                        <a:t>20</a:t>
                      </a:r>
                    </a:p>
                  </a:txBody>
                  <a:tcPr marL="6350" marR="6350" marT="6350" marB="0" anchor="ctr"/>
                </a:tc>
                <a:extLst>
                  <a:ext uri="{0D108BD9-81ED-4DB2-BD59-A6C34878D82A}">
                    <a16:rowId xmlns:a16="http://schemas.microsoft.com/office/drawing/2014/main" val="3984147115"/>
                  </a:ext>
                </a:extLst>
              </a:tr>
              <a:tr h="347037">
                <a:tc vMerge="1">
                  <a:txBody>
                    <a:bodyPr/>
                    <a:lstStyle/>
                    <a:p>
                      <a:endParaRPr/>
                    </a:p>
                  </a:txBody>
                  <a:tcPr marL="6350" marR="6350" marT="6350" marB="0" anchor="ctr"/>
                </a:tc>
                <a:tc>
                  <a:txBody>
                    <a:bodyPr/>
                    <a:lstStyle/>
                    <a:p>
                      <a:pPr algn="ctr" fontAlgn="ctr">
                        <a:buNone/>
                      </a:pPr>
                      <a:r>
                        <a:rPr lang="en-IN" sz="1200" b="0" i="0" u="none" strike="noStrike">
                          <a:solidFill>
                            <a:srgbClr val="000000"/>
                          </a:solidFill>
                          <a:effectLst/>
                          <a:latin typeface="Arial" panose="020B0604020202020204" pitchFamily="34" charset="0"/>
                        </a:rPr>
                        <a:t>38</a:t>
                      </a:r>
                    </a:p>
                  </a:txBody>
                  <a:tcPr marL="6350" marR="6350" marT="6350" marB="0" anchor="ctr"/>
                </a:tc>
                <a:tc>
                  <a:txBody>
                    <a:bodyPr/>
                    <a:lstStyle/>
                    <a:p>
                      <a:pPr algn="l" fontAlgn="ctr">
                        <a:buNone/>
                      </a:pPr>
                      <a:r>
                        <a:rPr lang="en-IN" sz="1200" u="none" strike="noStrike">
                          <a:effectLst/>
                        </a:rPr>
                        <a:t>Brand Reputation Campaign Management</a:t>
                      </a:r>
                      <a:endParaRPr lang="en-IN" sz="12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buNone/>
                      </a:pPr>
                      <a:r>
                        <a:rPr lang="en-IN" sz="1200" b="0" i="0" u="none" strike="noStrike">
                          <a:solidFill>
                            <a:srgbClr val="000000"/>
                          </a:solidFill>
                          <a:effectLst/>
                          <a:latin typeface="Arial" panose="020B0604020202020204" pitchFamily="34" charset="0"/>
                        </a:rPr>
                        <a:t>20</a:t>
                      </a:r>
                    </a:p>
                  </a:txBody>
                  <a:tcPr marL="6350" marR="6350" marT="6350" marB="0" anchor="ctr"/>
                </a:tc>
                <a:extLst>
                  <a:ext uri="{0D108BD9-81ED-4DB2-BD59-A6C34878D82A}">
                    <a16:rowId xmlns:a16="http://schemas.microsoft.com/office/drawing/2014/main" val="4277580025"/>
                  </a:ext>
                </a:extLst>
              </a:tr>
              <a:tr h="594450">
                <a:tc vMerge="1">
                  <a:txBody>
                    <a:bodyPr/>
                    <a:lstStyle/>
                    <a:p>
                      <a:endParaRPr/>
                    </a:p>
                  </a:txBody>
                  <a:tcPr marL="6350" marR="6350" marT="6350" marB="0" anchor="ctr"/>
                </a:tc>
                <a:tc>
                  <a:txBody>
                    <a:bodyPr/>
                    <a:lstStyle/>
                    <a:p>
                      <a:pPr algn="ctr" fontAlgn="ctr">
                        <a:buNone/>
                      </a:pPr>
                      <a:r>
                        <a:rPr lang="en-IN" sz="1200" b="0" i="0" u="none" strike="noStrike">
                          <a:solidFill>
                            <a:srgbClr val="000000"/>
                          </a:solidFill>
                          <a:effectLst/>
                          <a:latin typeface="Arial" panose="020B0604020202020204" pitchFamily="34" charset="0"/>
                        </a:rPr>
                        <a:t>58</a:t>
                      </a:r>
                    </a:p>
                  </a:txBody>
                  <a:tcPr marL="6350" marR="6350" marT="6350" marB="0" anchor="ctr"/>
                </a:tc>
                <a:tc>
                  <a:txBody>
                    <a:bodyPr/>
                    <a:lstStyle/>
                    <a:p>
                      <a:pPr algn="l" fontAlgn="ctr">
                        <a:buNone/>
                      </a:pPr>
                      <a:r>
                        <a:rPr lang="en-US" sz="1200" u="none" strike="noStrike">
                          <a:effectLst/>
                        </a:rPr>
                        <a:t>Marketing Asset Governance &amp; Campaign Readiness</a:t>
                      </a:r>
                      <a:endParaRPr lang="en-US" sz="12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buNone/>
                      </a:pPr>
                      <a:r>
                        <a:rPr lang="en-US" sz="1200" b="0" i="0" u="none" strike="noStrike">
                          <a:solidFill>
                            <a:srgbClr val="000000"/>
                          </a:solidFill>
                          <a:effectLst/>
                          <a:latin typeface="Arial" panose="020B0604020202020204" pitchFamily="34" charset="0"/>
                        </a:rPr>
                        <a:t>35</a:t>
                      </a:r>
                    </a:p>
                  </a:txBody>
                  <a:tcPr marL="6350" marR="6350" marT="6350" marB="0" anchor="ctr"/>
                </a:tc>
                <a:extLst>
                  <a:ext uri="{0D108BD9-81ED-4DB2-BD59-A6C34878D82A}">
                    <a16:rowId xmlns:a16="http://schemas.microsoft.com/office/drawing/2014/main" val="1433039626"/>
                  </a:ext>
                </a:extLst>
              </a:tr>
              <a:tr h="669620">
                <a:tc vMerge="1">
                  <a:txBody>
                    <a:bodyPr/>
                    <a:lstStyle/>
                    <a:p>
                      <a:endParaRPr/>
                    </a:p>
                  </a:txBody>
                  <a:tcPr marL="6350" marR="6350" marT="6350" marB="0" anchor="ctr"/>
                </a:tc>
                <a:tc>
                  <a:txBody>
                    <a:bodyPr/>
                    <a:lstStyle/>
                    <a:p>
                      <a:pPr algn="ctr" fontAlgn="ctr">
                        <a:buNone/>
                      </a:pPr>
                      <a:r>
                        <a:rPr lang="en-IN" sz="1200" b="0" i="0" u="none" strike="noStrike">
                          <a:solidFill>
                            <a:srgbClr val="000000"/>
                          </a:solidFill>
                          <a:effectLst/>
                          <a:latin typeface="Arial" panose="020B0604020202020204" pitchFamily="34" charset="0"/>
                        </a:rPr>
                        <a:t>60</a:t>
                      </a:r>
                    </a:p>
                  </a:txBody>
                  <a:tcPr marL="6350" marR="6350" marT="6350" marB="0" anchor="ctr"/>
                </a:tc>
                <a:tc>
                  <a:txBody>
                    <a:bodyPr/>
                    <a:lstStyle/>
                    <a:p>
                      <a:pPr algn="l" fontAlgn="ctr">
                        <a:buNone/>
                      </a:pPr>
                      <a:r>
                        <a:rPr lang="en-IN" sz="1200" u="none" strike="noStrike">
                          <a:effectLst/>
                        </a:rPr>
                        <a:t>Marketing Strategy &amp; Activation Planning</a:t>
                      </a:r>
                      <a:endParaRPr lang="en-IN" sz="1200" b="0" i="0" u="none" strike="noStrike">
                        <a:solidFill>
                          <a:srgbClr val="000000"/>
                        </a:solidFill>
                        <a:effectLst/>
                        <a:latin typeface="Arial" panose="020B0604020202020204" pitchFamily="34" charset="0"/>
                      </a:endParaRPr>
                    </a:p>
                  </a:txBody>
                  <a:tcPr marL="6350" marR="6350" marT="6350" marB="0" anchor="ctr"/>
                </a:tc>
                <a:tc>
                  <a:txBody>
                    <a:bodyPr/>
                    <a:lstStyle/>
                    <a:p>
                      <a:pPr algn="ctr" fontAlgn="ctr">
                        <a:buNone/>
                      </a:pPr>
                      <a:r>
                        <a:rPr lang="en-IN" sz="1200" b="0" i="0" u="none" strike="noStrike">
                          <a:solidFill>
                            <a:srgbClr val="000000"/>
                          </a:solidFill>
                          <a:effectLst/>
                          <a:latin typeface="Arial" panose="020B0604020202020204" pitchFamily="34" charset="0"/>
                        </a:rPr>
                        <a:t>10</a:t>
                      </a:r>
                    </a:p>
                  </a:txBody>
                  <a:tcPr marL="6350" marR="6350" marT="6350" marB="0" anchor="ctr"/>
                </a:tc>
                <a:extLst>
                  <a:ext uri="{0D108BD9-81ED-4DB2-BD59-A6C34878D82A}">
                    <a16:rowId xmlns:a16="http://schemas.microsoft.com/office/drawing/2014/main" val="3502489076"/>
                  </a:ext>
                </a:extLst>
              </a:tr>
            </a:tbl>
          </a:graphicData>
        </a:graphic>
      </p:graphicFrame>
    </p:spTree>
    <p:extLst>
      <p:ext uri="{BB962C8B-B14F-4D97-AF65-F5344CB8AC3E}">
        <p14:creationId xmlns:p14="http://schemas.microsoft.com/office/powerpoint/2010/main" val="1363881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53FC-E07A-CC3B-29B6-2DA04B3028B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F45757A-2EDC-A95A-D19F-1AA9DB7B4DC8}"/>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24896" r="2560"/>
          <a:stretch>
            <a:fillRect/>
          </a:stretch>
        </p:blipFill>
        <p:spPr>
          <a:xfrm>
            <a:off x="0" y="0"/>
            <a:ext cx="7462683" cy="6858000"/>
          </a:xfrm>
          <a:prstGeom prst="rect">
            <a:avLst/>
          </a:prstGeom>
        </p:spPr>
      </p:pic>
      <p:sp>
        <p:nvSpPr>
          <p:cNvPr id="7" name="Rectangle 6">
            <a:extLst>
              <a:ext uri="{FF2B5EF4-FFF2-40B4-BE49-F238E27FC236}">
                <a16:creationId xmlns:a16="http://schemas.microsoft.com/office/drawing/2014/main" id="{093C3005-0D8A-083F-785D-5193596CA39D}"/>
              </a:ext>
            </a:extLst>
          </p:cNvPr>
          <p:cNvSpPr/>
          <p:nvPr/>
        </p:nvSpPr>
        <p:spPr>
          <a:xfrm>
            <a:off x="5098093" y="1556360"/>
            <a:ext cx="7093907" cy="3620022"/>
          </a:xfrm>
          <a:prstGeom prst="rect">
            <a:avLst/>
          </a:prstGeom>
          <a:solidFill>
            <a:srgbClr val="003C5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9" name="TextBox 8">
            <a:extLst>
              <a:ext uri="{FF2B5EF4-FFF2-40B4-BE49-F238E27FC236}">
                <a16:creationId xmlns:a16="http://schemas.microsoft.com/office/drawing/2014/main" id="{37AE1C9D-443E-6504-7E84-C2D0EC0FAD67}"/>
              </a:ext>
            </a:extLst>
          </p:cNvPr>
          <p:cNvSpPr txBox="1"/>
          <p:nvPr/>
        </p:nvSpPr>
        <p:spPr>
          <a:xfrm>
            <a:off x="6450908" y="1914040"/>
            <a:ext cx="4944690" cy="2959712"/>
          </a:xfrm>
          <a:prstGeom prst="rect">
            <a:avLst/>
          </a:prstGeom>
          <a:noFill/>
        </p:spPr>
        <p:txBody>
          <a:bodyPr wrap="square" lIns="0" tIns="0" rIns="0" bIns="0" rtlCol="0" anchor="ctr">
            <a:noAutofit/>
          </a:bodyPr>
          <a:lstStyle>
            <a:defPPr>
              <a:defRPr lang="en-US"/>
            </a:defPPr>
            <a:lvl1pPr>
              <a:spcBef>
                <a:spcPts val="1200"/>
              </a:spcBef>
              <a:buSzPct val="100000"/>
              <a:defRPr sz="4400" b="1">
                <a:solidFill>
                  <a:schemeClr val="bg1"/>
                </a:solidFill>
                <a:latin typeface="Aptos" panose="020B0004020202020204" pitchFamily="34" charset="0"/>
              </a:defRPr>
            </a:lvl1pPr>
          </a:lstStyle>
          <a:p>
            <a:r>
              <a:rPr lang="en-US"/>
              <a:t>External Analytics Data Ingestion &amp; Unification</a:t>
            </a:r>
          </a:p>
        </p:txBody>
      </p:sp>
      <p:sp>
        <p:nvSpPr>
          <p:cNvPr id="3" name="Right Triangle 2">
            <a:extLst>
              <a:ext uri="{FF2B5EF4-FFF2-40B4-BE49-F238E27FC236}">
                <a16:creationId xmlns:a16="http://schemas.microsoft.com/office/drawing/2014/main" id="{72B2CB6C-A656-1347-5BAA-056E4044F77A}"/>
              </a:ext>
            </a:extLst>
          </p:cNvPr>
          <p:cNvSpPr/>
          <p:nvPr/>
        </p:nvSpPr>
        <p:spPr>
          <a:xfrm rot="10800000">
            <a:off x="4743184" y="3823571"/>
            <a:ext cx="354906" cy="369518"/>
          </a:xfrm>
          <a:prstGeom prst="rtTriangle">
            <a:avLst/>
          </a:prstGeom>
          <a:solidFill>
            <a:schemeClr val="accent1">
              <a:alpha val="68000"/>
            </a:scheme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4" name="Rectangle 3">
            <a:extLst>
              <a:ext uri="{FF2B5EF4-FFF2-40B4-BE49-F238E27FC236}">
                <a16:creationId xmlns:a16="http://schemas.microsoft.com/office/drawing/2014/main" id="{E3D6F5CE-B905-15B1-F346-7700E0BF131C}"/>
              </a:ext>
            </a:extLst>
          </p:cNvPr>
          <p:cNvSpPr/>
          <p:nvPr/>
        </p:nvSpPr>
        <p:spPr>
          <a:xfrm>
            <a:off x="4743180" y="2708755"/>
            <a:ext cx="1352815" cy="1114816"/>
          </a:xfrm>
          <a:prstGeom prst="rect">
            <a:avLst/>
          </a:prstGeom>
          <a:solidFill>
            <a:srgbClr val="F2F7F8">
              <a:alpha val="85000"/>
            </a:srgb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8" name="TextBox 7">
            <a:extLst>
              <a:ext uri="{FF2B5EF4-FFF2-40B4-BE49-F238E27FC236}">
                <a16:creationId xmlns:a16="http://schemas.microsoft.com/office/drawing/2014/main" id="{371D257F-533A-9340-3540-BA5637126B8F}"/>
              </a:ext>
            </a:extLst>
          </p:cNvPr>
          <p:cNvSpPr txBox="1"/>
          <p:nvPr/>
        </p:nvSpPr>
        <p:spPr>
          <a:xfrm>
            <a:off x="5073037" y="2802700"/>
            <a:ext cx="1014608" cy="926926"/>
          </a:xfrm>
          <a:prstGeom prst="rect">
            <a:avLst/>
          </a:prstGeom>
          <a:noFill/>
        </p:spPr>
        <p:txBody>
          <a:bodyPr wrap="square" lIns="0" tIns="0" rIns="0" bIns="0" rtlCol="0" anchor="ctr">
            <a:noAutofit/>
          </a:bodyPr>
          <a:lstStyle/>
          <a:p>
            <a:pPr marL="0" indent="0" algn="l">
              <a:lnSpc>
                <a:spcPct val="100000"/>
              </a:lnSpc>
              <a:spcBef>
                <a:spcPts val="1200"/>
              </a:spcBef>
              <a:buSzPct val="100000"/>
              <a:buFont typeface="Arial" panose="020B0604020202020204" pitchFamily="34" charset="0"/>
              <a:buNone/>
            </a:pPr>
            <a:r>
              <a:rPr lang="en-US" sz="3600" b="1">
                <a:solidFill>
                  <a:srgbClr val="231F20"/>
                </a:solidFill>
                <a:latin typeface="Aptos" panose="020B0004020202020204" pitchFamily="34" charset="0"/>
              </a:rPr>
              <a:t>01</a:t>
            </a:r>
            <a:endParaRPr lang="en-IN" sz="3600" b="1">
              <a:solidFill>
                <a:srgbClr val="231F20"/>
              </a:solidFill>
              <a:latin typeface="Aptos" panose="020B0004020202020204" pitchFamily="34" charset="0"/>
            </a:endParaRPr>
          </a:p>
        </p:txBody>
      </p:sp>
    </p:spTree>
    <p:extLst>
      <p:ext uri="{BB962C8B-B14F-4D97-AF65-F5344CB8AC3E}">
        <p14:creationId xmlns:p14="http://schemas.microsoft.com/office/powerpoint/2010/main" val="2443672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0">
            <a:extLst>
              <a:ext uri="{FF2B5EF4-FFF2-40B4-BE49-F238E27FC236}">
                <a16:creationId xmlns:a16="http://schemas.microsoft.com/office/drawing/2014/main" id="{433578B7-25CD-CF1A-2649-63D685E741B4}"/>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Pre-read: External Analytics Data Ingestion &amp; Unification</a:t>
            </a:r>
          </a:p>
        </p:txBody>
      </p:sp>
      <p:sp>
        <p:nvSpPr>
          <p:cNvPr id="18" name="Shape 4">
            <a:extLst>
              <a:ext uri="{FF2B5EF4-FFF2-40B4-BE49-F238E27FC236}">
                <a16:creationId xmlns:a16="http://schemas.microsoft.com/office/drawing/2014/main" id="{C38719D4-B3F0-1F16-4BE7-68F2A7B4553C}"/>
              </a:ext>
            </a:extLst>
          </p:cNvPr>
          <p:cNvSpPr/>
          <p:nvPr/>
        </p:nvSpPr>
        <p:spPr>
          <a:xfrm>
            <a:off x="548640" y="961679"/>
            <a:ext cx="11145519" cy="1423766"/>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135C3AFE-4EDD-E845-C90C-48B5020B87DF}"/>
              </a:ext>
            </a:extLst>
          </p:cNvPr>
          <p:cNvSpPr/>
          <p:nvPr/>
        </p:nvSpPr>
        <p:spPr>
          <a:xfrm>
            <a:off x="548640" y="961679"/>
            <a:ext cx="92723" cy="1417320"/>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B9DB45A1-20E3-1C77-440A-471CDB05E02A}"/>
              </a:ext>
            </a:extLst>
          </p:cNvPr>
          <p:cNvSpPr/>
          <p:nvPr/>
        </p:nvSpPr>
        <p:spPr>
          <a:xfrm>
            <a:off x="768095" y="932688"/>
            <a:ext cx="6661914" cy="548640"/>
          </a:xfrm>
          <a:prstGeom prst="rect">
            <a:avLst/>
          </a:prstGeom>
          <a:noFill/>
          <a:ln/>
        </p:spPr>
        <p:txBody>
          <a:bodyPr wrap="square" lIns="0" tIns="0" rIns="0" bIns="0" rtlCol="0" anchor="ctr"/>
          <a:lstStyle/>
          <a:p>
            <a:pPr marL="0" indent="0">
              <a:buNone/>
            </a:pPr>
            <a:r>
              <a:rPr lang="en-US" sz="1400" b="1">
                <a:solidFill>
                  <a:srgbClr val="003C51"/>
                </a:solidFill>
              </a:rPr>
              <a:t>Read before the workshop</a:t>
            </a:r>
          </a:p>
          <a:p>
            <a:pPr marL="0" indent="0">
              <a:buNone/>
            </a:pPr>
            <a:r>
              <a:rPr lang="en-US" sz="1400" b="1">
                <a:solidFill>
                  <a:srgbClr val="003C51"/>
                </a:solidFill>
              </a:rPr>
              <a:t>  </a:t>
            </a:r>
            <a:endParaRPr lang="en-US" sz="1400"/>
          </a:p>
        </p:txBody>
      </p:sp>
      <p:sp>
        <p:nvSpPr>
          <p:cNvPr id="21" name="Text 8">
            <a:extLst>
              <a:ext uri="{FF2B5EF4-FFF2-40B4-BE49-F238E27FC236}">
                <a16:creationId xmlns:a16="http://schemas.microsoft.com/office/drawing/2014/main" id="{04F2355A-128B-7AEE-96B3-11DB8DAB0679}"/>
              </a:ext>
            </a:extLst>
          </p:cNvPr>
          <p:cNvSpPr/>
          <p:nvPr/>
        </p:nvSpPr>
        <p:spPr>
          <a:xfrm>
            <a:off x="768094" y="1257091"/>
            <a:ext cx="9942928" cy="1063513"/>
          </a:xfrm>
          <a:prstGeom prst="rect">
            <a:avLst/>
          </a:prstGeom>
          <a:noFill/>
          <a:ln/>
        </p:spPr>
        <p:txBody>
          <a:bodyPr wrap="square" lIns="0" tIns="0" rIns="0" bIns="0" rtlCol="0" anchor="ctr"/>
          <a:lstStyle/>
          <a:p>
            <a:pPr fontAlgn="t">
              <a:lnSpc>
                <a:spcPts val="1500"/>
              </a:lnSpc>
              <a:buNone/>
            </a:pPr>
            <a:endParaRPr lang="en-US" sz="1000" b="1">
              <a:solidFill>
                <a:srgbClr val="5A6A70"/>
              </a:solidFill>
            </a:endParaRPr>
          </a:p>
        </p:txBody>
      </p:sp>
      <p:sp>
        <p:nvSpPr>
          <p:cNvPr id="22" name="Shape 4">
            <a:extLst>
              <a:ext uri="{FF2B5EF4-FFF2-40B4-BE49-F238E27FC236}">
                <a16:creationId xmlns:a16="http://schemas.microsoft.com/office/drawing/2014/main" id="{3A03CFCE-2512-2934-1AAF-F4C1FDCF8EF4}"/>
              </a:ext>
            </a:extLst>
          </p:cNvPr>
          <p:cNvSpPr/>
          <p:nvPr/>
        </p:nvSpPr>
        <p:spPr>
          <a:xfrm>
            <a:off x="548640" y="2651657"/>
            <a:ext cx="11145519"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FE9D7DB4-E9DB-475D-FB56-1A9E3D829D66}"/>
              </a:ext>
            </a:extLst>
          </p:cNvPr>
          <p:cNvSpPr/>
          <p:nvPr/>
        </p:nvSpPr>
        <p:spPr>
          <a:xfrm>
            <a:off x="548640" y="2651656"/>
            <a:ext cx="92723"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06A3DFB0-FE0E-B7E5-C60A-21E993283871}"/>
              </a:ext>
            </a:extLst>
          </p:cNvPr>
          <p:cNvSpPr/>
          <p:nvPr/>
        </p:nvSpPr>
        <p:spPr>
          <a:xfrm>
            <a:off x="768095" y="2622665"/>
            <a:ext cx="6661914"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Bring to the workshop</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5" name="Text 8">
            <a:extLst>
              <a:ext uri="{FF2B5EF4-FFF2-40B4-BE49-F238E27FC236}">
                <a16:creationId xmlns:a16="http://schemas.microsoft.com/office/drawing/2014/main" id="{11BC31EE-16F8-DF74-6EB9-4E36CEDE437A}"/>
              </a:ext>
            </a:extLst>
          </p:cNvPr>
          <p:cNvSpPr/>
          <p:nvPr/>
        </p:nvSpPr>
        <p:spPr>
          <a:xfrm>
            <a:off x="768094" y="2947068"/>
            <a:ext cx="9942928" cy="1036292"/>
          </a:xfrm>
          <a:prstGeom prst="rect">
            <a:avLst/>
          </a:prstGeom>
          <a:noFill/>
          <a:ln/>
        </p:spPr>
        <p:txBody>
          <a:bodyPr wrap="square" lIns="0" tIns="0" rIns="0" bIns="0" rtlCol="0" anchor="ctr"/>
          <a:lstStyle/>
          <a:p>
            <a:pPr fontAlgn="t">
              <a:lnSpc>
                <a:spcPts val="1500"/>
              </a:lnSpc>
              <a:buNone/>
            </a:pPr>
            <a:endParaRPr lang="en-US" sz="1000" b="1">
              <a:solidFill>
                <a:srgbClr val="5A6A70"/>
              </a:solidFill>
            </a:endParaRPr>
          </a:p>
        </p:txBody>
      </p:sp>
      <p:sp>
        <p:nvSpPr>
          <p:cNvPr id="26" name="Shape 4">
            <a:extLst>
              <a:ext uri="{FF2B5EF4-FFF2-40B4-BE49-F238E27FC236}">
                <a16:creationId xmlns:a16="http://schemas.microsoft.com/office/drawing/2014/main" id="{93A9907F-CFD6-B1AD-ECB4-73BCC52A11B9}"/>
              </a:ext>
            </a:extLst>
          </p:cNvPr>
          <p:cNvSpPr/>
          <p:nvPr/>
        </p:nvSpPr>
        <p:spPr>
          <a:xfrm>
            <a:off x="548639" y="4371037"/>
            <a:ext cx="11145519"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66F5CA3F-DC0F-E648-6B88-B9C29BC3E477}"/>
              </a:ext>
            </a:extLst>
          </p:cNvPr>
          <p:cNvSpPr/>
          <p:nvPr/>
        </p:nvSpPr>
        <p:spPr>
          <a:xfrm>
            <a:off x="566929" y="4430682"/>
            <a:ext cx="92723"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3BF9CC60-8B20-C0B3-1CC9-CB626D4940ED}"/>
              </a:ext>
            </a:extLst>
          </p:cNvPr>
          <p:cNvSpPr/>
          <p:nvPr/>
        </p:nvSpPr>
        <p:spPr>
          <a:xfrm>
            <a:off x="786384" y="4335187"/>
            <a:ext cx="6661914"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Come ready to decide</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4" name="TextBox 3">
            <a:extLst>
              <a:ext uri="{FF2B5EF4-FFF2-40B4-BE49-F238E27FC236}">
                <a16:creationId xmlns:a16="http://schemas.microsoft.com/office/drawing/2014/main" id="{41A18029-378B-03C0-4A84-508BDDC79606}"/>
              </a:ext>
            </a:extLst>
          </p:cNvPr>
          <p:cNvSpPr txBox="1"/>
          <p:nvPr/>
        </p:nvSpPr>
        <p:spPr>
          <a:xfrm>
            <a:off x="758698" y="1191024"/>
            <a:ext cx="10898682" cy="1223412"/>
          </a:xfrm>
          <a:prstGeom prst="rect">
            <a:avLst/>
          </a:prstGeom>
          <a:noFill/>
        </p:spPr>
        <p:txBody>
          <a:bodyPr wrap="square">
            <a:spAutoFit/>
          </a:bodyPr>
          <a:lstStyle/>
          <a:p>
            <a:r>
              <a:rPr lang="en-IN" sz="1050" b="1" dirty="0"/>
              <a:t>Microsoft Learn – Dynamics 365 Customer Insights</a:t>
            </a:r>
          </a:p>
          <a:p>
            <a:r>
              <a:rPr lang="en-IN" sz="1050" dirty="0"/>
              <a:t>https://learn.microsoft.com/en-us/training/modules/get-started-customer-data-platform/  | </a:t>
            </a:r>
            <a:r>
              <a:rPr lang="en-IN" sz="1050" dirty="0">
                <a:hlinkClick r:id="rId2"/>
              </a:rPr>
              <a:t>https://learn.microsoft.com/en-us/training/modules/configure-third-party-connections/ </a:t>
            </a:r>
            <a:r>
              <a:rPr lang="en-IN" sz="1050" dirty="0"/>
              <a:t> </a:t>
            </a:r>
          </a:p>
          <a:p>
            <a:r>
              <a:rPr lang="en-IN" sz="1050" dirty="0"/>
              <a:t>Please review:</a:t>
            </a:r>
          </a:p>
          <a:p>
            <a:pPr marL="171450" indent="-171450">
              <a:buFont typeface="Arial" panose="020B0604020202020204" pitchFamily="34" charset="0"/>
              <a:buChar char="•"/>
            </a:pPr>
            <a:r>
              <a:rPr lang="en-IN" sz="1050" dirty="0"/>
              <a:t>Data ingestion from external sources</a:t>
            </a:r>
          </a:p>
          <a:p>
            <a:pPr marL="171450" indent="-171450">
              <a:buFont typeface="Arial" panose="020B0604020202020204" pitchFamily="34" charset="0"/>
              <a:buChar char="•"/>
            </a:pPr>
            <a:r>
              <a:rPr lang="en-IN" sz="1050" dirty="0"/>
              <a:t>Data unification and profile resolution</a:t>
            </a:r>
          </a:p>
          <a:p>
            <a:pPr marL="171450" indent="-171450">
              <a:buFont typeface="Arial" panose="020B0604020202020204" pitchFamily="34" charset="0"/>
              <a:buChar char="•"/>
            </a:pPr>
            <a:r>
              <a:rPr lang="en-IN" sz="1050" dirty="0"/>
              <a:t>Unified customer and analytics views</a:t>
            </a:r>
          </a:p>
          <a:p>
            <a:pPr marL="171450" indent="-171450">
              <a:buFont typeface="Arial" panose="020B0604020202020204" pitchFamily="34" charset="0"/>
              <a:buChar char="•"/>
            </a:pPr>
            <a:r>
              <a:rPr lang="en-IN" sz="1050" dirty="0"/>
              <a:t>Analytics, insights, and reporting capabilities</a:t>
            </a:r>
          </a:p>
        </p:txBody>
      </p:sp>
      <p:sp>
        <p:nvSpPr>
          <p:cNvPr id="8" name="TextBox 7">
            <a:extLst>
              <a:ext uri="{FF2B5EF4-FFF2-40B4-BE49-F238E27FC236}">
                <a16:creationId xmlns:a16="http://schemas.microsoft.com/office/drawing/2014/main" id="{F01AE62C-691E-528E-90FA-95C69F9E71C9}"/>
              </a:ext>
            </a:extLst>
          </p:cNvPr>
          <p:cNvSpPr txBox="1"/>
          <p:nvPr/>
        </p:nvSpPr>
        <p:spPr>
          <a:xfrm>
            <a:off x="758697" y="2929429"/>
            <a:ext cx="10898681" cy="861774"/>
          </a:xfrm>
          <a:prstGeom prst="rect">
            <a:avLst/>
          </a:prstGeom>
          <a:noFill/>
          <a:ln/>
        </p:spPr>
        <p:txBody>
          <a:bodyPr wrap="square" lIns="0" tIns="0" rIns="0" bIns="0" rtlCol="0" anchor="ctr"/>
          <a:lstStyle>
            <a:defPPr>
              <a:defRPr lang="en-US"/>
            </a:defPPr>
            <a:lvl1pPr fontAlgn="t">
              <a:lnSpc>
                <a:spcPts val="1500"/>
              </a:lnSpc>
              <a:buNone/>
              <a:defRPr sz="1000" b="1">
                <a:solidFill>
                  <a:srgbClr val="5A6A70"/>
                </a:solidFill>
              </a:defRPr>
            </a:lvl1pPr>
            <a:lvl2pPr marL="628650" lvl="1" indent="-171450" fontAlgn="t">
              <a:lnSpc>
                <a:spcPts val="1500"/>
              </a:lnSpc>
              <a:buFont typeface="Arial" panose="020B0604020202020204" pitchFamily="34" charset="0"/>
              <a:buChar char="•"/>
              <a:defRPr sz="1000" b="1">
                <a:solidFill>
                  <a:srgbClr val="5A6A70"/>
                </a:solidFill>
              </a:defRPr>
            </a:lvl2pPr>
          </a:lstStyle>
          <a:p>
            <a:r>
              <a:rPr lang="en-IN"/>
              <a:t>Please have the following ready and circulated to the team:</a:t>
            </a:r>
          </a:p>
          <a:p>
            <a:pPr marL="171450" indent="-171450">
              <a:buFont typeface="Arial" panose="020B0604020202020204" pitchFamily="34" charset="0"/>
              <a:buChar char="•"/>
            </a:pPr>
            <a:r>
              <a:rPr lang="en-IN"/>
              <a:t>List of external analytics platforms and data sources</a:t>
            </a:r>
          </a:p>
          <a:p>
            <a:pPr marL="171450" indent="-171450">
              <a:buFont typeface="Arial" panose="020B0604020202020204" pitchFamily="34" charset="0"/>
              <a:buChar char="•"/>
            </a:pPr>
            <a:r>
              <a:rPr lang="en-IN"/>
              <a:t>Sample reports, dashboards, and KPI definitions</a:t>
            </a:r>
          </a:p>
          <a:p>
            <a:pPr marL="171450" indent="-171450">
              <a:buFont typeface="Arial" panose="020B0604020202020204" pitchFamily="34" charset="0"/>
              <a:buChar char="•"/>
            </a:pPr>
            <a:r>
              <a:rPr lang="en-IN"/>
              <a:t>Current data consolidation process and ownership</a:t>
            </a:r>
          </a:p>
          <a:p>
            <a:pPr marL="171450" indent="-171450">
              <a:buFont typeface="Arial" panose="020B0604020202020204" pitchFamily="34" charset="0"/>
              <a:buChar char="•"/>
            </a:pPr>
            <a:r>
              <a:rPr lang="en-IN"/>
              <a:t>Known data quality or reporting challenges</a:t>
            </a:r>
          </a:p>
        </p:txBody>
      </p:sp>
      <p:sp>
        <p:nvSpPr>
          <p:cNvPr id="10" name="TextBox 9">
            <a:extLst>
              <a:ext uri="{FF2B5EF4-FFF2-40B4-BE49-F238E27FC236}">
                <a16:creationId xmlns:a16="http://schemas.microsoft.com/office/drawing/2014/main" id="{CC72E275-0429-6A69-165D-91FDE298C5B5}"/>
              </a:ext>
            </a:extLst>
          </p:cNvPr>
          <p:cNvSpPr txBox="1"/>
          <p:nvPr/>
        </p:nvSpPr>
        <p:spPr>
          <a:xfrm>
            <a:off x="822378" y="4666434"/>
            <a:ext cx="11009811" cy="1054135"/>
          </a:xfrm>
          <a:prstGeom prst="rect">
            <a:avLst/>
          </a:prstGeom>
          <a:noFill/>
          <a:ln/>
        </p:spPr>
        <p:txBody>
          <a:bodyPr wrap="square" lIns="0" tIns="0" rIns="0" bIns="0" rtlCol="0" anchor="ctr"/>
          <a:lstStyle>
            <a:defPPr>
              <a:defRPr lang="en-US"/>
            </a:defPPr>
            <a:lvl1pPr fontAlgn="t">
              <a:lnSpc>
                <a:spcPts val="1500"/>
              </a:lnSpc>
              <a:buNone/>
              <a:defRPr sz="1000" b="1">
                <a:solidFill>
                  <a:srgbClr val="5A6A70"/>
                </a:solidFill>
              </a:defRPr>
            </a:lvl1pPr>
            <a:lvl2pPr marL="628650" lvl="1" indent="-171450" fontAlgn="t">
              <a:lnSpc>
                <a:spcPts val="1500"/>
              </a:lnSpc>
              <a:buFont typeface="Arial" panose="020B0604020202020204" pitchFamily="34" charset="0"/>
              <a:buChar char="•"/>
              <a:defRPr sz="1000" b="1">
                <a:solidFill>
                  <a:srgbClr val="5A6A70"/>
                </a:solidFill>
              </a:defRPr>
            </a:lvl2pPr>
          </a:lstStyle>
          <a:p>
            <a:r>
              <a:rPr lang="en-IN"/>
              <a:t>Decisions we intend to close in this session:</a:t>
            </a:r>
          </a:p>
          <a:p>
            <a:pPr marL="171450" indent="-171450">
              <a:buFont typeface="Arial" panose="020B0604020202020204" pitchFamily="34" charset="0"/>
              <a:buChar char="•"/>
            </a:pPr>
            <a:r>
              <a:rPr lang="en-IN"/>
              <a:t>Which external analytics sources are in scope</a:t>
            </a:r>
          </a:p>
          <a:p>
            <a:pPr marL="171450" indent="-171450">
              <a:buFont typeface="Arial" panose="020B0604020202020204" pitchFamily="34" charset="0"/>
              <a:buChar char="•"/>
            </a:pPr>
            <a:r>
              <a:rPr lang="en-IN"/>
              <a:t>Priority KPIs and reporting requirements</a:t>
            </a:r>
          </a:p>
          <a:p>
            <a:pPr marL="171450" indent="-171450">
              <a:buFont typeface="Arial" panose="020B0604020202020204" pitchFamily="34" charset="0"/>
              <a:buChar char="•"/>
            </a:pPr>
            <a:r>
              <a:rPr lang="en-IN"/>
              <a:t>Definition of the unified analytics view</a:t>
            </a:r>
          </a:p>
          <a:p>
            <a:pPr marL="171450" indent="-171450">
              <a:buFont typeface="Arial" panose="020B0604020202020204" pitchFamily="34" charset="0"/>
              <a:buChar char="•"/>
            </a:pPr>
            <a:r>
              <a:rPr lang="en-IN"/>
              <a:t>Reporting and dashboard consumption approach</a:t>
            </a:r>
          </a:p>
        </p:txBody>
      </p:sp>
    </p:spTree>
    <p:extLst>
      <p:ext uri="{BB962C8B-B14F-4D97-AF65-F5344CB8AC3E}">
        <p14:creationId xmlns:p14="http://schemas.microsoft.com/office/powerpoint/2010/main" val="1001498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F8D7B-9B07-19EB-6335-8F97B0F38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99455-1740-9109-F933-265C2CE73711}"/>
              </a:ext>
            </a:extLst>
          </p:cNvPr>
          <p:cNvSpPr>
            <a:spLocks noGrp="1"/>
          </p:cNvSpPr>
          <p:nvPr>
            <p:ph type="title"/>
          </p:nvPr>
        </p:nvSpPr>
        <p:spPr>
          <a:xfrm>
            <a:off x="218793" y="266737"/>
            <a:ext cx="11457432" cy="532660"/>
          </a:xfrm>
        </p:spPr>
        <p:txBody>
          <a:bodyPr/>
          <a:lstStyle/>
          <a:p>
            <a:r>
              <a:rPr lang="en-GB"/>
              <a:t>Process Flow 1 – External Analytics Data Ingestion &amp; Unification</a:t>
            </a:r>
          </a:p>
        </p:txBody>
      </p:sp>
      <p:sp>
        <p:nvSpPr>
          <p:cNvPr id="4" name="TextBox 3">
            <a:extLst>
              <a:ext uri="{FF2B5EF4-FFF2-40B4-BE49-F238E27FC236}">
                <a16:creationId xmlns:a16="http://schemas.microsoft.com/office/drawing/2014/main" id="{25B3BDE9-AAFA-26F4-F021-27DB137A1B8A}"/>
              </a:ext>
            </a:extLst>
          </p:cNvPr>
          <p:cNvSpPr txBox="1"/>
          <p:nvPr/>
        </p:nvSpPr>
        <p:spPr>
          <a:xfrm>
            <a:off x="218793" y="723730"/>
            <a:ext cx="9587884" cy="417664"/>
          </a:xfrm>
          <a:prstGeom prst="rect">
            <a:avLst/>
          </a:prstGeom>
          <a:noFill/>
        </p:spPr>
        <p:txBody>
          <a:bodyPr wrap="square" lIns="0" tIns="0" rIns="0" bIns="0" rtlCol="0">
            <a:noAutofit/>
          </a:bodyPr>
          <a:lstStyle/>
          <a:p>
            <a:pPr marL="0" indent="0" algn="l">
              <a:lnSpc>
                <a:spcPct val="100000"/>
              </a:lnSpc>
              <a:spcBef>
                <a:spcPts val="1200"/>
              </a:spcBef>
              <a:buSzPct val="100000"/>
              <a:buFont typeface="Arial" panose="020B0604020202020204" pitchFamily="34" charset="0"/>
              <a:buNone/>
            </a:pPr>
            <a:r>
              <a:rPr lang="en-GB"/>
              <a:t>Standard D365 Customer Insights out-of-the-box, no customisation assumed</a:t>
            </a:r>
            <a:endParaRPr lang="en-GB" sz="1800"/>
          </a:p>
        </p:txBody>
      </p:sp>
      <p:pic>
        <p:nvPicPr>
          <p:cNvPr id="5" name="Picture 4">
            <a:extLst>
              <a:ext uri="{FF2B5EF4-FFF2-40B4-BE49-F238E27FC236}">
                <a16:creationId xmlns:a16="http://schemas.microsoft.com/office/drawing/2014/main" id="{12B5DF37-39A3-F67F-3875-10CC2D6FDD31}"/>
              </a:ext>
            </a:extLst>
          </p:cNvPr>
          <p:cNvPicPr>
            <a:picLocks noChangeAspect="1"/>
          </p:cNvPicPr>
          <p:nvPr/>
        </p:nvPicPr>
        <p:blipFill>
          <a:blip r:embed="rId2"/>
          <a:stretch>
            <a:fillRect/>
          </a:stretch>
        </p:blipFill>
        <p:spPr>
          <a:xfrm>
            <a:off x="322163" y="1076933"/>
            <a:ext cx="10715327" cy="5784665"/>
          </a:xfrm>
          <a:prstGeom prst="rect">
            <a:avLst/>
          </a:prstGeom>
        </p:spPr>
      </p:pic>
    </p:spTree>
    <p:extLst>
      <p:ext uri="{BB962C8B-B14F-4D97-AF65-F5344CB8AC3E}">
        <p14:creationId xmlns:p14="http://schemas.microsoft.com/office/powerpoint/2010/main" val="916118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0">
            <a:extLst>
              <a:ext uri="{FF2B5EF4-FFF2-40B4-BE49-F238E27FC236}">
                <a16:creationId xmlns:a16="http://schemas.microsoft.com/office/drawing/2014/main" id="{433578B7-25CD-CF1A-2649-63D685E741B4}"/>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Process details:  External Analytics Data Ingestion &amp; Unification</a:t>
            </a:r>
          </a:p>
        </p:txBody>
      </p:sp>
      <p:sp>
        <p:nvSpPr>
          <p:cNvPr id="18" name="Shape 4">
            <a:extLst>
              <a:ext uri="{FF2B5EF4-FFF2-40B4-BE49-F238E27FC236}">
                <a16:creationId xmlns:a16="http://schemas.microsoft.com/office/drawing/2014/main" id="{C38719D4-B3F0-1F16-4BE7-68F2A7B4553C}"/>
              </a:ext>
            </a:extLst>
          </p:cNvPr>
          <p:cNvSpPr/>
          <p:nvPr/>
        </p:nvSpPr>
        <p:spPr>
          <a:xfrm>
            <a:off x="548640" y="1076496"/>
            <a:ext cx="11013439" cy="1423766"/>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135C3AFE-4EDD-E845-C90C-48B5020B87DF}"/>
              </a:ext>
            </a:extLst>
          </p:cNvPr>
          <p:cNvSpPr/>
          <p:nvPr/>
        </p:nvSpPr>
        <p:spPr>
          <a:xfrm>
            <a:off x="548640" y="1076496"/>
            <a:ext cx="91624" cy="1417320"/>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B9DB45A1-20E3-1C77-440A-471CDB05E02A}"/>
              </a:ext>
            </a:extLst>
          </p:cNvPr>
          <p:cNvSpPr/>
          <p:nvPr/>
        </p:nvSpPr>
        <p:spPr>
          <a:xfrm>
            <a:off x="768094" y="1047505"/>
            <a:ext cx="6582967" cy="548640"/>
          </a:xfrm>
          <a:prstGeom prst="rect">
            <a:avLst/>
          </a:prstGeom>
          <a:noFill/>
          <a:ln/>
        </p:spPr>
        <p:txBody>
          <a:bodyPr wrap="square" lIns="0" tIns="0" rIns="0" bIns="0" rtlCol="0" anchor="ctr"/>
          <a:lstStyle/>
          <a:p>
            <a:r>
              <a:rPr lang="en-US" sz="1400" b="1">
                <a:solidFill>
                  <a:srgbClr val="003C51"/>
                </a:solidFill>
              </a:rPr>
              <a:t>External Analytics Data Sources</a:t>
            </a:r>
          </a:p>
          <a:p>
            <a:pPr marL="0" indent="0">
              <a:buNone/>
            </a:pPr>
            <a:r>
              <a:rPr lang="en-US" sz="1400" b="1">
                <a:solidFill>
                  <a:srgbClr val="003C51"/>
                </a:solidFill>
              </a:rPr>
              <a:t>  </a:t>
            </a:r>
            <a:endParaRPr lang="en-US" sz="1400"/>
          </a:p>
        </p:txBody>
      </p:sp>
      <p:sp>
        <p:nvSpPr>
          <p:cNvPr id="21" name="Text 8">
            <a:extLst>
              <a:ext uri="{FF2B5EF4-FFF2-40B4-BE49-F238E27FC236}">
                <a16:creationId xmlns:a16="http://schemas.microsoft.com/office/drawing/2014/main" id="{04F2355A-128B-7AEE-96B3-11DB8DAB0679}"/>
              </a:ext>
            </a:extLst>
          </p:cNvPr>
          <p:cNvSpPr/>
          <p:nvPr/>
        </p:nvSpPr>
        <p:spPr>
          <a:xfrm>
            <a:off x="768094" y="1371908"/>
            <a:ext cx="9825100" cy="1063513"/>
          </a:xfrm>
          <a:prstGeom prst="rect">
            <a:avLst/>
          </a:prstGeom>
          <a:noFill/>
          <a:ln/>
        </p:spPr>
        <p:txBody>
          <a:bodyPr wrap="square" lIns="0" tIns="0" rIns="0" bIns="0" rtlCol="0" anchor="ctr"/>
          <a:lstStyle/>
          <a:p>
            <a:pPr fontAlgn="t">
              <a:lnSpc>
                <a:spcPts val="1500"/>
              </a:lnSpc>
              <a:buNone/>
            </a:pPr>
            <a:endParaRPr lang="en-US" sz="1000" b="1">
              <a:solidFill>
                <a:srgbClr val="5A6A70"/>
              </a:solidFill>
            </a:endParaRPr>
          </a:p>
        </p:txBody>
      </p:sp>
      <p:sp>
        <p:nvSpPr>
          <p:cNvPr id="22" name="Shape 4">
            <a:extLst>
              <a:ext uri="{FF2B5EF4-FFF2-40B4-BE49-F238E27FC236}">
                <a16:creationId xmlns:a16="http://schemas.microsoft.com/office/drawing/2014/main" id="{3A03CFCE-2512-2934-1AAF-F4C1FDCF8EF4}"/>
              </a:ext>
            </a:extLst>
          </p:cNvPr>
          <p:cNvSpPr/>
          <p:nvPr/>
        </p:nvSpPr>
        <p:spPr>
          <a:xfrm>
            <a:off x="548640" y="2766474"/>
            <a:ext cx="11013439"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FE9D7DB4-E9DB-475D-FB56-1A9E3D829D66}"/>
              </a:ext>
            </a:extLst>
          </p:cNvPr>
          <p:cNvSpPr/>
          <p:nvPr/>
        </p:nvSpPr>
        <p:spPr>
          <a:xfrm>
            <a:off x="548640" y="2766473"/>
            <a:ext cx="91624"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06A3DFB0-FE0E-B7E5-C60A-21E993283871}"/>
              </a:ext>
            </a:extLst>
          </p:cNvPr>
          <p:cNvSpPr/>
          <p:nvPr/>
        </p:nvSpPr>
        <p:spPr>
          <a:xfrm>
            <a:off x="768094" y="2737482"/>
            <a:ext cx="6582967" cy="548640"/>
          </a:xfrm>
          <a:prstGeom prst="rect">
            <a:avLst/>
          </a:prstGeom>
          <a:noFill/>
          <a:ln/>
        </p:spPr>
        <p:txBody>
          <a:bodyPr wrap="square" lIns="0" tIns="0" rIns="0" bIns="0" rtlCol="0" anchor="ctr"/>
          <a:lstStyle/>
          <a:p>
            <a:r>
              <a:rPr lang="en-US" sz="1400" b="1">
                <a:solidFill>
                  <a:srgbClr val="003C51"/>
                </a:solidFill>
              </a:rPr>
              <a:t>Data Consolidation &amp; Unification  </a:t>
            </a:r>
          </a:p>
          <a:p>
            <a:pPr marL="0" indent="0">
              <a:buNone/>
            </a:pPr>
            <a:r>
              <a:rPr lang="en-US" sz="1400" b="1">
                <a:solidFill>
                  <a:srgbClr val="003C51"/>
                </a:solidFill>
              </a:rPr>
              <a:t>  </a:t>
            </a:r>
            <a:endParaRPr lang="en-US" sz="1400"/>
          </a:p>
        </p:txBody>
      </p:sp>
      <p:sp>
        <p:nvSpPr>
          <p:cNvPr id="25" name="Text 8">
            <a:extLst>
              <a:ext uri="{FF2B5EF4-FFF2-40B4-BE49-F238E27FC236}">
                <a16:creationId xmlns:a16="http://schemas.microsoft.com/office/drawing/2014/main" id="{11BC31EE-16F8-DF74-6EB9-4E36CEDE437A}"/>
              </a:ext>
            </a:extLst>
          </p:cNvPr>
          <p:cNvSpPr/>
          <p:nvPr/>
        </p:nvSpPr>
        <p:spPr>
          <a:xfrm>
            <a:off x="768094" y="3061885"/>
            <a:ext cx="9825100" cy="1036292"/>
          </a:xfrm>
          <a:prstGeom prst="rect">
            <a:avLst/>
          </a:prstGeom>
          <a:noFill/>
          <a:ln/>
        </p:spPr>
        <p:txBody>
          <a:bodyPr wrap="square" lIns="0" tIns="0" rIns="0" bIns="0" rtlCol="0" anchor="ctr"/>
          <a:lstStyle/>
          <a:p>
            <a:pPr fontAlgn="t">
              <a:lnSpc>
                <a:spcPts val="1500"/>
              </a:lnSpc>
              <a:buNone/>
            </a:pPr>
            <a:r>
              <a:rPr lang="en-US" sz="1000" b="1" dirty="0">
                <a:solidFill>
                  <a:srgbClr val="5A6A70"/>
                </a:solidFill>
              </a:rPr>
              <a:t>Definition: Data unification combines analytics information from multiple systems into a consistent and trusted view.</a:t>
            </a:r>
          </a:p>
          <a:p>
            <a:pPr marL="171450" indent="-171450" fontAlgn="t">
              <a:lnSpc>
                <a:spcPts val="1500"/>
              </a:lnSpc>
              <a:buFont typeface="Arial" panose="020B0604020202020204" pitchFamily="34" charset="0"/>
              <a:buChar char="•"/>
            </a:pPr>
            <a:r>
              <a:rPr lang="en-US" sz="1000" b="1" dirty="0">
                <a:solidFill>
                  <a:srgbClr val="5A6A70"/>
                </a:solidFill>
              </a:rPr>
              <a:t>Common business metrics should be standardized across sources.</a:t>
            </a:r>
          </a:p>
          <a:p>
            <a:pPr marL="171450" indent="-171450" fontAlgn="t">
              <a:lnSpc>
                <a:spcPts val="1500"/>
              </a:lnSpc>
              <a:buFont typeface="Arial" panose="020B0604020202020204" pitchFamily="34" charset="0"/>
              <a:buChar char="•"/>
            </a:pPr>
            <a:r>
              <a:rPr lang="en-US" sz="1000" b="1" dirty="0">
                <a:solidFill>
                  <a:srgbClr val="5A6A70"/>
                </a:solidFill>
              </a:rPr>
              <a:t>Duplicate or conflicting data should be identified and addressed.</a:t>
            </a:r>
          </a:p>
          <a:p>
            <a:pPr marL="171450" indent="-171450" fontAlgn="t">
              <a:lnSpc>
                <a:spcPts val="1500"/>
              </a:lnSpc>
              <a:buFont typeface="Arial" panose="020B0604020202020204" pitchFamily="34" charset="0"/>
              <a:buChar char="•"/>
            </a:pPr>
            <a:r>
              <a:rPr lang="en-US" sz="1000" b="1" dirty="0">
                <a:solidFill>
                  <a:srgbClr val="5A6A70"/>
                </a:solidFill>
              </a:rPr>
              <a:t>Unified datasets should support cross-functional reporting.</a:t>
            </a:r>
          </a:p>
          <a:p>
            <a:pPr marL="171450" indent="-171450" fontAlgn="t">
              <a:lnSpc>
                <a:spcPts val="1500"/>
              </a:lnSpc>
              <a:buFont typeface="Arial" panose="020B0604020202020204" pitchFamily="34" charset="0"/>
              <a:buChar char="•"/>
            </a:pPr>
            <a:r>
              <a:rPr lang="en-US" sz="1000" b="1" dirty="0">
                <a:solidFill>
                  <a:srgbClr val="5A6A70"/>
                </a:solidFill>
              </a:rPr>
              <a:t>Data relationships should enable consolidated business insights</a:t>
            </a:r>
          </a:p>
        </p:txBody>
      </p:sp>
      <p:sp>
        <p:nvSpPr>
          <p:cNvPr id="26" name="Shape 4">
            <a:extLst>
              <a:ext uri="{FF2B5EF4-FFF2-40B4-BE49-F238E27FC236}">
                <a16:creationId xmlns:a16="http://schemas.microsoft.com/office/drawing/2014/main" id="{93A9907F-CFD6-B1AD-ECB4-73BCC52A11B9}"/>
              </a:ext>
            </a:extLst>
          </p:cNvPr>
          <p:cNvSpPr/>
          <p:nvPr/>
        </p:nvSpPr>
        <p:spPr>
          <a:xfrm>
            <a:off x="548639" y="4485854"/>
            <a:ext cx="11013439"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66F5CA3F-DC0F-E648-6B88-B9C29BC3E477}"/>
              </a:ext>
            </a:extLst>
          </p:cNvPr>
          <p:cNvSpPr/>
          <p:nvPr/>
        </p:nvSpPr>
        <p:spPr>
          <a:xfrm>
            <a:off x="566929" y="4545499"/>
            <a:ext cx="91624"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3BF9CC60-8B20-C0B3-1CC9-CB626D4940ED}"/>
              </a:ext>
            </a:extLst>
          </p:cNvPr>
          <p:cNvSpPr/>
          <p:nvPr/>
        </p:nvSpPr>
        <p:spPr>
          <a:xfrm>
            <a:off x="786383" y="4450004"/>
            <a:ext cx="6582967" cy="548640"/>
          </a:xfrm>
          <a:prstGeom prst="rect">
            <a:avLst/>
          </a:prstGeom>
          <a:noFill/>
          <a:ln/>
        </p:spPr>
        <p:txBody>
          <a:bodyPr wrap="square" lIns="0" tIns="0" rIns="0" bIns="0" rtlCol="0" anchor="ctr"/>
          <a:lstStyle/>
          <a:p>
            <a:r>
              <a:rPr lang="en-US" sz="1400" b="1">
                <a:solidFill>
                  <a:srgbClr val="003C51"/>
                </a:solidFill>
              </a:rPr>
              <a:t>Analytics &amp; KPI Consumption  </a:t>
            </a:r>
          </a:p>
          <a:p>
            <a:pPr marL="0" indent="0">
              <a:buNone/>
            </a:pPr>
            <a:r>
              <a:rPr lang="en-US" sz="1400" b="1">
                <a:solidFill>
                  <a:srgbClr val="003C51"/>
                </a:solidFill>
              </a:rPr>
              <a:t>  </a:t>
            </a:r>
            <a:endParaRPr lang="en-US" sz="1400"/>
          </a:p>
        </p:txBody>
      </p:sp>
      <p:sp>
        <p:nvSpPr>
          <p:cNvPr id="29" name="Text 8">
            <a:extLst>
              <a:ext uri="{FF2B5EF4-FFF2-40B4-BE49-F238E27FC236}">
                <a16:creationId xmlns:a16="http://schemas.microsoft.com/office/drawing/2014/main" id="{F8F9F419-4E60-9726-47FF-E45A8C7B82FE}"/>
              </a:ext>
            </a:extLst>
          </p:cNvPr>
          <p:cNvSpPr/>
          <p:nvPr/>
        </p:nvSpPr>
        <p:spPr>
          <a:xfrm>
            <a:off x="786383" y="4699182"/>
            <a:ext cx="9825100" cy="1263637"/>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Unified analytics data is consumed through reports, dashboards, and performance monitoring capabilities.</a:t>
            </a:r>
          </a:p>
          <a:p>
            <a:pPr marL="171450" indent="-171450" fontAlgn="t">
              <a:lnSpc>
                <a:spcPts val="1500"/>
              </a:lnSpc>
              <a:buFont typeface="Arial" panose="020B0604020202020204" pitchFamily="34" charset="0"/>
              <a:buChar char="•"/>
            </a:pPr>
            <a:r>
              <a:rPr lang="en-US" sz="1000" b="1">
                <a:solidFill>
                  <a:srgbClr val="5A6A70"/>
                </a:solidFill>
              </a:rPr>
              <a:t>Business KPIs should be measurable from a consolidated dataset.</a:t>
            </a:r>
          </a:p>
          <a:p>
            <a:pPr marL="171450" indent="-171450" fontAlgn="t">
              <a:lnSpc>
                <a:spcPts val="1500"/>
              </a:lnSpc>
              <a:buFont typeface="Arial" panose="020B0604020202020204" pitchFamily="34" charset="0"/>
              <a:buChar char="•"/>
            </a:pPr>
            <a:r>
              <a:rPr lang="en-US" sz="1000" b="1">
                <a:solidFill>
                  <a:srgbClr val="5A6A70"/>
                </a:solidFill>
              </a:rPr>
              <a:t>Dashboards should provide consistent reporting across stakeholders.</a:t>
            </a:r>
          </a:p>
          <a:p>
            <a:pPr marL="171450" indent="-171450" fontAlgn="t">
              <a:lnSpc>
                <a:spcPts val="1500"/>
              </a:lnSpc>
              <a:buFont typeface="Arial" panose="020B0604020202020204" pitchFamily="34" charset="0"/>
              <a:buChar char="•"/>
            </a:pPr>
            <a:r>
              <a:rPr lang="en-US" sz="1000" b="1">
                <a:solidFill>
                  <a:srgbClr val="5A6A70"/>
                </a:solidFill>
              </a:rPr>
              <a:t>Users should have visibility into trends and performance indicators.</a:t>
            </a:r>
          </a:p>
          <a:p>
            <a:pPr marL="171450" indent="-171450" fontAlgn="t">
              <a:lnSpc>
                <a:spcPts val="1500"/>
              </a:lnSpc>
              <a:buFont typeface="Arial" panose="020B0604020202020204" pitchFamily="34" charset="0"/>
              <a:buChar char="•"/>
            </a:pPr>
            <a:r>
              <a:rPr lang="en-US" sz="1000" b="1">
                <a:solidFill>
                  <a:srgbClr val="5A6A70"/>
                </a:solidFill>
              </a:rPr>
              <a:t>Reporting outputs should support operational and strategic decision-making.</a:t>
            </a:r>
          </a:p>
        </p:txBody>
      </p:sp>
      <p:sp>
        <p:nvSpPr>
          <p:cNvPr id="4" name="TextBox 3">
            <a:extLst>
              <a:ext uri="{FF2B5EF4-FFF2-40B4-BE49-F238E27FC236}">
                <a16:creationId xmlns:a16="http://schemas.microsoft.com/office/drawing/2014/main" id="{0B67C15A-A7BE-0E22-8607-CDE88BD4A53D}"/>
              </a:ext>
            </a:extLst>
          </p:cNvPr>
          <p:cNvSpPr txBox="1"/>
          <p:nvPr/>
        </p:nvSpPr>
        <p:spPr>
          <a:xfrm>
            <a:off x="667002" y="1371908"/>
            <a:ext cx="10738562" cy="1054135"/>
          </a:xfrm>
          <a:prstGeom prst="rect">
            <a:avLst/>
          </a:prstGeom>
          <a:noFill/>
          <a:ln/>
        </p:spPr>
        <p:txBody>
          <a:bodyPr wrap="square" lIns="0" tIns="0" rIns="0" bIns="0" rtlCol="0" anchor="ctr"/>
          <a:lstStyle>
            <a:defPPr>
              <a:defRPr lang="en-US"/>
            </a:defPPr>
            <a:lvl1pPr fontAlgn="t">
              <a:lnSpc>
                <a:spcPts val="1500"/>
              </a:lnSpc>
              <a:buNone/>
              <a:defRPr sz="1000" b="1">
                <a:solidFill>
                  <a:srgbClr val="5A6A70"/>
                </a:solidFill>
              </a:defRPr>
            </a:lvl1pPr>
          </a:lstStyle>
          <a:p>
            <a:r>
              <a:rPr lang="en-IN"/>
              <a:t>Definition: Analytics data originates from multiple external platforms and business systems and is brought together for reporting and insights.</a:t>
            </a:r>
          </a:p>
          <a:p>
            <a:pPr marL="171450" indent="-171450">
              <a:buFont typeface="Arial" panose="020B0604020202020204" pitchFamily="34" charset="0"/>
              <a:buChar char="•"/>
            </a:pPr>
            <a:r>
              <a:rPr lang="en-IN"/>
              <a:t>Data may be sourced from marketing, web, service, survey, and third-party analytics platforms.</a:t>
            </a:r>
          </a:p>
          <a:p>
            <a:pPr marL="171450" indent="-171450">
              <a:buFont typeface="Arial" panose="020B0604020202020204" pitchFamily="34" charset="0"/>
              <a:buChar char="•"/>
            </a:pPr>
            <a:r>
              <a:rPr lang="en-IN"/>
              <a:t>Source data should be available for centralized consumption and analysis.</a:t>
            </a:r>
          </a:p>
          <a:p>
            <a:pPr marL="171450" indent="-171450">
              <a:buFont typeface="Arial" panose="020B0604020202020204" pitchFamily="34" charset="0"/>
              <a:buChar char="•"/>
            </a:pPr>
            <a:r>
              <a:rPr lang="en-IN"/>
              <a:t>Consistent business definitions should be applied across reporting sources.</a:t>
            </a:r>
          </a:p>
          <a:p>
            <a:pPr marL="171450" indent="-171450">
              <a:buFont typeface="Arial" panose="020B0604020202020204" pitchFamily="34" charset="0"/>
              <a:buChar char="•"/>
            </a:pPr>
            <a:r>
              <a:rPr lang="en-IN"/>
              <a:t>Source ownership and refresh expectations should be identified.</a:t>
            </a:r>
          </a:p>
        </p:txBody>
      </p:sp>
    </p:spTree>
    <p:extLst>
      <p:ext uri="{BB962C8B-B14F-4D97-AF65-F5344CB8AC3E}">
        <p14:creationId xmlns:p14="http://schemas.microsoft.com/office/powerpoint/2010/main" val="1001498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53FC-E07A-CC3B-29B6-2DA04B3028B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F45757A-2EDC-A95A-D19F-1AA9DB7B4DC8}"/>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24896" r="2560"/>
          <a:stretch>
            <a:fillRect/>
          </a:stretch>
        </p:blipFill>
        <p:spPr>
          <a:xfrm>
            <a:off x="0" y="0"/>
            <a:ext cx="7462683" cy="6858000"/>
          </a:xfrm>
          <a:prstGeom prst="rect">
            <a:avLst/>
          </a:prstGeom>
        </p:spPr>
      </p:pic>
      <p:sp>
        <p:nvSpPr>
          <p:cNvPr id="7" name="Rectangle 6">
            <a:extLst>
              <a:ext uri="{FF2B5EF4-FFF2-40B4-BE49-F238E27FC236}">
                <a16:creationId xmlns:a16="http://schemas.microsoft.com/office/drawing/2014/main" id="{093C3005-0D8A-083F-785D-5193596CA39D}"/>
              </a:ext>
            </a:extLst>
          </p:cNvPr>
          <p:cNvSpPr/>
          <p:nvPr/>
        </p:nvSpPr>
        <p:spPr>
          <a:xfrm>
            <a:off x="5098093" y="1556360"/>
            <a:ext cx="7093907" cy="3620022"/>
          </a:xfrm>
          <a:prstGeom prst="rect">
            <a:avLst/>
          </a:prstGeom>
          <a:solidFill>
            <a:srgbClr val="003C5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9" name="TextBox 8">
            <a:extLst>
              <a:ext uri="{FF2B5EF4-FFF2-40B4-BE49-F238E27FC236}">
                <a16:creationId xmlns:a16="http://schemas.microsoft.com/office/drawing/2014/main" id="{37AE1C9D-443E-6504-7E84-C2D0EC0FAD67}"/>
              </a:ext>
            </a:extLst>
          </p:cNvPr>
          <p:cNvSpPr txBox="1"/>
          <p:nvPr/>
        </p:nvSpPr>
        <p:spPr>
          <a:xfrm>
            <a:off x="6521886" y="2453537"/>
            <a:ext cx="4672207" cy="1625252"/>
          </a:xfrm>
          <a:prstGeom prst="rect">
            <a:avLst/>
          </a:prstGeom>
          <a:noFill/>
        </p:spPr>
        <p:txBody>
          <a:bodyPr wrap="square" lIns="0" tIns="0" rIns="0" bIns="0" rtlCol="0" anchor="ctr">
            <a:noAutofit/>
          </a:bodyPr>
          <a:lstStyle/>
          <a:p>
            <a:pPr>
              <a:spcBef>
                <a:spcPts val="1200"/>
              </a:spcBef>
              <a:buSzPct val="100000"/>
            </a:pPr>
            <a:r>
              <a:rPr lang="en-US" sz="4400" b="1">
                <a:solidFill>
                  <a:schemeClr val="bg1"/>
                </a:solidFill>
                <a:latin typeface="Aptos" panose="020B0004020202020204" pitchFamily="34" charset="0"/>
              </a:rPr>
              <a:t>Marketing Research Insights Planning</a:t>
            </a:r>
            <a:endParaRPr lang="en-IN" sz="1600" b="1">
              <a:solidFill>
                <a:schemeClr val="bg1"/>
              </a:solidFill>
              <a:latin typeface="Aptos" panose="020B0004020202020204" pitchFamily="34" charset="0"/>
            </a:endParaRPr>
          </a:p>
        </p:txBody>
      </p:sp>
      <p:sp>
        <p:nvSpPr>
          <p:cNvPr id="3" name="Right Triangle 2">
            <a:extLst>
              <a:ext uri="{FF2B5EF4-FFF2-40B4-BE49-F238E27FC236}">
                <a16:creationId xmlns:a16="http://schemas.microsoft.com/office/drawing/2014/main" id="{72B2CB6C-A656-1347-5BAA-056E4044F77A}"/>
              </a:ext>
            </a:extLst>
          </p:cNvPr>
          <p:cNvSpPr/>
          <p:nvPr/>
        </p:nvSpPr>
        <p:spPr>
          <a:xfrm rot="10800000">
            <a:off x="4743184" y="3823571"/>
            <a:ext cx="354906" cy="369518"/>
          </a:xfrm>
          <a:prstGeom prst="rtTriangle">
            <a:avLst/>
          </a:prstGeom>
          <a:solidFill>
            <a:schemeClr val="accent1">
              <a:alpha val="68000"/>
            </a:scheme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4" name="Rectangle 3">
            <a:extLst>
              <a:ext uri="{FF2B5EF4-FFF2-40B4-BE49-F238E27FC236}">
                <a16:creationId xmlns:a16="http://schemas.microsoft.com/office/drawing/2014/main" id="{E3D6F5CE-B905-15B1-F346-7700E0BF131C}"/>
              </a:ext>
            </a:extLst>
          </p:cNvPr>
          <p:cNvSpPr/>
          <p:nvPr/>
        </p:nvSpPr>
        <p:spPr>
          <a:xfrm>
            <a:off x="4743180" y="2708755"/>
            <a:ext cx="1352815" cy="1114816"/>
          </a:xfrm>
          <a:prstGeom prst="rect">
            <a:avLst/>
          </a:prstGeom>
          <a:solidFill>
            <a:srgbClr val="F2F7F8">
              <a:alpha val="85000"/>
            </a:srgb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8" name="TextBox 7">
            <a:extLst>
              <a:ext uri="{FF2B5EF4-FFF2-40B4-BE49-F238E27FC236}">
                <a16:creationId xmlns:a16="http://schemas.microsoft.com/office/drawing/2014/main" id="{371D257F-533A-9340-3540-BA5637126B8F}"/>
              </a:ext>
            </a:extLst>
          </p:cNvPr>
          <p:cNvSpPr txBox="1"/>
          <p:nvPr/>
        </p:nvSpPr>
        <p:spPr>
          <a:xfrm>
            <a:off x="5073037" y="2802700"/>
            <a:ext cx="1014608" cy="926926"/>
          </a:xfrm>
          <a:prstGeom prst="rect">
            <a:avLst/>
          </a:prstGeom>
          <a:noFill/>
        </p:spPr>
        <p:txBody>
          <a:bodyPr wrap="square" lIns="0" tIns="0" rIns="0" bIns="0" rtlCol="0" anchor="ctr">
            <a:noAutofit/>
          </a:bodyPr>
          <a:lstStyle/>
          <a:p>
            <a:pPr marL="0" indent="0" algn="l">
              <a:lnSpc>
                <a:spcPct val="100000"/>
              </a:lnSpc>
              <a:spcBef>
                <a:spcPts val="1200"/>
              </a:spcBef>
              <a:buSzPct val="100000"/>
              <a:buFont typeface="Arial" panose="020B0604020202020204" pitchFamily="34" charset="0"/>
              <a:buNone/>
            </a:pPr>
            <a:r>
              <a:rPr lang="en-US" sz="3600" b="1">
                <a:solidFill>
                  <a:srgbClr val="231F20"/>
                </a:solidFill>
                <a:latin typeface="Aptos" panose="020B0004020202020204" pitchFamily="34" charset="0"/>
              </a:rPr>
              <a:t>02</a:t>
            </a:r>
            <a:endParaRPr lang="en-IN" sz="3600" b="1">
              <a:solidFill>
                <a:srgbClr val="231F20"/>
              </a:solidFill>
              <a:latin typeface="Aptos" panose="020B0004020202020204" pitchFamily="34" charset="0"/>
            </a:endParaRPr>
          </a:p>
        </p:txBody>
      </p:sp>
    </p:spTree>
    <p:extLst>
      <p:ext uri="{BB962C8B-B14F-4D97-AF65-F5344CB8AC3E}">
        <p14:creationId xmlns:p14="http://schemas.microsoft.com/office/powerpoint/2010/main" val="4064037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0">
            <a:extLst>
              <a:ext uri="{FF2B5EF4-FFF2-40B4-BE49-F238E27FC236}">
                <a16:creationId xmlns:a16="http://schemas.microsoft.com/office/drawing/2014/main" id="{433578B7-25CD-CF1A-2649-63D685E741B4}"/>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Pre-read: Marketing Research Insights Planning</a:t>
            </a:r>
          </a:p>
        </p:txBody>
      </p:sp>
      <p:sp>
        <p:nvSpPr>
          <p:cNvPr id="18" name="Shape 4">
            <a:extLst>
              <a:ext uri="{FF2B5EF4-FFF2-40B4-BE49-F238E27FC236}">
                <a16:creationId xmlns:a16="http://schemas.microsoft.com/office/drawing/2014/main" id="{C38719D4-B3F0-1F16-4BE7-68F2A7B4553C}"/>
              </a:ext>
            </a:extLst>
          </p:cNvPr>
          <p:cNvSpPr/>
          <p:nvPr/>
        </p:nvSpPr>
        <p:spPr>
          <a:xfrm>
            <a:off x="548640" y="972013"/>
            <a:ext cx="11043919" cy="1629849"/>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135C3AFE-4EDD-E845-C90C-48B5020B87DF}"/>
              </a:ext>
            </a:extLst>
          </p:cNvPr>
          <p:cNvSpPr/>
          <p:nvPr/>
        </p:nvSpPr>
        <p:spPr>
          <a:xfrm>
            <a:off x="566929" y="972012"/>
            <a:ext cx="70582" cy="1623404"/>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B9DB45A1-20E3-1C77-440A-471CDB05E02A}"/>
              </a:ext>
            </a:extLst>
          </p:cNvPr>
          <p:cNvSpPr/>
          <p:nvPr/>
        </p:nvSpPr>
        <p:spPr>
          <a:xfrm>
            <a:off x="786382" y="1009760"/>
            <a:ext cx="6601185" cy="548640"/>
          </a:xfrm>
          <a:prstGeom prst="rect">
            <a:avLst/>
          </a:prstGeom>
          <a:noFill/>
          <a:ln/>
        </p:spPr>
        <p:txBody>
          <a:bodyPr wrap="square" lIns="0" tIns="0" rIns="0" bIns="0" rtlCol="0" anchor="ctr"/>
          <a:lstStyle/>
          <a:p>
            <a:pPr marL="0" indent="0">
              <a:buNone/>
            </a:pPr>
            <a:r>
              <a:rPr lang="en-US" sz="1400" b="1">
                <a:solidFill>
                  <a:srgbClr val="003C51"/>
                </a:solidFill>
              </a:rPr>
              <a:t>Read before the workshop</a:t>
            </a:r>
          </a:p>
          <a:p>
            <a:pPr marL="0" indent="0">
              <a:buNone/>
            </a:pPr>
            <a:r>
              <a:rPr lang="en-US" sz="1400" b="1">
                <a:solidFill>
                  <a:srgbClr val="003C51"/>
                </a:solidFill>
              </a:rPr>
              <a:t>  </a:t>
            </a:r>
            <a:endParaRPr lang="en-US" sz="1400"/>
          </a:p>
        </p:txBody>
      </p:sp>
      <p:sp>
        <p:nvSpPr>
          <p:cNvPr id="21" name="Text 8">
            <a:extLst>
              <a:ext uri="{FF2B5EF4-FFF2-40B4-BE49-F238E27FC236}">
                <a16:creationId xmlns:a16="http://schemas.microsoft.com/office/drawing/2014/main" id="{04F2355A-128B-7AEE-96B3-11DB8DAB0679}"/>
              </a:ext>
            </a:extLst>
          </p:cNvPr>
          <p:cNvSpPr/>
          <p:nvPr/>
        </p:nvSpPr>
        <p:spPr>
          <a:xfrm>
            <a:off x="768093" y="1214430"/>
            <a:ext cx="9852291" cy="1351584"/>
          </a:xfrm>
          <a:prstGeom prst="rect">
            <a:avLst/>
          </a:prstGeom>
          <a:noFill/>
          <a:ln/>
        </p:spPr>
        <p:txBody>
          <a:bodyPr wrap="square" lIns="0" tIns="0" rIns="0" bIns="0" rtlCol="0" anchor="ctr"/>
          <a:lstStyle/>
          <a:p>
            <a:pPr fontAlgn="t">
              <a:lnSpc>
                <a:spcPts val="1500"/>
              </a:lnSpc>
              <a:buNone/>
            </a:pPr>
            <a:r>
              <a:rPr lang="en-US" sz="1000" b="1">
                <a:solidFill>
                  <a:srgbClr val="5A6A70"/>
                </a:solidFill>
              </a:rPr>
              <a:t>Microsoft Learn – Get started with Dynamics 365 Customer Insights</a:t>
            </a:r>
          </a:p>
          <a:p>
            <a:pPr fontAlgn="t">
              <a:lnSpc>
                <a:spcPts val="1500"/>
              </a:lnSpc>
              <a:buNone/>
            </a:pPr>
            <a:r>
              <a:rPr lang="en-US" sz="1000" b="1">
                <a:solidFill>
                  <a:srgbClr val="5A6A70"/>
                </a:solidFill>
              </a:rPr>
              <a:t> https://learn.microsoft.com/en-us/training/modules/working-with-customer-insights/ </a:t>
            </a:r>
          </a:p>
          <a:p>
            <a:pPr fontAlgn="t">
              <a:lnSpc>
                <a:spcPts val="1500"/>
              </a:lnSpc>
              <a:buNone/>
            </a:pPr>
            <a:r>
              <a:rPr lang="en-US" sz="1000" b="1">
                <a:solidFill>
                  <a:srgbClr val="5A6A70"/>
                </a:solidFill>
              </a:rPr>
              <a:t>Please review:</a:t>
            </a:r>
          </a:p>
          <a:p>
            <a:pPr marL="171450" indent="-171450" fontAlgn="t">
              <a:lnSpc>
                <a:spcPts val="1500"/>
              </a:lnSpc>
              <a:buFont typeface="Arial" panose="020B0604020202020204" pitchFamily="34" charset="0"/>
              <a:buChar char="•"/>
            </a:pPr>
            <a:r>
              <a:rPr lang="en-US" sz="1000" b="1">
                <a:solidFill>
                  <a:srgbClr val="5A6A70"/>
                </a:solidFill>
              </a:rPr>
              <a:t>Audience and customer insights</a:t>
            </a:r>
          </a:p>
          <a:p>
            <a:pPr marL="171450" indent="-171450" fontAlgn="t">
              <a:lnSpc>
                <a:spcPts val="1500"/>
              </a:lnSpc>
              <a:buFont typeface="Arial" panose="020B0604020202020204" pitchFamily="34" charset="0"/>
              <a:buChar char="•"/>
            </a:pPr>
            <a:r>
              <a:rPr lang="en-US" sz="1000" b="1">
                <a:solidFill>
                  <a:srgbClr val="5A6A70"/>
                </a:solidFill>
              </a:rPr>
              <a:t>Segmentation and profile enrichment</a:t>
            </a:r>
          </a:p>
          <a:p>
            <a:pPr marL="171450" indent="-171450" fontAlgn="t">
              <a:lnSpc>
                <a:spcPts val="1500"/>
              </a:lnSpc>
              <a:buFont typeface="Arial" panose="020B0604020202020204" pitchFamily="34" charset="0"/>
              <a:buChar char="•"/>
            </a:pPr>
            <a:r>
              <a:rPr lang="en-US" sz="1000" b="1">
                <a:solidFill>
                  <a:srgbClr val="5A6A70"/>
                </a:solidFill>
              </a:rPr>
              <a:t>Data-driven campaign planning</a:t>
            </a:r>
          </a:p>
          <a:p>
            <a:pPr marL="171450" indent="-171450" fontAlgn="t">
              <a:lnSpc>
                <a:spcPts val="1500"/>
              </a:lnSpc>
              <a:buFont typeface="Arial" panose="020B0604020202020204" pitchFamily="34" charset="0"/>
              <a:buChar char="•"/>
            </a:pPr>
            <a:r>
              <a:rPr lang="en-US" sz="1000" b="1">
                <a:solidFill>
                  <a:srgbClr val="5A6A70"/>
                </a:solidFill>
              </a:rPr>
              <a:t>Analytics and reporting capabilities</a:t>
            </a:r>
          </a:p>
        </p:txBody>
      </p:sp>
      <p:sp>
        <p:nvSpPr>
          <p:cNvPr id="22" name="Shape 4">
            <a:extLst>
              <a:ext uri="{FF2B5EF4-FFF2-40B4-BE49-F238E27FC236}">
                <a16:creationId xmlns:a16="http://schemas.microsoft.com/office/drawing/2014/main" id="{3A03CFCE-2512-2934-1AAF-F4C1FDCF8EF4}"/>
              </a:ext>
            </a:extLst>
          </p:cNvPr>
          <p:cNvSpPr/>
          <p:nvPr/>
        </p:nvSpPr>
        <p:spPr>
          <a:xfrm>
            <a:off x="548640" y="2868074"/>
            <a:ext cx="11043919"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FE9D7DB4-E9DB-475D-FB56-1A9E3D829D66}"/>
              </a:ext>
            </a:extLst>
          </p:cNvPr>
          <p:cNvSpPr/>
          <p:nvPr/>
        </p:nvSpPr>
        <p:spPr>
          <a:xfrm>
            <a:off x="548640" y="2868073"/>
            <a:ext cx="91878"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06A3DFB0-FE0E-B7E5-C60A-21E993283871}"/>
              </a:ext>
            </a:extLst>
          </p:cNvPr>
          <p:cNvSpPr/>
          <p:nvPr/>
        </p:nvSpPr>
        <p:spPr>
          <a:xfrm>
            <a:off x="768094" y="2839082"/>
            <a:ext cx="6601185"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Bring to the workshop</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5" name="Text 8">
            <a:extLst>
              <a:ext uri="{FF2B5EF4-FFF2-40B4-BE49-F238E27FC236}">
                <a16:creationId xmlns:a16="http://schemas.microsoft.com/office/drawing/2014/main" id="{11BC31EE-16F8-DF74-6EB9-4E36CEDE437A}"/>
              </a:ext>
            </a:extLst>
          </p:cNvPr>
          <p:cNvSpPr/>
          <p:nvPr/>
        </p:nvSpPr>
        <p:spPr>
          <a:xfrm>
            <a:off x="768094" y="3163485"/>
            <a:ext cx="9852291" cy="1036292"/>
          </a:xfrm>
          <a:prstGeom prst="rect">
            <a:avLst/>
          </a:prstGeom>
          <a:noFill/>
          <a:ln/>
        </p:spPr>
        <p:txBody>
          <a:bodyPr wrap="square" lIns="0" tIns="0" rIns="0" bIns="0" rtlCol="0" anchor="ctr"/>
          <a:lstStyle/>
          <a:p>
            <a:pPr fontAlgn="t">
              <a:lnSpc>
                <a:spcPts val="1500"/>
              </a:lnSpc>
              <a:buNone/>
            </a:pPr>
            <a:r>
              <a:rPr lang="en-US" sz="1000" b="1">
                <a:solidFill>
                  <a:srgbClr val="5A6A70"/>
                </a:solidFill>
              </a:rPr>
              <a:t>Please have the following ready:</a:t>
            </a:r>
          </a:p>
          <a:p>
            <a:pPr marL="171450" indent="-171450" fontAlgn="t">
              <a:lnSpc>
                <a:spcPts val="1500"/>
              </a:lnSpc>
              <a:buFont typeface="Arial" panose="020B0604020202020204" pitchFamily="34" charset="0"/>
              <a:buChar char="•"/>
            </a:pPr>
            <a:r>
              <a:rPr lang="en-US" sz="1000" b="1">
                <a:solidFill>
                  <a:srgbClr val="5A6A70"/>
                </a:solidFill>
              </a:rPr>
              <a:t>Current market research sources and reports</a:t>
            </a:r>
          </a:p>
          <a:p>
            <a:pPr marL="171450" indent="-171450" fontAlgn="t">
              <a:lnSpc>
                <a:spcPts val="1500"/>
              </a:lnSpc>
              <a:buFont typeface="Arial" panose="020B0604020202020204" pitchFamily="34" charset="0"/>
              <a:buChar char="•"/>
            </a:pPr>
            <a:r>
              <a:rPr lang="en-US" sz="1000" b="1">
                <a:solidFill>
                  <a:srgbClr val="5A6A70"/>
                </a:solidFill>
              </a:rPr>
              <a:t>Customer, competitor, and industry insight examples</a:t>
            </a:r>
          </a:p>
          <a:p>
            <a:pPr marL="171450" indent="-171450" fontAlgn="t">
              <a:lnSpc>
                <a:spcPts val="1500"/>
              </a:lnSpc>
              <a:buFont typeface="Arial" panose="020B0604020202020204" pitchFamily="34" charset="0"/>
              <a:buChar char="•"/>
            </a:pPr>
            <a:r>
              <a:rPr lang="en-US" sz="1000" b="1">
                <a:solidFill>
                  <a:srgbClr val="5A6A70"/>
                </a:solidFill>
              </a:rPr>
              <a:t>Existing planning templates and research processes</a:t>
            </a:r>
          </a:p>
          <a:p>
            <a:pPr marL="171450" indent="-171450" fontAlgn="t">
              <a:lnSpc>
                <a:spcPts val="1500"/>
              </a:lnSpc>
              <a:buFont typeface="Arial" panose="020B0604020202020204" pitchFamily="34" charset="0"/>
              <a:buChar char="•"/>
            </a:pPr>
            <a:r>
              <a:rPr lang="en-US" sz="1000" b="1">
                <a:solidFill>
                  <a:srgbClr val="5A6A70"/>
                </a:solidFill>
              </a:rPr>
              <a:t>Key metrics used for marketing planning and decision-making</a:t>
            </a:r>
          </a:p>
        </p:txBody>
      </p:sp>
      <p:sp>
        <p:nvSpPr>
          <p:cNvPr id="26" name="Shape 4">
            <a:extLst>
              <a:ext uri="{FF2B5EF4-FFF2-40B4-BE49-F238E27FC236}">
                <a16:creationId xmlns:a16="http://schemas.microsoft.com/office/drawing/2014/main" id="{93A9907F-CFD6-B1AD-ECB4-73BCC52A11B9}"/>
              </a:ext>
            </a:extLst>
          </p:cNvPr>
          <p:cNvSpPr/>
          <p:nvPr/>
        </p:nvSpPr>
        <p:spPr>
          <a:xfrm>
            <a:off x="548639" y="4587454"/>
            <a:ext cx="11043919"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66F5CA3F-DC0F-E648-6B88-B9C29BC3E477}"/>
              </a:ext>
            </a:extLst>
          </p:cNvPr>
          <p:cNvSpPr/>
          <p:nvPr/>
        </p:nvSpPr>
        <p:spPr>
          <a:xfrm>
            <a:off x="566929" y="4647099"/>
            <a:ext cx="91878"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3BF9CC60-8B20-C0B3-1CC9-CB626D4940ED}"/>
              </a:ext>
            </a:extLst>
          </p:cNvPr>
          <p:cNvSpPr/>
          <p:nvPr/>
        </p:nvSpPr>
        <p:spPr>
          <a:xfrm>
            <a:off x="786383" y="4551604"/>
            <a:ext cx="6601185"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Come ready to decide</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9" name="Text 8">
            <a:extLst>
              <a:ext uri="{FF2B5EF4-FFF2-40B4-BE49-F238E27FC236}">
                <a16:creationId xmlns:a16="http://schemas.microsoft.com/office/drawing/2014/main" id="{F8F9F419-4E60-9726-47FF-E45A8C7B82FE}"/>
              </a:ext>
            </a:extLst>
          </p:cNvPr>
          <p:cNvSpPr/>
          <p:nvPr/>
        </p:nvSpPr>
        <p:spPr>
          <a:xfrm>
            <a:off x="786383" y="4800782"/>
            <a:ext cx="9852291" cy="1263637"/>
          </a:xfrm>
          <a:prstGeom prst="rect">
            <a:avLst/>
          </a:prstGeom>
          <a:noFill/>
          <a:ln/>
        </p:spPr>
        <p:txBody>
          <a:bodyPr wrap="square" lIns="0" tIns="0" rIns="0" bIns="0" rtlCol="0" anchor="ctr"/>
          <a:lstStyle/>
          <a:p>
            <a:pPr fontAlgn="t">
              <a:lnSpc>
                <a:spcPts val="1500"/>
              </a:lnSpc>
              <a:buNone/>
            </a:pPr>
            <a:r>
              <a:rPr lang="en-US" sz="1000" b="1">
                <a:solidFill>
                  <a:srgbClr val="5A6A70"/>
                </a:solidFill>
              </a:rPr>
              <a:t>Decisions we intend to close in this session:</a:t>
            </a:r>
          </a:p>
          <a:p>
            <a:pPr marL="171450" indent="-171450" fontAlgn="t">
              <a:lnSpc>
                <a:spcPts val="1500"/>
              </a:lnSpc>
              <a:buFont typeface="Arial" panose="020B0604020202020204" pitchFamily="34" charset="0"/>
              <a:buChar char="•"/>
            </a:pPr>
            <a:r>
              <a:rPr lang="en-US" sz="1000" b="1">
                <a:solidFill>
                  <a:srgbClr val="5A6A70"/>
                </a:solidFill>
              </a:rPr>
              <a:t>Research sources in scope</a:t>
            </a:r>
          </a:p>
          <a:p>
            <a:pPr marL="171450" indent="-171450" fontAlgn="t">
              <a:lnSpc>
                <a:spcPts val="1500"/>
              </a:lnSpc>
              <a:buFont typeface="Arial" panose="020B0604020202020204" pitchFamily="34" charset="0"/>
              <a:buChar char="•"/>
            </a:pPr>
            <a:r>
              <a:rPr lang="en-US" sz="1000" b="1">
                <a:solidFill>
                  <a:srgbClr val="5A6A70"/>
                </a:solidFill>
              </a:rPr>
              <a:t>Priority insights required for planning</a:t>
            </a:r>
          </a:p>
          <a:p>
            <a:pPr marL="171450" indent="-171450" fontAlgn="t">
              <a:lnSpc>
                <a:spcPts val="1500"/>
              </a:lnSpc>
              <a:buFont typeface="Arial" panose="020B0604020202020204" pitchFamily="34" charset="0"/>
              <a:buChar char="•"/>
            </a:pPr>
            <a:r>
              <a:rPr lang="en-US" sz="1000" b="1">
                <a:solidFill>
                  <a:srgbClr val="5A6A70"/>
                </a:solidFill>
              </a:rPr>
              <a:t>Target approach for capturing and consuming insights</a:t>
            </a:r>
          </a:p>
          <a:p>
            <a:pPr marL="171450" indent="-171450" fontAlgn="t">
              <a:lnSpc>
                <a:spcPts val="1500"/>
              </a:lnSpc>
              <a:buFont typeface="Arial" panose="020B0604020202020204" pitchFamily="34" charset="0"/>
              <a:buChar char="•"/>
            </a:pPr>
            <a:r>
              <a:rPr lang="en-US" sz="1000" b="1">
                <a:solidFill>
                  <a:srgbClr val="5A6A70"/>
                </a:solidFill>
              </a:rPr>
              <a:t>Reporting and visibility requirements</a:t>
            </a:r>
          </a:p>
        </p:txBody>
      </p:sp>
    </p:spTree>
    <p:extLst>
      <p:ext uri="{BB962C8B-B14F-4D97-AF65-F5344CB8AC3E}">
        <p14:creationId xmlns:p14="http://schemas.microsoft.com/office/powerpoint/2010/main" val="3243351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F8D7B-9B07-19EB-6335-8F97B0F38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99455-1740-9109-F933-265C2CE73711}"/>
              </a:ext>
            </a:extLst>
          </p:cNvPr>
          <p:cNvSpPr>
            <a:spLocks noGrp="1"/>
          </p:cNvSpPr>
          <p:nvPr>
            <p:ph type="title"/>
          </p:nvPr>
        </p:nvSpPr>
        <p:spPr>
          <a:xfrm>
            <a:off x="218793" y="266737"/>
            <a:ext cx="2576959" cy="1477980"/>
          </a:xfrm>
        </p:spPr>
        <p:txBody>
          <a:bodyPr/>
          <a:lstStyle/>
          <a:p>
            <a:r>
              <a:rPr lang="en-GB">
                <a:latin typeface="Aptos"/>
              </a:rPr>
              <a:t>Process Flow 2 – Marketing Research</a:t>
            </a:r>
            <a:r>
              <a:rPr lang="en-GB">
                <a:solidFill>
                  <a:srgbClr val="231F20"/>
                </a:solidFill>
                <a:latin typeface="Aptos"/>
              </a:rPr>
              <a:t> Insights Planning</a:t>
            </a:r>
          </a:p>
          <a:p>
            <a:endParaRPr lang="en-GB"/>
          </a:p>
        </p:txBody>
      </p:sp>
      <p:sp>
        <p:nvSpPr>
          <p:cNvPr id="4" name="TextBox 3">
            <a:extLst>
              <a:ext uri="{FF2B5EF4-FFF2-40B4-BE49-F238E27FC236}">
                <a16:creationId xmlns:a16="http://schemas.microsoft.com/office/drawing/2014/main" id="{25B3BDE9-AAFA-26F4-F021-27DB137A1B8A}"/>
              </a:ext>
            </a:extLst>
          </p:cNvPr>
          <p:cNvSpPr txBox="1"/>
          <p:nvPr/>
        </p:nvSpPr>
        <p:spPr>
          <a:xfrm>
            <a:off x="218793" y="1992013"/>
            <a:ext cx="1546945" cy="1907326"/>
          </a:xfrm>
          <a:prstGeom prst="rect">
            <a:avLst/>
          </a:prstGeom>
          <a:noFill/>
        </p:spPr>
        <p:txBody>
          <a:bodyPr wrap="square" lIns="0" tIns="0" rIns="0" bIns="0" rtlCol="0">
            <a:noAutofit/>
          </a:bodyPr>
          <a:lstStyle/>
          <a:p>
            <a:pPr marL="0" indent="0" algn="l">
              <a:lnSpc>
                <a:spcPct val="100000"/>
              </a:lnSpc>
              <a:spcBef>
                <a:spcPts val="1200"/>
              </a:spcBef>
              <a:buSzPct val="100000"/>
              <a:buFont typeface="Arial" panose="020B0604020202020204" pitchFamily="34" charset="0"/>
              <a:buNone/>
            </a:pPr>
            <a:r>
              <a:rPr lang="en-GB"/>
              <a:t>Standard D365 Customer Insights out-of-the-box, no customisation assumed</a:t>
            </a:r>
            <a:endParaRPr lang="en-GB" sz="1800"/>
          </a:p>
        </p:txBody>
      </p:sp>
      <p:pic>
        <p:nvPicPr>
          <p:cNvPr id="5" name="Picture 4" descr="A screenshot of a computer&#10;&#10;AI-generated content may be incorrect.">
            <a:extLst>
              <a:ext uri="{FF2B5EF4-FFF2-40B4-BE49-F238E27FC236}">
                <a16:creationId xmlns:a16="http://schemas.microsoft.com/office/drawing/2014/main" id="{1309466A-0EB0-61D9-9074-C0EB882152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4768" y="0"/>
            <a:ext cx="9068835" cy="6858000"/>
          </a:xfrm>
          <a:prstGeom prst="rect">
            <a:avLst/>
          </a:prstGeom>
        </p:spPr>
      </p:pic>
    </p:spTree>
    <p:extLst>
      <p:ext uri="{BB962C8B-B14F-4D97-AF65-F5344CB8AC3E}">
        <p14:creationId xmlns:p14="http://schemas.microsoft.com/office/powerpoint/2010/main" val="1374652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0">
            <a:extLst>
              <a:ext uri="{FF2B5EF4-FFF2-40B4-BE49-F238E27FC236}">
                <a16:creationId xmlns:a16="http://schemas.microsoft.com/office/drawing/2014/main" id="{433578B7-25CD-CF1A-2649-63D685E741B4}"/>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Process details:  Marketing Research Insights Planning</a:t>
            </a:r>
          </a:p>
        </p:txBody>
      </p:sp>
      <p:sp>
        <p:nvSpPr>
          <p:cNvPr id="18" name="Shape 4">
            <a:extLst>
              <a:ext uri="{FF2B5EF4-FFF2-40B4-BE49-F238E27FC236}">
                <a16:creationId xmlns:a16="http://schemas.microsoft.com/office/drawing/2014/main" id="{C38719D4-B3F0-1F16-4BE7-68F2A7B4553C}"/>
              </a:ext>
            </a:extLst>
          </p:cNvPr>
          <p:cNvSpPr/>
          <p:nvPr/>
        </p:nvSpPr>
        <p:spPr>
          <a:xfrm>
            <a:off x="548640" y="1018304"/>
            <a:ext cx="11023599" cy="1423766"/>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135C3AFE-4EDD-E845-C90C-48B5020B87DF}"/>
              </a:ext>
            </a:extLst>
          </p:cNvPr>
          <p:cNvSpPr/>
          <p:nvPr/>
        </p:nvSpPr>
        <p:spPr>
          <a:xfrm>
            <a:off x="548640" y="1018304"/>
            <a:ext cx="91709" cy="1417320"/>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B9DB45A1-20E3-1C77-440A-471CDB05E02A}"/>
              </a:ext>
            </a:extLst>
          </p:cNvPr>
          <p:cNvSpPr/>
          <p:nvPr/>
        </p:nvSpPr>
        <p:spPr>
          <a:xfrm>
            <a:off x="768095" y="932688"/>
            <a:ext cx="6589040" cy="548640"/>
          </a:xfrm>
          <a:prstGeom prst="rect">
            <a:avLst/>
          </a:prstGeom>
          <a:noFill/>
          <a:ln/>
        </p:spPr>
        <p:txBody>
          <a:bodyPr wrap="square" lIns="0" tIns="0" rIns="0" bIns="0" rtlCol="0" anchor="ctr"/>
          <a:lstStyle/>
          <a:p>
            <a:r>
              <a:rPr lang="en-US" sz="1400" b="1">
                <a:solidFill>
                  <a:srgbClr val="003C51"/>
                </a:solidFill>
              </a:rPr>
              <a:t>Market Research Sources  </a:t>
            </a:r>
            <a:endParaRPr lang="en-US" sz="1400"/>
          </a:p>
        </p:txBody>
      </p:sp>
      <p:sp>
        <p:nvSpPr>
          <p:cNvPr id="21" name="Text 8">
            <a:extLst>
              <a:ext uri="{FF2B5EF4-FFF2-40B4-BE49-F238E27FC236}">
                <a16:creationId xmlns:a16="http://schemas.microsoft.com/office/drawing/2014/main" id="{04F2355A-128B-7AEE-96B3-11DB8DAB0679}"/>
              </a:ext>
            </a:extLst>
          </p:cNvPr>
          <p:cNvSpPr/>
          <p:nvPr/>
        </p:nvSpPr>
        <p:spPr>
          <a:xfrm>
            <a:off x="768094" y="1313716"/>
            <a:ext cx="9834163" cy="1063513"/>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Research insights are collected from internal and external sources to support marketing strategy and planning.</a:t>
            </a:r>
          </a:p>
          <a:p>
            <a:pPr marL="171450" indent="-171450" fontAlgn="t">
              <a:lnSpc>
                <a:spcPts val="1500"/>
              </a:lnSpc>
              <a:buFont typeface="Arial" panose="020B0604020202020204" pitchFamily="34" charset="0"/>
              <a:buChar char="•"/>
            </a:pPr>
            <a:r>
              <a:rPr lang="en-US" sz="1000" b="1">
                <a:solidFill>
                  <a:srgbClr val="5A6A70"/>
                </a:solidFill>
              </a:rPr>
              <a:t>Insights may originate from market studies, surveys, analyst reports, and industry research.</a:t>
            </a:r>
          </a:p>
          <a:p>
            <a:pPr marL="171450" indent="-171450" fontAlgn="t">
              <a:lnSpc>
                <a:spcPts val="1500"/>
              </a:lnSpc>
              <a:buFont typeface="Arial" panose="020B0604020202020204" pitchFamily="34" charset="0"/>
              <a:buChar char="•"/>
            </a:pPr>
            <a:r>
              <a:rPr lang="en-US" sz="1000" b="1">
                <a:solidFill>
                  <a:srgbClr val="5A6A70"/>
                </a:solidFill>
              </a:rPr>
              <a:t>Research sources should be identified and accessible to planning teams.</a:t>
            </a:r>
          </a:p>
          <a:p>
            <a:pPr marL="171450" indent="-171450" fontAlgn="t">
              <a:lnSpc>
                <a:spcPts val="1500"/>
              </a:lnSpc>
              <a:buFont typeface="Arial" panose="020B0604020202020204" pitchFamily="34" charset="0"/>
              <a:buChar char="•"/>
            </a:pPr>
            <a:r>
              <a:rPr lang="en-US" sz="1000" b="1">
                <a:solidFill>
                  <a:srgbClr val="5A6A70"/>
                </a:solidFill>
              </a:rPr>
              <a:t>Customer and market intelligence should support informed decision-making.</a:t>
            </a:r>
          </a:p>
          <a:p>
            <a:pPr marL="171450" indent="-171450" fontAlgn="t">
              <a:lnSpc>
                <a:spcPts val="1500"/>
              </a:lnSpc>
              <a:buFont typeface="Arial" panose="020B0604020202020204" pitchFamily="34" charset="0"/>
              <a:buChar char="•"/>
            </a:pPr>
            <a:r>
              <a:rPr lang="en-US" sz="1000" b="1">
                <a:solidFill>
                  <a:srgbClr val="5A6A70"/>
                </a:solidFill>
              </a:rPr>
              <a:t>Research inputs should be available for ongoing planning activities.</a:t>
            </a:r>
          </a:p>
        </p:txBody>
      </p:sp>
      <p:sp>
        <p:nvSpPr>
          <p:cNvPr id="22" name="Shape 4">
            <a:extLst>
              <a:ext uri="{FF2B5EF4-FFF2-40B4-BE49-F238E27FC236}">
                <a16:creationId xmlns:a16="http://schemas.microsoft.com/office/drawing/2014/main" id="{3A03CFCE-2512-2934-1AAF-F4C1FDCF8EF4}"/>
              </a:ext>
            </a:extLst>
          </p:cNvPr>
          <p:cNvSpPr/>
          <p:nvPr/>
        </p:nvSpPr>
        <p:spPr>
          <a:xfrm>
            <a:off x="548640" y="2708282"/>
            <a:ext cx="11023599"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FE9D7DB4-E9DB-475D-FB56-1A9E3D829D66}"/>
              </a:ext>
            </a:extLst>
          </p:cNvPr>
          <p:cNvSpPr/>
          <p:nvPr/>
        </p:nvSpPr>
        <p:spPr>
          <a:xfrm>
            <a:off x="548640" y="2708281"/>
            <a:ext cx="91709"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06A3DFB0-FE0E-B7E5-C60A-21E993283871}"/>
              </a:ext>
            </a:extLst>
          </p:cNvPr>
          <p:cNvSpPr/>
          <p:nvPr/>
        </p:nvSpPr>
        <p:spPr>
          <a:xfrm>
            <a:off x="768095" y="2679290"/>
            <a:ext cx="6589040" cy="548640"/>
          </a:xfrm>
          <a:prstGeom prst="rect">
            <a:avLst/>
          </a:prstGeom>
          <a:noFill/>
          <a:ln/>
        </p:spPr>
        <p:txBody>
          <a:bodyPr wrap="square" lIns="0" tIns="0" rIns="0" bIns="0" rtlCol="0" anchor="ctr"/>
          <a:lstStyle/>
          <a:p>
            <a:pPr marL="0" indent="0">
              <a:buNone/>
            </a:pPr>
            <a:endParaRPr lang="en-US" sz="1400" b="1">
              <a:solidFill>
                <a:srgbClr val="003C51"/>
              </a:solidFill>
            </a:endParaRPr>
          </a:p>
          <a:p>
            <a:r>
              <a:rPr lang="en-US" sz="1400" b="1">
                <a:solidFill>
                  <a:srgbClr val="003C51"/>
                </a:solidFill>
              </a:rPr>
              <a:t>Insights Consolidation &amp; Analysis</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5" name="Text 8">
            <a:extLst>
              <a:ext uri="{FF2B5EF4-FFF2-40B4-BE49-F238E27FC236}">
                <a16:creationId xmlns:a16="http://schemas.microsoft.com/office/drawing/2014/main" id="{11BC31EE-16F8-DF74-6EB9-4E36CEDE437A}"/>
              </a:ext>
            </a:extLst>
          </p:cNvPr>
          <p:cNvSpPr/>
          <p:nvPr/>
        </p:nvSpPr>
        <p:spPr>
          <a:xfrm>
            <a:off x="768094" y="3003693"/>
            <a:ext cx="9834163" cy="1036292"/>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Research findings are consolidated to identify trends, opportunities, and planning priorities.</a:t>
            </a:r>
          </a:p>
          <a:p>
            <a:pPr marL="171450" indent="-171450" fontAlgn="t">
              <a:lnSpc>
                <a:spcPts val="1500"/>
              </a:lnSpc>
              <a:buFont typeface="Arial" panose="020B0604020202020204" pitchFamily="34" charset="0"/>
              <a:buChar char="•"/>
            </a:pPr>
            <a:r>
              <a:rPr lang="en-US" sz="1000" b="1">
                <a:solidFill>
                  <a:srgbClr val="5A6A70"/>
                </a:solidFill>
              </a:rPr>
              <a:t>Research data should be organized into a consistent view.</a:t>
            </a:r>
          </a:p>
          <a:p>
            <a:pPr marL="171450" indent="-171450" fontAlgn="t">
              <a:lnSpc>
                <a:spcPts val="1500"/>
              </a:lnSpc>
              <a:buFont typeface="Arial" panose="020B0604020202020204" pitchFamily="34" charset="0"/>
              <a:buChar char="•"/>
            </a:pPr>
            <a:r>
              <a:rPr lang="en-US" sz="1000" b="1">
                <a:solidFill>
                  <a:srgbClr val="5A6A70"/>
                </a:solidFill>
              </a:rPr>
              <a:t>Customer, market, and competitive insights should be analyzed together.</a:t>
            </a:r>
          </a:p>
          <a:p>
            <a:pPr marL="171450" indent="-171450" fontAlgn="t">
              <a:lnSpc>
                <a:spcPts val="1500"/>
              </a:lnSpc>
              <a:buFont typeface="Arial" panose="020B0604020202020204" pitchFamily="34" charset="0"/>
              <a:buChar char="•"/>
            </a:pPr>
            <a:r>
              <a:rPr lang="en-US" sz="1000" b="1">
                <a:solidFill>
                  <a:srgbClr val="5A6A70"/>
                </a:solidFill>
              </a:rPr>
              <a:t>Trends and opportunities should be identified from available research.</a:t>
            </a:r>
          </a:p>
          <a:p>
            <a:pPr marL="171450" indent="-171450" fontAlgn="t">
              <a:lnSpc>
                <a:spcPts val="1500"/>
              </a:lnSpc>
              <a:buFont typeface="Arial" panose="020B0604020202020204" pitchFamily="34" charset="0"/>
              <a:buChar char="•"/>
            </a:pPr>
            <a:r>
              <a:rPr lang="en-US" sz="1000" b="1">
                <a:solidFill>
                  <a:srgbClr val="5A6A70"/>
                </a:solidFill>
              </a:rPr>
              <a:t>Insights should support evidence-based planning decisions.</a:t>
            </a:r>
          </a:p>
        </p:txBody>
      </p:sp>
      <p:sp>
        <p:nvSpPr>
          <p:cNvPr id="26" name="Shape 4">
            <a:extLst>
              <a:ext uri="{FF2B5EF4-FFF2-40B4-BE49-F238E27FC236}">
                <a16:creationId xmlns:a16="http://schemas.microsoft.com/office/drawing/2014/main" id="{93A9907F-CFD6-B1AD-ECB4-73BCC52A11B9}"/>
              </a:ext>
            </a:extLst>
          </p:cNvPr>
          <p:cNvSpPr/>
          <p:nvPr/>
        </p:nvSpPr>
        <p:spPr>
          <a:xfrm>
            <a:off x="548639" y="4427662"/>
            <a:ext cx="11023599"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66F5CA3F-DC0F-E648-6B88-B9C29BC3E477}"/>
              </a:ext>
            </a:extLst>
          </p:cNvPr>
          <p:cNvSpPr/>
          <p:nvPr/>
        </p:nvSpPr>
        <p:spPr>
          <a:xfrm>
            <a:off x="566929" y="4487307"/>
            <a:ext cx="91709"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3BF9CC60-8B20-C0B3-1CC9-CB626D4940ED}"/>
              </a:ext>
            </a:extLst>
          </p:cNvPr>
          <p:cNvSpPr/>
          <p:nvPr/>
        </p:nvSpPr>
        <p:spPr>
          <a:xfrm>
            <a:off x="786384" y="4391812"/>
            <a:ext cx="6589040" cy="548640"/>
          </a:xfrm>
          <a:prstGeom prst="rect">
            <a:avLst/>
          </a:prstGeom>
          <a:noFill/>
          <a:ln/>
        </p:spPr>
        <p:txBody>
          <a:bodyPr wrap="square" lIns="0" tIns="0" rIns="0" bIns="0" rtlCol="0" anchor="ctr"/>
          <a:lstStyle/>
          <a:p>
            <a:pPr marL="0" indent="0">
              <a:buNone/>
            </a:pPr>
            <a:endParaRPr lang="en-US" sz="1400" b="1">
              <a:solidFill>
                <a:srgbClr val="003C51"/>
              </a:solidFill>
            </a:endParaRPr>
          </a:p>
          <a:p>
            <a:r>
              <a:rPr lang="en-US" sz="1400" b="1">
                <a:solidFill>
                  <a:srgbClr val="003C51"/>
                </a:solidFill>
              </a:rPr>
              <a:t>Planning &amp; Decision Support</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9" name="Text 8">
            <a:extLst>
              <a:ext uri="{FF2B5EF4-FFF2-40B4-BE49-F238E27FC236}">
                <a16:creationId xmlns:a16="http://schemas.microsoft.com/office/drawing/2014/main" id="{F8F9F419-4E60-9726-47FF-E45A8C7B82FE}"/>
              </a:ext>
            </a:extLst>
          </p:cNvPr>
          <p:cNvSpPr/>
          <p:nvPr/>
        </p:nvSpPr>
        <p:spPr>
          <a:xfrm>
            <a:off x="786383" y="4640990"/>
            <a:ext cx="9834163" cy="1263637"/>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Consolidated research insights are used to guide marketing strategies, campaigns, and investment decisions.</a:t>
            </a:r>
          </a:p>
          <a:p>
            <a:pPr marL="171450" indent="-171450" fontAlgn="t">
              <a:lnSpc>
                <a:spcPts val="1500"/>
              </a:lnSpc>
              <a:buFont typeface="Arial" panose="020B0604020202020204" pitchFamily="34" charset="0"/>
              <a:buChar char="•"/>
            </a:pPr>
            <a:r>
              <a:rPr lang="en-US" sz="1000" b="1">
                <a:solidFill>
                  <a:srgbClr val="5A6A70"/>
                </a:solidFill>
              </a:rPr>
              <a:t>Planning activities should leverage approved research findings.</a:t>
            </a:r>
          </a:p>
          <a:p>
            <a:pPr marL="171450" indent="-171450" fontAlgn="t">
              <a:lnSpc>
                <a:spcPts val="1500"/>
              </a:lnSpc>
              <a:buFont typeface="Arial" panose="020B0604020202020204" pitchFamily="34" charset="0"/>
              <a:buChar char="•"/>
            </a:pPr>
            <a:r>
              <a:rPr lang="en-US" sz="1000" b="1">
                <a:solidFill>
                  <a:srgbClr val="5A6A70"/>
                </a:solidFill>
              </a:rPr>
              <a:t>Marketing priorities should be aligned with market opportunities.</a:t>
            </a:r>
          </a:p>
          <a:p>
            <a:pPr marL="171450" indent="-171450" fontAlgn="t">
              <a:lnSpc>
                <a:spcPts val="1500"/>
              </a:lnSpc>
              <a:buFont typeface="Arial" panose="020B0604020202020204" pitchFamily="34" charset="0"/>
              <a:buChar char="•"/>
            </a:pPr>
            <a:r>
              <a:rPr lang="en-US" sz="1000" b="1">
                <a:solidFill>
                  <a:srgbClr val="5A6A70"/>
                </a:solidFill>
              </a:rPr>
              <a:t>Stakeholders should have visibility into supporting insights.</a:t>
            </a:r>
          </a:p>
          <a:p>
            <a:pPr marL="171450" indent="-171450" fontAlgn="t">
              <a:lnSpc>
                <a:spcPts val="1500"/>
              </a:lnSpc>
              <a:buFont typeface="Arial" panose="020B0604020202020204" pitchFamily="34" charset="0"/>
              <a:buChar char="•"/>
            </a:pPr>
            <a:r>
              <a:rPr lang="en-US" sz="1000" b="1">
                <a:solidFill>
                  <a:srgbClr val="5A6A70"/>
                </a:solidFill>
              </a:rPr>
              <a:t>Reporting should enable informed planning and performance tracking.</a:t>
            </a:r>
          </a:p>
        </p:txBody>
      </p:sp>
    </p:spTree>
    <p:extLst>
      <p:ext uri="{BB962C8B-B14F-4D97-AF65-F5344CB8AC3E}">
        <p14:creationId xmlns:p14="http://schemas.microsoft.com/office/powerpoint/2010/main" val="3243351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9109-91E6-5431-29AB-A5A71DA304B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BA937B9-327B-0ECD-7704-E6560CE57666}"/>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24896" r="2560"/>
          <a:stretch>
            <a:fillRect/>
          </a:stretch>
        </p:blipFill>
        <p:spPr>
          <a:xfrm>
            <a:off x="0" y="0"/>
            <a:ext cx="7462683" cy="6858000"/>
          </a:xfrm>
          <a:prstGeom prst="rect">
            <a:avLst/>
          </a:prstGeom>
        </p:spPr>
      </p:pic>
      <p:sp>
        <p:nvSpPr>
          <p:cNvPr id="7" name="Rectangle 6">
            <a:extLst>
              <a:ext uri="{FF2B5EF4-FFF2-40B4-BE49-F238E27FC236}">
                <a16:creationId xmlns:a16="http://schemas.microsoft.com/office/drawing/2014/main" id="{68631E0D-DB96-2000-5454-A5A4DDCBC7B5}"/>
              </a:ext>
            </a:extLst>
          </p:cNvPr>
          <p:cNvSpPr/>
          <p:nvPr/>
        </p:nvSpPr>
        <p:spPr>
          <a:xfrm>
            <a:off x="5098093" y="1556360"/>
            <a:ext cx="7093907" cy="3620022"/>
          </a:xfrm>
          <a:prstGeom prst="rect">
            <a:avLst/>
          </a:prstGeom>
          <a:solidFill>
            <a:srgbClr val="003C5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9" name="TextBox 8">
            <a:extLst>
              <a:ext uri="{FF2B5EF4-FFF2-40B4-BE49-F238E27FC236}">
                <a16:creationId xmlns:a16="http://schemas.microsoft.com/office/drawing/2014/main" id="{AA3FC5C1-DA02-4F01-AC33-38E02E72595F}"/>
              </a:ext>
            </a:extLst>
          </p:cNvPr>
          <p:cNvSpPr txBox="1"/>
          <p:nvPr/>
        </p:nvSpPr>
        <p:spPr>
          <a:xfrm>
            <a:off x="6521886" y="2453537"/>
            <a:ext cx="4672207" cy="1625252"/>
          </a:xfrm>
          <a:prstGeom prst="rect">
            <a:avLst/>
          </a:prstGeom>
          <a:noFill/>
        </p:spPr>
        <p:txBody>
          <a:bodyPr wrap="square" lIns="0" tIns="0" rIns="0" bIns="0" rtlCol="0" anchor="ctr">
            <a:noAutofit/>
          </a:bodyPr>
          <a:lstStyle/>
          <a:p>
            <a:pPr>
              <a:spcBef>
                <a:spcPts val="1200"/>
              </a:spcBef>
              <a:buSzPct val="100000"/>
            </a:pPr>
            <a:r>
              <a:rPr lang="en-US" sz="4400" b="1">
                <a:solidFill>
                  <a:schemeClr val="bg1"/>
                </a:solidFill>
                <a:latin typeface="Aptos" panose="020B0004020202020204" pitchFamily="34" charset="0"/>
              </a:rPr>
              <a:t>Global Marketing Content Activation</a:t>
            </a:r>
            <a:endParaRPr lang="en-IN" sz="1600" b="1">
              <a:solidFill>
                <a:schemeClr val="bg1"/>
              </a:solidFill>
              <a:latin typeface="Aptos" panose="020B0004020202020204" pitchFamily="34" charset="0"/>
            </a:endParaRPr>
          </a:p>
        </p:txBody>
      </p:sp>
      <p:sp>
        <p:nvSpPr>
          <p:cNvPr id="3" name="Right Triangle 2">
            <a:extLst>
              <a:ext uri="{FF2B5EF4-FFF2-40B4-BE49-F238E27FC236}">
                <a16:creationId xmlns:a16="http://schemas.microsoft.com/office/drawing/2014/main" id="{653E5525-FA63-6C3D-E77C-72DD68E0088D}"/>
              </a:ext>
            </a:extLst>
          </p:cNvPr>
          <p:cNvSpPr/>
          <p:nvPr/>
        </p:nvSpPr>
        <p:spPr>
          <a:xfrm rot="10800000">
            <a:off x="4743184" y="3823571"/>
            <a:ext cx="354906" cy="369518"/>
          </a:xfrm>
          <a:prstGeom prst="rtTriangle">
            <a:avLst/>
          </a:prstGeom>
          <a:solidFill>
            <a:schemeClr val="accent1">
              <a:alpha val="68000"/>
            </a:scheme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4" name="Rectangle 3">
            <a:extLst>
              <a:ext uri="{FF2B5EF4-FFF2-40B4-BE49-F238E27FC236}">
                <a16:creationId xmlns:a16="http://schemas.microsoft.com/office/drawing/2014/main" id="{546BEBFF-559F-1882-4EC5-A1C32195E75F}"/>
              </a:ext>
            </a:extLst>
          </p:cNvPr>
          <p:cNvSpPr/>
          <p:nvPr/>
        </p:nvSpPr>
        <p:spPr>
          <a:xfrm>
            <a:off x="4743180" y="2708755"/>
            <a:ext cx="1352815" cy="1114816"/>
          </a:xfrm>
          <a:prstGeom prst="rect">
            <a:avLst/>
          </a:prstGeom>
          <a:solidFill>
            <a:srgbClr val="F2F7F8">
              <a:alpha val="85000"/>
            </a:srgb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8" name="TextBox 7">
            <a:extLst>
              <a:ext uri="{FF2B5EF4-FFF2-40B4-BE49-F238E27FC236}">
                <a16:creationId xmlns:a16="http://schemas.microsoft.com/office/drawing/2014/main" id="{7837DA26-6148-9CF4-9EF9-A15A2041853E}"/>
              </a:ext>
            </a:extLst>
          </p:cNvPr>
          <p:cNvSpPr txBox="1"/>
          <p:nvPr/>
        </p:nvSpPr>
        <p:spPr>
          <a:xfrm>
            <a:off x="5073037" y="2802700"/>
            <a:ext cx="1014608" cy="926926"/>
          </a:xfrm>
          <a:prstGeom prst="rect">
            <a:avLst/>
          </a:prstGeom>
          <a:noFill/>
        </p:spPr>
        <p:txBody>
          <a:bodyPr wrap="square" lIns="0" tIns="0" rIns="0" bIns="0" rtlCol="0" anchor="ctr">
            <a:noAutofit/>
          </a:bodyPr>
          <a:lstStyle/>
          <a:p>
            <a:pPr marL="0" indent="0" algn="l">
              <a:lnSpc>
                <a:spcPct val="100000"/>
              </a:lnSpc>
              <a:spcBef>
                <a:spcPts val="1200"/>
              </a:spcBef>
              <a:buSzPct val="100000"/>
              <a:buFont typeface="Arial" panose="020B0604020202020204" pitchFamily="34" charset="0"/>
              <a:buNone/>
            </a:pPr>
            <a:r>
              <a:rPr lang="en-US" sz="3600" b="1">
                <a:solidFill>
                  <a:srgbClr val="231F20"/>
                </a:solidFill>
                <a:latin typeface="Aptos" panose="020B0004020202020204" pitchFamily="34" charset="0"/>
              </a:rPr>
              <a:t>03</a:t>
            </a:r>
            <a:endParaRPr lang="en-IN" sz="3600" b="1">
              <a:solidFill>
                <a:srgbClr val="231F20"/>
              </a:solidFill>
              <a:latin typeface="Aptos" panose="020B0004020202020204" pitchFamily="34" charset="0"/>
            </a:endParaRPr>
          </a:p>
        </p:txBody>
      </p:sp>
    </p:spTree>
    <p:extLst>
      <p:ext uri="{BB962C8B-B14F-4D97-AF65-F5344CB8AC3E}">
        <p14:creationId xmlns:p14="http://schemas.microsoft.com/office/powerpoint/2010/main" val="3311861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14DAF-A9A3-278B-7335-EC3041E85377}"/>
            </a:ext>
          </a:extLst>
        </p:cNvPr>
        <p:cNvGrpSpPr/>
        <p:nvPr/>
      </p:nvGrpSpPr>
      <p:grpSpPr>
        <a:xfrm>
          <a:off x="0" y="0"/>
          <a:ext cx="0" cy="0"/>
          <a:chOff x="0" y="0"/>
          <a:chExt cx="0" cy="0"/>
        </a:xfrm>
      </p:grpSpPr>
      <p:sp>
        <p:nvSpPr>
          <p:cNvPr id="17" name="Text 0">
            <a:extLst>
              <a:ext uri="{FF2B5EF4-FFF2-40B4-BE49-F238E27FC236}">
                <a16:creationId xmlns:a16="http://schemas.microsoft.com/office/drawing/2014/main" id="{D38CD6F3-E653-0CB6-5538-D8E9D7CCFCB4}"/>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Pre-read: Global Marketing Content Activation</a:t>
            </a:r>
          </a:p>
        </p:txBody>
      </p:sp>
      <p:sp>
        <p:nvSpPr>
          <p:cNvPr id="18" name="Shape 4">
            <a:extLst>
              <a:ext uri="{FF2B5EF4-FFF2-40B4-BE49-F238E27FC236}">
                <a16:creationId xmlns:a16="http://schemas.microsoft.com/office/drawing/2014/main" id="{E0B7DA96-6B49-879C-1D1C-8BB419CB9752}"/>
              </a:ext>
            </a:extLst>
          </p:cNvPr>
          <p:cNvSpPr/>
          <p:nvPr/>
        </p:nvSpPr>
        <p:spPr>
          <a:xfrm>
            <a:off x="548640" y="932688"/>
            <a:ext cx="10993119" cy="1629849"/>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A76F8B15-2BC7-C689-DEFF-3F8025495F9B}"/>
              </a:ext>
            </a:extLst>
          </p:cNvPr>
          <p:cNvSpPr/>
          <p:nvPr/>
        </p:nvSpPr>
        <p:spPr>
          <a:xfrm>
            <a:off x="566929" y="932687"/>
            <a:ext cx="70258" cy="1623404"/>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41479C34-C2AC-DD90-5E81-73D957E2AF0B}"/>
              </a:ext>
            </a:extLst>
          </p:cNvPr>
          <p:cNvSpPr/>
          <p:nvPr/>
        </p:nvSpPr>
        <p:spPr>
          <a:xfrm>
            <a:off x="786382" y="970435"/>
            <a:ext cx="6570821" cy="548640"/>
          </a:xfrm>
          <a:prstGeom prst="rect">
            <a:avLst/>
          </a:prstGeom>
          <a:noFill/>
          <a:ln/>
        </p:spPr>
        <p:txBody>
          <a:bodyPr wrap="square" lIns="0" tIns="0" rIns="0" bIns="0" rtlCol="0" anchor="ctr"/>
          <a:lstStyle/>
          <a:p>
            <a:pPr marL="0" indent="0">
              <a:buNone/>
            </a:pPr>
            <a:r>
              <a:rPr lang="en-US" sz="1400" b="1">
                <a:solidFill>
                  <a:srgbClr val="003C51"/>
                </a:solidFill>
              </a:rPr>
              <a:t>Read before the workshop</a:t>
            </a:r>
          </a:p>
          <a:p>
            <a:pPr marL="0" indent="0">
              <a:buNone/>
            </a:pPr>
            <a:r>
              <a:rPr lang="en-US" sz="1400" b="1">
                <a:solidFill>
                  <a:srgbClr val="003C51"/>
                </a:solidFill>
              </a:rPr>
              <a:t>  </a:t>
            </a:r>
            <a:endParaRPr lang="en-US" sz="1400"/>
          </a:p>
        </p:txBody>
      </p:sp>
      <p:sp>
        <p:nvSpPr>
          <p:cNvPr id="21" name="Text 8">
            <a:extLst>
              <a:ext uri="{FF2B5EF4-FFF2-40B4-BE49-F238E27FC236}">
                <a16:creationId xmlns:a16="http://schemas.microsoft.com/office/drawing/2014/main" id="{F1046327-0907-5527-D9AB-3BE9ED746397}"/>
              </a:ext>
            </a:extLst>
          </p:cNvPr>
          <p:cNvSpPr/>
          <p:nvPr/>
        </p:nvSpPr>
        <p:spPr>
          <a:xfrm>
            <a:off x="768093" y="1175105"/>
            <a:ext cx="9806972" cy="1351584"/>
          </a:xfrm>
          <a:prstGeom prst="rect">
            <a:avLst/>
          </a:prstGeom>
          <a:noFill/>
          <a:ln/>
        </p:spPr>
        <p:txBody>
          <a:bodyPr wrap="square" lIns="0" tIns="0" rIns="0" bIns="0" rtlCol="0" anchor="ctr"/>
          <a:lstStyle/>
          <a:p>
            <a:pPr fontAlgn="t">
              <a:lnSpc>
                <a:spcPts val="1500"/>
              </a:lnSpc>
              <a:buNone/>
            </a:pPr>
            <a:r>
              <a:rPr lang="en-US" sz="1000" b="1">
                <a:solidFill>
                  <a:srgbClr val="5A6A70"/>
                </a:solidFill>
              </a:rPr>
              <a:t>Microsoft Learn – Dynamics 365 Customer Insights Journeys</a:t>
            </a:r>
          </a:p>
          <a:p>
            <a:pPr fontAlgn="t">
              <a:lnSpc>
                <a:spcPts val="1500"/>
              </a:lnSpc>
              <a:buNone/>
            </a:pPr>
            <a:r>
              <a:rPr lang="en-US" sz="1000" b="1">
                <a:solidFill>
                  <a:srgbClr val="5A6A70"/>
                </a:solidFill>
              </a:rPr>
              <a:t>https://learn.microsoft.com/en-us/training/modules/get-started-customer-data-platform/</a:t>
            </a:r>
          </a:p>
          <a:p>
            <a:pPr fontAlgn="t">
              <a:lnSpc>
                <a:spcPts val="1500"/>
              </a:lnSpc>
              <a:buNone/>
            </a:pPr>
            <a:r>
              <a:rPr lang="en-US" sz="1000" b="1">
                <a:solidFill>
                  <a:srgbClr val="5A6A70"/>
                </a:solidFill>
              </a:rPr>
              <a:t>Please review:</a:t>
            </a:r>
          </a:p>
          <a:p>
            <a:pPr marL="171450" indent="-171450" fontAlgn="t">
              <a:lnSpc>
                <a:spcPts val="1500"/>
              </a:lnSpc>
              <a:buFont typeface="Arial" panose="020B0604020202020204" pitchFamily="34" charset="0"/>
              <a:buChar char="•"/>
            </a:pPr>
            <a:r>
              <a:rPr lang="en-US" sz="1000" b="1">
                <a:solidFill>
                  <a:srgbClr val="5A6A70"/>
                </a:solidFill>
              </a:rPr>
              <a:t>Content management for marketing campaigns</a:t>
            </a:r>
          </a:p>
          <a:p>
            <a:pPr marL="171450" indent="-171450" fontAlgn="t">
              <a:lnSpc>
                <a:spcPts val="1500"/>
              </a:lnSpc>
              <a:buFont typeface="Arial" panose="020B0604020202020204" pitchFamily="34" charset="0"/>
              <a:buChar char="•"/>
            </a:pPr>
            <a:r>
              <a:rPr lang="en-US" sz="1000" b="1">
                <a:solidFill>
                  <a:srgbClr val="5A6A70"/>
                </a:solidFill>
              </a:rPr>
              <a:t>Customer journeys and campaign activation</a:t>
            </a:r>
          </a:p>
          <a:p>
            <a:pPr marL="171450" indent="-171450" fontAlgn="t">
              <a:lnSpc>
                <a:spcPts val="1500"/>
              </a:lnSpc>
              <a:buFont typeface="Arial" panose="020B0604020202020204" pitchFamily="34" charset="0"/>
              <a:buChar char="•"/>
            </a:pPr>
            <a:r>
              <a:rPr lang="en-US" sz="1000" b="1">
                <a:solidFill>
                  <a:srgbClr val="5A6A70"/>
                </a:solidFill>
              </a:rPr>
              <a:t>Email and communication assets</a:t>
            </a:r>
          </a:p>
          <a:p>
            <a:pPr marL="171450" indent="-171450" fontAlgn="t">
              <a:lnSpc>
                <a:spcPts val="1500"/>
              </a:lnSpc>
              <a:buFont typeface="Arial" panose="020B0604020202020204" pitchFamily="34" charset="0"/>
              <a:buChar char="•"/>
            </a:pPr>
            <a:r>
              <a:rPr lang="en-US" sz="1000" b="1">
                <a:solidFill>
                  <a:srgbClr val="5A6A70"/>
                </a:solidFill>
              </a:rPr>
              <a:t>Marketing performance and engagement analytics</a:t>
            </a:r>
          </a:p>
        </p:txBody>
      </p:sp>
      <p:sp>
        <p:nvSpPr>
          <p:cNvPr id="22" name="Shape 4">
            <a:extLst>
              <a:ext uri="{FF2B5EF4-FFF2-40B4-BE49-F238E27FC236}">
                <a16:creationId xmlns:a16="http://schemas.microsoft.com/office/drawing/2014/main" id="{FCB458F0-3B53-31E4-20AD-8F32FD659F34}"/>
              </a:ext>
            </a:extLst>
          </p:cNvPr>
          <p:cNvSpPr/>
          <p:nvPr/>
        </p:nvSpPr>
        <p:spPr>
          <a:xfrm>
            <a:off x="548640" y="2828749"/>
            <a:ext cx="10993119"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AB497F5B-7ACB-D1F3-7C01-34123C0D4B1E}"/>
              </a:ext>
            </a:extLst>
          </p:cNvPr>
          <p:cNvSpPr/>
          <p:nvPr/>
        </p:nvSpPr>
        <p:spPr>
          <a:xfrm>
            <a:off x="548640" y="2828748"/>
            <a:ext cx="91455"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612AB85D-9C0B-0204-3A79-C23A5E330CFC}"/>
              </a:ext>
            </a:extLst>
          </p:cNvPr>
          <p:cNvSpPr/>
          <p:nvPr/>
        </p:nvSpPr>
        <p:spPr>
          <a:xfrm>
            <a:off x="768094" y="2799757"/>
            <a:ext cx="6570821"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Bring to the workshop</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5" name="Text 8">
            <a:extLst>
              <a:ext uri="{FF2B5EF4-FFF2-40B4-BE49-F238E27FC236}">
                <a16:creationId xmlns:a16="http://schemas.microsoft.com/office/drawing/2014/main" id="{9653BEEF-B6F6-C70F-87B8-F536086F326C}"/>
              </a:ext>
            </a:extLst>
          </p:cNvPr>
          <p:cNvSpPr/>
          <p:nvPr/>
        </p:nvSpPr>
        <p:spPr>
          <a:xfrm>
            <a:off x="768094" y="3124160"/>
            <a:ext cx="9806972" cy="1036292"/>
          </a:xfrm>
          <a:prstGeom prst="rect">
            <a:avLst/>
          </a:prstGeom>
          <a:noFill/>
          <a:ln/>
        </p:spPr>
        <p:txBody>
          <a:bodyPr wrap="square" lIns="0" tIns="0" rIns="0" bIns="0" rtlCol="0" anchor="ctr"/>
          <a:lstStyle/>
          <a:p>
            <a:pPr fontAlgn="t">
              <a:lnSpc>
                <a:spcPts val="1500"/>
              </a:lnSpc>
              <a:buNone/>
            </a:pPr>
            <a:r>
              <a:rPr lang="en-US" sz="1000" b="1">
                <a:solidFill>
                  <a:srgbClr val="5A6A70"/>
                </a:solidFill>
              </a:rPr>
              <a:t>Please have the following ready:</a:t>
            </a:r>
          </a:p>
          <a:p>
            <a:pPr marL="171450" indent="-171450" fontAlgn="t">
              <a:lnSpc>
                <a:spcPts val="1500"/>
              </a:lnSpc>
              <a:buFont typeface="Arial" panose="020B0604020202020204" pitchFamily="34" charset="0"/>
              <a:buChar char="•"/>
            </a:pPr>
            <a:r>
              <a:rPr lang="en-US" sz="1000" b="1">
                <a:solidFill>
                  <a:srgbClr val="5A6A70"/>
                </a:solidFill>
              </a:rPr>
              <a:t>Current marketing content repositories (SharePoint, DAM, etc.)</a:t>
            </a:r>
          </a:p>
          <a:p>
            <a:pPr marL="171450" indent="-171450" fontAlgn="t">
              <a:lnSpc>
                <a:spcPts val="1500"/>
              </a:lnSpc>
              <a:buFont typeface="Arial" panose="020B0604020202020204" pitchFamily="34" charset="0"/>
              <a:buChar char="•"/>
            </a:pPr>
            <a:r>
              <a:rPr lang="en-US" sz="1000" b="1">
                <a:solidFill>
                  <a:srgbClr val="5A6A70"/>
                </a:solidFill>
              </a:rPr>
              <a:t>Sample campaign assets and content types</a:t>
            </a:r>
          </a:p>
          <a:p>
            <a:pPr marL="171450" indent="-171450" fontAlgn="t">
              <a:lnSpc>
                <a:spcPts val="1500"/>
              </a:lnSpc>
              <a:buFont typeface="Arial" panose="020B0604020202020204" pitchFamily="34" charset="0"/>
              <a:buChar char="•"/>
            </a:pPr>
            <a:r>
              <a:rPr lang="en-US" sz="1000" b="1">
                <a:solidFill>
                  <a:srgbClr val="5A6A70"/>
                </a:solidFill>
              </a:rPr>
              <a:t>Content approval and publishing process documentation</a:t>
            </a:r>
          </a:p>
          <a:p>
            <a:pPr marL="171450" indent="-171450" fontAlgn="t">
              <a:lnSpc>
                <a:spcPts val="1500"/>
              </a:lnSpc>
              <a:buFont typeface="Arial" panose="020B0604020202020204" pitchFamily="34" charset="0"/>
              <a:buChar char="•"/>
            </a:pPr>
            <a:r>
              <a:rPr lang="en-US" sz="1000" b="1">
                <a:solidFill>
                  <a:srgbClr val="5A6A70"/>
                </a:solidFill>
              </a:rPr>
              <a:t>Examples of campaign performance reporting</a:t>
            </a:r>
          </a:p>
        </p:txBody>
      </p:sp>
      <p:sp>
        <p:nvSpPr>
          <p:cNvPr id="26" name="Shape 4">
            <a:extLst>
              <a:ext uri="{FF2B5EF4-FFF2-40B4-BE49-F238E27FC236}">
                <a16:creationId xmlns:a16="http://schemas.microsoft.com/office/drawing/2014/main" id="{6C1BFB8E-6C75-2683-F7CC-8883F70BA651}"/>
              </a:ext>
            </a:extLst>
          </p:cNvPr>
          <p:cNvSpPr/>
          <p:nvPr/>
        </p:nvSpPr>
        <p:spPr>
          <a:xfrm>
            <a:off x="548639" y="4548129"/>
            <a:ext cx="10993119"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BCE3557C-D1C2-3AC2-148F-1737088194B1}"/>
              </a:ext>
            </a:extLst>
          </p:cNvPr>
          <p:cNvSpPr/>
          <p:nvPr/>
        </p:nvSpPr>
        <p:spPr>
          <a:xfrm>
            <a:off x="566929" y="4607774"/>
            <a:ext cx="91455"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D33BCAEB-3774-0082-277B-0551C281D44A}"/>
              </a:ext>
            </a:extLst>
          </p:cNvPr>
          <p:cNvSpPr/>
          <p:nvPr/>
        </p:nvSpPr>
        <p:spPr>
          <a:xfrm>
            <a:off x="786383" y="4512279"/>
            <a:ext cx="6570821"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Come ready to decide</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9" name="Text 8">
            <a:extLst>
              <a:ext uri="{FF2B5EF4-FFF2-40B4-BE49-F238E27FC236}">
                <a16:creationId xmlns:a16="http://schemas.microsoft.com/office/drawing/2014/main" id="{97C97275-E72F-BE3F-EDAE-95B10ADD8EFB}"/>
              </a:ext>
            </a:extLst>
          </p:cNvPr>
          <p:cNvSpPr/>
          <p:nvPr/>
        </p:nvSpPr>
        <p:spPr>
          <a:xfrm>
            <a:off x="786383" y="4761457"/>
            <a:ext cx="9806972" cy="1263637"/>
          </a:xfrm>
          <a:prstGeom prst="rect">
            <a:avLst/>
          </a:prstGeom>
          <a:noFill/>
          <a:ln/>
        </p:spPr>
        <p:txBody>
          <a:bodyPr wrap="square" lIns="0" tIns="0" rIns="0" bIns="0" rtlCol="0" anchor="ctr"/>
          <a:lstStyle/>
          <a:p>
            <a:pPr fontAlgn="t">
              <a:lnSpc>
                <a:spcPts val="1500"/>
              </a:lnSpc>
              <a:buNone/>
            </a:pPr>
            <a:r>
              <a:rPr lang="en-US" sz="1000" b="1">
                <a:solidFill>
                  <a:srgbClr val="5A6A70"/>
                </a:solidFill>
              </a:rPr>
              <a:t>Decisions we intend to close in this session:</a:t>
            </a:r>
          </a:p>
          <a:p>
            <a:pPr marL="171450" indent="-171450" fontAlgn="t">
              <a:lnSpc>
                <a:spcPts val="1500"/>
              </a:lnSpc>
              <a:buFont typeface="Arial" panose="020B0604020202020204" pitchFamily="34" charset="0"/>
              <a:buChar char="•"/>
            </a:pPr>
            <a:r>
              <a:rPr lang="en-US" sz="1000" b="1">
                <a:solidFill>
                  <a:srgbClr val="5A6A70"/>
                </a:solidFill>
              </a:rPr>
              <a:t>Content sources and repositories in scope</a:t>
            </a:r>
          </a:p>
          <a:p>
            <a:pPr marL="171450" indent="-171450" fontAlgn="t">
              <a:lnSpc>
                <a:spcPts val="1500"/>
              </a:lnSpc>
              <a:buFont typeface="Arial" panose="020B0604020202020204" pitchFamily="34" charset="0"/>
              <a:buChar char="•"/>
            </a:pPr>
            <a:r>
              <a:rPr lang="en-US" sz="1000" b="1">
                <a:solidFill>
                  <a:srgbClr val="5A6A70"/>
                </a:solidFill>
              </a:rPr>
              <a:t>Activation process for marketing content</a:t>
            </a:r>
          </a:p>
          <a:p>
            <a:pPr marL="171450" indent="-171450" fontAlgn="t">
              <a:lnSpc>
                <a:spcPts val="1500"/>
              </a:lnSpc>
              <a:buFont typeface="Arial" panose="020B0604020202020204" pitchFamily="34" charset="0"/>
              <a:buChar char="•"/>
            </a:pPr>
            <a:r>
              <a:rPr lang="en-US" sz="1000" b="1">
                <a:solidFill>
                  <a:srgbClr val="5A6A70"/>
                </a:solidFill>
              </a:rPr>
              <a:t>Content approval and publishing approach</a:t>
            </a:r>
          </a:p>
          <a:p>
            <a:pPr marL="171450" indent="-171450" fontAlgn="t">
              <a:lnSpc>
                <a:spcPts val="1500"/>
              </a:lnSpc>
              <a:buFont typeface="Arial" panose="020B0604020202020204" pitchFamily="34" charset="0"/>
              <a:buChar char="•"/>
            </a:pPr>
            <a:r>
              <a:rPr lang="en-US" sz="1000" b="1">
                <a:solidFill>
                  <a:srgbClr val="5A6A70"/>
                </a:solidFill>
              </a:rPr>
              <a:t>Reporting and performance measurement requirements</a:t>
            </a:r>
          </a:p>
        </p:txBody>
      </p:sp>
    </p:spTree>
    <p:extLst>
      <p:ext uri="{BB962C8B-B14F-4D97-AF65-F5344CB8AC3E}">
        <p14:creationId xmlns:p14="http://schemas.microsoft.com/office/powerpoint/2010/main" val="291833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A4B20-BC32-5199-7E26-AFDB09EBF8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AE22B-B65B-B4C9-8579-BE5D63BCA551}"/>
              </a:ext>
            </a:extLst>
          </p:cNvPr>
          <p:cNvSpPr>
            <a:spLocks noGrp="1"/>
          </p:cNvSpPr>
          <p:nvPr>
            <p:ph type="title"/>
          </p:nvPr>
        </p:nvSpPr>
        <p:spPr>
          <a:xfrm>
            <a:off x="218793" y="266737"/>
            <a:ext cx="2440324" cy="1520022"/>
          </a:xfrm>
        </p:spPr>
        <p:txBody>
          <a:bodyPr/>
          <a:lstStyle/>
          <a:p>
            <a:r>
              <a:rPr lang="en-GB">
                <a:latin typeface="Aptos"/>
              </a:rPr>
              <a:t>Process Flow 3 – </a:t>
            </a:r>
            <a:r>
              <a:rPr lang="en-US">
                <a:latin typeface="Aptos"/>
              </a:rPr>
              <a:t>Global Marketing Content Activation</a:t>
            </a:r>
            <a:endParaRPr lang="en-GB">
              <a:latin typeface="Aptos"/>
            </a:endParaRPr>
          </a:p>
        </p:txBody>
      </p:sp>
      <p:sp>
        <p:nvSpPr>
          <p:cNvPr id="4" name="TextBox 3">
            <a:extLst>
              <a:ext uri="{FF2B5EF4-FFF2-40B4-BE49-F238E27FC236}">
                <a16:creationId xmlns:a16="http://schemas.microsoft.com/office/drawing/2014/main" id="{03F1556F-3879-2278-A248-116EE9A9B662}"/>
              </a:ext>
            </a:extLst>
          </p:cNvPr>
          <p:cNvSpPr txBox="1"/>
          <p:nvPr/>
        </p:nvSpPr>
        <p:spPr>
          <a:xfrm>
            <a:off x="218793" y="2948454"/>
            <a:ext cx="1715110" cy="1991408"/>
          </a:xfrm>
          <a:prstGeom prst="rect">
            <a:avLst/>
          </a:prstGeom>
          <a:noFill/>
        </p:spPr>
        <p:txBody>
          <a:bodyPr wrap="square" lIns="0" tIns="0" rIns="0" bIns="0" rtlCol="0">
            <a:noAutofit/>
          </a:bodyPr>
          <a:lstStyle/>
          <a:p>
            <a:pPr marL="0" indent="0" algn="l">
              <a:lnSpc>
                <a:spcPct val="100000"/>
              </a:lnSpc>
              <a:spcBef>
                <a:spcPts val="1200"/>
              </a:spcBef>
              <a:buSzPct val="100000"/>
              <a:buFont typeface="Arial" panose="020B0604020202020204" pitchFamily="34" charset="0"/>
              <a:buNone/>
            </a:pPr>
            <a:r>
              <a:rPr lang="en-GB"/>
              <a:t>Standard D365 Customer Insights out-of-the-box, no customisation assumed</a:t>
            </a:r>
            <a:endParaRPr lang="en-GB" sz="1800"/>
          </a:p>
        </p:txBody>
      </p:sp>
      <p:pic>
        <p:nvPicPr>
          <p:cNvPr id="3" name="Picture 2" descr="A screenshot of a computer&#10;&#10;AI-generated content may be incorrect.">
            <a:extLst>
              <a:ext uri="{FF2B5EF4-FFF2-40B4-BE49-F238E27FC236}">
                <a16:creationId xmlns:a16="http://schemas.microsoft.com/office/drawing/2014/main" id="{4BD383E6-C7CE-20AC-5AB8-FDC9C43A4B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4768" y="0"/>
            <a:ext cx="9068835" cy="6858000"/>
          </a:xfrm>
          <a:prstGeom prst="rect">
            <a:avLst/>
          </a:prstGeom>
        </p:spPr>
      </p:pic>
    </p:spTree>
    <p:extLst>
      <p:ext uri="{BB962C8B-B14F-4D97-AF65-F5344CB8AC3E}">
        <p14:creationId xmlns:p14="http://schemas.microsoft.com/office/powerpoint/2010/main" val="1260080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F0DCE-5936-69FA-57FE-6ABC75A70EDE}"/>
            </a:ext>
          </a:extLst>
        </p:cNvPr>
        <p:cNvGrpSpPr/>
        <p:nvPr/>
      </p:nvGrpSpPr>
      <p:grpSpPr>
        <a:xfrm>
          <a:off x="0" y="0"/>
          <a:ext cx="0" cy="0"/>
          <a:chOff x="0" y="0"/>
          <a:chExt cx="0" cy="0"/>
        </a:xfrm>
      </p:grpSpPr>
      <p:sp>
        <p:nvSpPr>
          <p:cNvPr id="17" name="Text 0">
            <a:extLst>
              <a:ext uri="{FF2B5EF4-FFF2-40B4-BE49-F238E27FC236}">
                <a16:creationId xmlns:a16="http://schemas.microsoft.com/office/drawing/2014/main" id="{5A4900BD-417E-7F0B-7ED9-5F24288E7338}"/>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Process details: </a:t>
            </a:r>
            <a:r>
              <a:rPr lang="en-US" sz="2400" b="1">
                <a:latin typeface="Aptos" panose="020B0004020202020204" pitchFamily="34" charset="0"/>
              </a:rPr>
              <a:t>Global Marketing Content Activation</a:t>
            </a:r>
            <a:endParaRPr lang="en-US" sz="2400" b="1">
              <a:latin typeface="Aptos" panose="020B0004020202020204" pitchFamily="34" charset="0"/>
              <a:ea typeface="+mj-ea"/>
              <a:cs typeface="+mj-cs"/>
            </a:endParaRPr>
          </a:p>
        </p:txBody>
      </p:sp>
      <p:sp>
        <p:nvSpPr>
          <p:cNvPr id="18" name="Shape 4">
            <a:extLst>
              <a:ext uri="{FF2B5EF4-FFF2-40B4-BE49-F238E27FC236}">
                <a16:creationId xmlns:a16="http://schemas.microsoft.com/office/drawing/2014/main" id="{15D22800-6DFF-BAB9-93A9-CE1C9B00CED8}"/>
              </a:ext>
            </a:extLst>
          </p:cNvPr>
          <p:cNvSpPr/>
          <p:nvPr/>
        </p:nvSpPr>
        <p:spPr>
          <a:xfrm>
            <a:off x="548640" y="1018304"/>
            <a:ext cx="10911840" cy="1423766"/>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E72211B7-0F3B-555D-A622-3A9104B17F88}"/>
              </a:ext>
            </a:extLst>
          </p:cNvPr>
          <p:cNvSpPr/>
          <p:nvPr/>
        </p:nvSpPr>
        <p:spPr>
          <a:xfrm>
            <a:off x="548639" y="1018304"/>
            <a:ext cx="90779" cy="1417320"/>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3D4D6A58-2E53-0ED1-86B8-F04F577626DB}"/>
              </a:ext>
            </a:extLst>
          </p:cNvPr>
          <p:cNvSpPr/>
          <p:nvPr/>
        </p:nvSpPr>
        <p:spPr>
          <a:xfrm>
            <a:off x="768093" y="932688"/>
            <a:ext cx="6522239" cy="548640"/>
          </a:xfrm>
          <a:prstGeom prst="rect">
            <a:avLst/>
          </a:prstGeom>
          <a:noFill/>
          <a:ln/>
        </p:spPr>
        <p:txBody>
          <a:bodyPr wrap="square" lIns="0" tIns="0" rIns="0" bIns="0" rtlCol="0" anchor="ctr"/>
          <a:lstStyle/>
          <a:p>
            <a:r>
              <a:rPr lang="en-US" sz="1400" b="1">
                <a:solidFill>
                  <a:srgbClr val="003C51"/>
                </a:solidFill>
              </a:rPr>
              <a:t>Marketing Content Repository</a:t>
            </a:r>
            <a:endParaRPr lang="en-US" sz="1400"/>
          </a:p>
        </p:txBody>
      </p:sp>
      <p:sp>
        <p:nvSpPr>
          <p:cNvPr id="21" name="Text 8">
            <a:extLst>
              <a:ext uri="{FF2B5EF4-FFF2-40B4-BE49-F238E27FC236}">
                <a16:creationId xmlns:a16="http://schemas.microsoft.com/office/drawing/2014/main" id="{1CC516C9-542A-8CE8-5D9D-D7647B7A77FB}"/>
              </a:ext>
            </a:extLst>
          </p:cNvPr>
          <p:cNvSpPr/>
          <p:nvPr/>
        </p:nvSpPr>
        <p:spPr>
          <a:xfrm>
            <a:off x="768093" y="1313716"/>
            <a:ext cx="9734463" cy="1063513"/>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Marketing content is maintained in approved repositories and made available for campaign and communication activities.</a:t>
            </a:r>
          </a:p>
          <a:p>
            <a:pPr marL="171450" indent="-171450" fontAlgn="t">
              <a:lnSpc>
                <a:spcPts val="1500"/>
              </a:lnSpc>
              <a:buFont typeface="Arial" panose="020B0604020202020204" pitchFamily="34" charset="0"/>
              <a:buChar char="•"/>
            </a:pPr>
            <a:r>
              <a:rPr lang="en-US" sz="1000" b="1">
                <a:solidFill>
                  <a:srgbClr val="5A6A70"/>
                </a:solidFill>
              </a:rPr>
              <a:t>Content may include emails, documents, images, videos, and campaign assets.</a:t>
            </a:r>
          </a:p>
          <a:p>
            <a:pPr marL="171450" indent="-171450" fontAlgn="t">
              <a:lnSpc>
                <a:spcPts val="1500"/>
              </a:lnSpc>
              <a:buFont typeface="Arial" panose="020B0604020202020204" pitchFamily="34" charset="0"/>
              <a:buChar char="•"/>
            </a:pPr>
            <a:r>
              <a:rPr lang="en-US" sz="1000" b="1">
                <a:solidFill>
                  <a:srgbClr val="5A6A70"/>
                </a:solidFill>
              </a:rPr>
              <a:t>Approved content should be accessible to marketing teams.</a:t>
            </a:r>
          </a:p>
          <a:p>
            <a:pPr marL="171450" indent="-171450" fontAlgn="t">
              <a:lnSpc>
                <a:spcPts val="1500"/>
              </a:lnSpc>
              <a:buFont typeface="Arial" panose="020B0604020202020204" pitchFamily="34" charset="0"/>
              <a:buChar char="•"/>
            </a:pPr>
            <a:r>
              <a:rPr lang="en-US" sz="1000" b="1">
                <a:solidFill>
                  <a:srgbClr val="5A6A70"/>
                </a:solidFill>
              </a:rPr>
              <a:t>Content repositories should support centralized content management.</a:t>
            </a:r>
          </a:p>
          <a:p>
            <a:pPr marL="171450" indent="-171450" fontAlgn="t">
              <a:lnSpc>
                <a:spcPts val="1500"/>
              </a:lnSpc>
              <a:buFont typeface="Arial" panose="020B0604020202020204" pitchFamily="34" charset="0"/>
              <a:buChar char="•"/>
            </a:pPr>
            <a:r>
              <a:rPr lang="en-US" sz="1000" b="1">
                <a:solidFill>
                  <a:srgbClr val="5A6A70"/>
                </a:solidFill>
              </a:rPr>
              <a:t>Content assets should be available for activation activities.</a:t>
            </a:r>
          </a:p>
        </p:txBody>
      </p:sp>
      <p:sp>
        <p:nvSpPr>
          <p:cNvPr id="22" name="Shape 4">
            <a:extLst>
              <a:ext uri="{FF2B5EF4-FFF2-40B4-BE49-F238E27FC236}">
                <a16:creationId xmlns:a16="http://schemas.microsoft.com/office/drawing/2014/main" id="{4FF87B40-CE3F-BE9C-E8D5-772BC9C79C98}"/>
              </a:ext>
            </a:extLst>
          </p:cNvPr>
          <p:cNvSpPr/>
          <p:nvPr/>
        </p:nvSpPr>
        <p:spPr>
          <a:xfrm>
            <a:off x="548640" y="2708282"/>
            <a:ext cx="10911840"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DA8E8C95-CE0C-DE55-C4BB-52C061B339C6}"/>
              </a:ext>
            </a:extLst>
          </p:cNvPr>
          <p:cNvSpPr/>
          <p:nvPr/>
        </p:nvSpPr>
        <p:spPr>
          <a:xfrm>
            <a:off x="548639" y="2708281"/>
            <a:ext cx="90779"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925627E4-4F14-E8A0-6CF9-CBE953783105}"/>
              </a:ext>
            </a:extLst>
          </p:cNvPr>
          <p:cNvSpPr/>
          <p:nvPr/>
        </p:nvSpPr>
        <p:spPr>
          <a:xfrm>
            <a:off x="768093" y="2679290"/>
            <a:ext cx="6522239" cy="548640"/>
          </a:xfrm>
          <a:prstGeom prst="rect">
            <a:avLst/>
          </a:prstGeom>
          <a:noFill/>
          <a:ln/>
        </p:spPr>
        <p:txBody>
          <a:bodyPr wrap="square" lIns="0" tIns="0" rIns="0" bIns="0" rtlCol="0" anchor="ctr"/>
          <a:lstStyle/>
          <a:p>
            <a:r>
              <a:rPr lang="en-US" sz="1400" b="1">
                <a:solidFill>
                  <a:srgbClr val="003C51"/>
                </a:solidFill>
              </a:rPr>
              <a:t>Content Review &amp; Activation  </a:t>
            </a:r>
          </a:p>
          <a:p>
            <a:pPr marL="0" indent="0">
              <a:buNone/>
            </a:pPr>
            <a:r>
              <a:rPr lang="en-US" sz="1400" b="1">
                <a:solidFill>
                  <a:srgbClr val="003C51"/>
                </a:solidFill>
              </a:rPr>
              <a:t>  </a:t>
            </a:r>
            <a:endParaRPr lang="en-US" sz="1400"/>
          </a:p>
        </p:txBody>
      </p:sp>
      <p:sp>
        <p:nvSpPr>
          <p:cNvPr id="25" name="Text 8">
            <a:extLst>
              <a:ext uri="{FF2B5EF4-FFF2-40B4-BE49-F238E27FC236}">
                <a16:creationId xmlns:a16="http://schemas.microsoft.com/office/drawing/2014/main" id="{A32C51F7-7F09-1131-9057-C007EB213E4B}"/>
              </a:ext>
            </a:extLst>
          </p:cNvPr>
          <p:cNvSpPr/>
          <p:nvPr/>
        </p:nvSpPr>
        <p:spPr>
          <a:xfrm>
            <a:off x="768093" y="3003693"/>
            <a:ext cx="9734463" cy="1036292"/>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Marketing content is reviewed, approved, and activated for use in campaigns and customer communications.</a:t>
            </a:r>
          </a:p>
          <a:p>
            <a:pPr marL="171450" indent="-171450" fontAlgn="t">
              <a:lnSpc>
                <a:spcPts val="1500"/>
              </a:lnSpc>
              <a:buFont typeface="Arial" panose="020B0604020202020204" pitchFamily="34" charset="0"/>
              <a:buChar char="•"/>
            </a:pPr>
            <a:r>
              <a:rPr lang="en-US" sz="1000" b="1">
                <a:solidFill>
                  <a:srgbClr val="5A6A70"/>
                </a:solidFill>
              </a:rPr>
              <a:t>Content should follow the defined review and approval process.</a:t>
            </a:r>
          </a:p>
          <a:p>
            <a:pPr marL="171450" indent="-171450" fontAlgn="t">
              <a:lnSpc>
                <a:spcPts val="1500"/>
              </a:lnSpc>
              <a:buFont typeface="Arial" panose="020B0604020202020204" pitchFamily="34" charset="0"/>
              <a:buChar char="•"/>
            </a:pPr>
            <a:r>
              <a:rPr lang="en-US" sz="1000" b="1">
                <a:solidFill>
                  <a:srgbClr val="5A6A70"/>
                </a:solidFill>
              </a:rPr>
              <a:t>Approved assets should be available for campaign execution.</a:t>
            </a:r>
          </a:p>
          <a:p>
            <a:pPr marL="171450" indent="-171450" fontAlgn="t">
              <a:lnSpc>
                <a:spcPts val="1500"/>
              </a:lnSpc>
              <a:buFont typeface="Arial" panose="020B0604020202020204" pitchFamily="34" charset="0"/>
              <a:buChar char="•"/>
            </a:pPr>
            <a:r>
              <a:rPr lang="en-US" sz="1000" b="1">
                <a:solidFill>
                  <a:srgbClr val="5A6A70"/>
                </a:solidFill>
              </a:rPr>
              <a:t>Marketing teams should be able to select approved content for activation.</a:t>
            </a:r>
          </a:p>
          <a:p>
            <a:pPr marL="171450" indent="-171450" fontAlgn="t">
              <a:lnSpc>
                <a:spcPts val="1500"/>
              </a:lnSpc>
              <a:buFont typeface="Arial" panose="020B0604020202020204" pitchFamily="34" charset="0"/>
              <a:buChar char="•"/>
            </a:pPr>
            <a:r>
              <a:rPr lang="en-US" sz="1000" b="1">
                <a:solidFill>
                  <a:srgbClr val="5A6A70"/>
                </a:solidFill>
              </a:rPr>
              <a:t>Content activation should support planned marketing initiatives.</a:t>
            </a:r>
          </a:p>
        </p:txBody>
      </p:sp>
      <p:sp>
        <p:nvSpPr>
          <p:cNvPr id="26" name="Shape 4">
            <a:extLst>
              <a:ext uri="{FF2B5EF4-FFF2-40B4-BE49-F238E27FC236}">
                <a16:creationId xmlns:a16="http://schemas.microsoft.com/office/drawing/2014/main" id="{525D2EA5-B0B5-C1DB-6461-C0E6A9949635}"/>
              </a:ext>
            </a:extLst>
          </p:cNvPr>
          <p:cNvSpPr/>
          <p:nvPr/>
        </p:nvSpPr>
        <p:spPr>
          <a:xfrm>
            <a:off x="548639" y="4427662"/>
            <a:ext cx="10911840"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AFDA8B26-0CB7-308B-64FB-CAD22F43E9B8}"/>
              </a:ext>
            </a:extLst>
          </p:cNvPr>
          <p:cNvSpPr/>
          <p:nvPr/>
        </p:nvSpPr>
        <p:spPr>
          <a:xfrm>
            <a:off x="566928" y="4487307"/>
            <a:ext cx="90779"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5C8C4191-D7DE-7786-921A-78C909F4825F}"/>
              </a:ext>
            </a:extLst>
          </p:cNvPr>
          <p:cNvSpPr/>
          <p:nvPr/>
        </p:nvSpPr>
        <p:spPr>
          <a:xfrm>
            <a:off x="786382" y="4391812"/>
            <a:ext cx="6522239" cy="548640"/>
          </a:xfrm>
          <a:prstGeom prst="rect">
            <a:avLst/>
          </a:prstGeom>
          <a:noFill/>
          <a:ln/>
        </p:spPr>
        <p:txBody>
          <a:bodyPr wrap="square" lIns="0" tIns="0" rIns="0" bIns="0" rtlCol="0" anchor="ctr"/>
          <a:lstStyle/>
          <a:p>
            <a:r>
              <a:rPr lang="en-US" sz="1400" b="1">
                <a:solidFill>
                  <a:srgbClr val="003C51"/>
                </a:solidFill>
              </a:rPr>
              <a:t>Campaign Execution &amp; Performance Tracking  </a:t>
            </a:r>
          </a:p>
          <a:p>
            <a:pPr marL="0" indent="0">
              <a:buNone/>
            </a:pPr>
            <a:r>
              <a:rPr lang="en-US" sz="1400" b="1">
                <a:solidFill>
                  <a:srgbClr val="003C51"/>
                </a:solidFill>
              </a:rPr>
              <a:t>  </a:t>
            </a:r>
            <a:endParaRPr lang="en-US" sz="1400"/>
          </a:p>
        </p:txBody>
      </p:sp>
      <p:sp>
        <p:nvSpPr>
          <p:cNvPr id="29" name="Text 8">
            <a:extLst>
              <a:ext uri="{FF2B5EF4-FFF2-40B4-BE49-F238E27FC236}">
                <a16:creationId xmlns:a16="http://schemas.microsoft.com/office/drawing/2014/main" id="{8BF02890-5CB2-DF12-6278-79EB458778FC}"/>
              </a:ext>
            </a:extLst>
          </p:cNvPr>
          <p:cNvSpPr/>
          <p:nvPr/>
        </p:nvSpPr>
        <p:spPr>
          <a:xfrm>
            <a:off x="786382" y="4640990"/>
            <a:ext cx="9734463" cy="1263637"/>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Activated content is utilized within marketing campaigns and measured for effectiveness.</a:t>
            </a:r>
          </a:p>
          <a:p>
            <a:pPr marL="171450" indent="-171450" fontAlgn="t">
              <a:lnSpc>
                <a:spcPts val="1500"/>
              </a:lnSpc>
              <a:buFont typeface="Arial" panose="020B0604020202020204" pitchFamily="34" charset="0"/>
              <a:buChar char="•"/>
            </a:pPr>
            <a:r>
              <a:rPr lang="en-US" sz="1000" b="1">
                <a:solidFill>
                  <a:srgbClr val="5A6A70"/>
                </a:solidFill>
              </a:rPr>
              <a:t>Content should be linked to campaign execution activities.</a:t>
            </a:r>
          </a:p>
          <a:p>
            <a:pPr marL="171450" indent="-171450" fontAlgn="t">
              <a:lnSpc>
                <a:spcPts val="1500"/>
              </a:lnSpc>
              <a:buFont typeface="Arial" panose="020B0604020202020204" pitchFamily="34" charset="0"/>
              <a:buChar char="•"/>
            </a:pPr>
            <a:r>
              <a:rPr lang="en-US" sz="1000" b="1">
                <a:solidFill>
                  <a:srgbClr val="5A6A70"/>
                </a:solidFill>
              </a:rPr>
              <a:t>Engagement and performance metrics should be captured.</a:t>
            </a:r>
          </a:p>
          <a:p>
            <a:pPr marL="171450" indent="-171450" fontAlgn="t">
              <a:lnSpc>
                <a:spcPts val="1500"/>
              </a:lnSpc>
              <a:buFont typeface="Arial" panose="020B0604020202020204" pitchFamily="34" charset="0"/>
              <a:buChar char="•"/>
            </a:pPr>
            <a:r>
              <a:rPr lang="en-US" sz="1000" b="1">
                <a:solidFill>
                  <a:srgbClr val="5A6A70"/>
                </a:solidFill>
              </a:rPr>
              <a:t>Reporting should provide visibility into content effectiveness.</a:t>
            </a:r>
          </a:p>
          <a:p>
            <a:pPr marL="171450" indent="-171450" fontAlgn="t">
              <a:lnSpc>
                <a:spcPts val="1500"/>
              </a:lnSpc>
              <a:buFont typeface="Arial" panose="020B0604020202020204" pitchFamily="34" charset="0"/>
              <a:buChar char="•"/>
            </a:pPr>
            <a:r>
              <a:rPr lang="en-US" sz="1000" b="1">
                <a:solidFill>
                  <a:srgbClr val="5A6A70"/>
                </a:solidFill>
              </a:rPr>
              <a:t>Insights should support future content and campaign planning.</a:t>
            </a:r>
          </a:p>
        </p:txBody>
      </p:sp>
    </p:spTree>
    <p:extLst>
      <p:ext uri="{BB962C8B-B14F-4D97-AF65-F5344CB8AC3E}">
        <p14:creationId xmlns:p14="http://schemas.microsoft.com/office/powerpoint/2010/main" val="380442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5CBA2-DDDB-DA78-2FF4-5575A4024C5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F0FD9FD-BA42-30AE-391A-7FFCBB3A150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24896" r="2560"/>
          <a:stretch>
            <a:fillRect/>
          </a:stretch>
        </p:blipFill>
        <p:spPr>
          <a:xfrm>
            <a:off x="0" y="0"/>
            <a:ext cx="7462683" cy="6858000"/>
          </a:xfrm>
          <a:prstGeom prst="rect">
            <a:avLst/>
          </a:prstGeom>
        </p:spPr>
      </p:pic>
      <p:sp>
        <p:nvSpPr>
          <p:cNvPr id="7" name="Rectangle 6">
            <a:extLst>
              <a:ext uri="{FF2B5EF4-FFF2-40B4-BE49-F238E27FC236}">
                <a16:creationId xmlns:a16="http://schemas.microsoft.com/office/drawing/2014/main" id="{31E63B82-70B3-66BE-882B-C132E662BE70}"/>
              </a:ext>
            </a:extLst>
          </p:cNvPr>
          <p:cNvSpPr/>
          <p:nvPr/>
        </p:nvSpPr>
        <p:spPr>
          <a:xfrm>
            <a:off x="5098093" y="1556360"/>
            <a:ext cx="7093907" cy="3620022"/>
          </a:xfrm>
          <a:prstGeom prst="rect">
            <a:avLst/>
          </a:prstGeom>
          <a:solidFill>
            <a:srgbClr val="003C5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9" name="TextBox 8">
            <a:extLst>
              <a:ext uri="{FF2B5EF4-FFF2-40B4-BE49-F238E27FC236}">
                <a16:creationId xmlns:a16="http://schemas.microsoft.com/office/drawing/2014/main" id="{802C9523-59C2-2C52-3A4D-0A133391D8F9}"/>
              </a:ext>
            </a:extLst>
          </p:cNvPr>
          <p:cNvSpPr txBox="1"/>
          <p:nvPr/>
        </p:nvSpPr>
        <p:spPr>
          <a:xfrm>
            <a:off x="6521886" y="2453537"/>
            <a:ext cx="4672207" cy="1625252"/>
          </a:xfrm>
          <a:prstGeom prst="rect">
            <a:avLst/>
          </a:prstGeom>
          <a:noFill/>
        </p:spPr>
        <p:txBody>
          <a:bodyPr wrap="square" lIns="0" tIns="0" rIns="0" bIns="0" rtlCol="0" anchor="ctr">
            <a:noAutofit/>
          </a:bodyPr>
          <a:lstStyle/>
          <a:p>
            <a:pPr>
              <a:spcBef>
                <a:spcPts val="1200"/>
              </a:spcBef>
              <a:buSzPct val="100000"/>
            </a:pPr>
            <a:r>
              <a:rPr lang="en-US" sz="4400" b="1">
                <a:solidFill>
                  <a:schemeClr val="bg1"/>
                </a:solidFill>
                <a:latin typeface="Aptos" panose="020B0004020202020204" pitchFamily="34" charset="0"/>
              </a:rPr>
              <a:t>Brand Reputation Campaign Management</a:t>
            </a:r>
            <a:endParaRPr lang="en-IN" sz="1600" b="1">
              <a:solidFill>
                <a:schemeClr val="bg1"/>
              </a:solidFill>
              <a:latin typeface="Aptos" panose="020B0004020202020204" pitchFamily="34" charset="0"/>
            </a:endParaRPr>
          </a:p>
        </p:txBody>
      </p:sp>
      <p:sp>
        <p:nvSpPr>
          <p:cNvPr id="3" name="Right Triangle 2">
            <a:extLst>
              <a:ext uri="{FF2B5EF4-FFF2-40B4-BE49-F238E27FC236}">
                <a16:creationId xmlns:a16="http://schemas.microsoft.com/office/drawing/2014/main" id="{D783B0AD-2884-4245-9902-DA9E0A1943C1}"/>
              </a:ext>
            </a:extLst>
          </p:cNvPr>
          <p:cNvSpPr/>
          <p:nvPr/>
        </p:nvSpPr>
        <p:spPr>
          <a:xfrm rot="10800000">
            <a:off x="4743184" y="3823571"/>
            <a:ext cx="354906" cy="369518"/>
          </a:xfrm>
          <a:prstGeom prst="rtTriangle">
            <a:avLst/>
          </a:prstGeom>
          <a:solidFill>
            <a:schemeClr val="accent1">
              <a:alpha val="68000"/>
            </a:scheme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4" name="Rectangle 3">
            <a:extLst>
              <a:ext uri="{FF2B5EF4-FFF2-40B4-BE49-F238E27FC236}">
                <a16:creationId xmlns:a16="http://schemas.microsoft.com/office/drawing/2014/main" id="{0E508811-5E6D-665F-3252-D8907CAB9820}"/>
              </a:ext>
            </a:extLst>
          </p:cNvPr>
          <p:cNvSpPr/>
          <p:nvPr/>
        </p:nvSpPr>
        <p:spPr>
          <a:xfrm>
            <a:off x="4743180" y="2708755"/>
            <a:ext cx="1352815" cy="1114816"/>
          </a:xfrm>
          <a:prstGeom prst="rect">
            <a:avLst/>
          </a:prstGeom>
          <a:solidFill>
            <a:srgbClr val="F2F7F8">
              <a:alpha val="85000"/>
            </a:srgb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8" name="TextBox 7">
            <a:extLst>
              <a:ext uri="{FF2B5EF4-FFF2-40B4-BE49-F238E27FC236}">
                <a16:creationId xmlns:a16="http://schemas.microsoft.com/office/drawing/2014/main" id="{92AB9BFE-9652-E1B1-AFA6-BA062D4485BE}"/>
              </a:ext>
            </a:extLst>
          </p:cNvPr>
          <p:cNvSpPr txBox="1"/>
          <p:nvPr/>
        </p:nvSpPr>
        <p:spPr>
          <a:xfrm>
            <a:off x="5073037" y="2802700"/>
            <a:ext cx="1014608" cy="926926"/>
          </a:xfrm>
          <a:prstGeom prst="rect">
            <a:avLst/>
          </a:prstGeom>
          <a:noFill/>
        </p:spPr>
        <p:txBody>
          <a:bodyPr wrap="square" lIns="0" tIns="0" rIns="0" bIns="0" rtlCol="0" anchor="ctr">
            <a:noAutofit/>
          </a:bodyPr>
          <a:lstStyle/>
          <a:p>
            <a:pPr marL="0" indent="0" algn="l">
              <a:lnSpc>
                <a:spcPct val="100000"/>
              </a:lnSpc>
              <a:spcBef>
                <a:spcPts val="1200"/>
              </a:spcBef>
              <a:buSzPct val="100000"/>
              <a:buFont typeface="Arial" panose="020B0604020202020204" pitchFamily="34" charset="0"/>
              <a:buNone/>
            </a:pPr>
            <a:r>
              <a:rPr lang="en-US" sz="3600" b="1">
                <a:solidFill>
                  <a:srgbClr val="231F20"/>
                </a:solidFill>
                <a:latin typeface="Aptos" panose="020B0004020202020204" pitchFamily="34" charset="0"/>
              </a:rPr>
              <a:t>04</a:t>
            </a:r>
            <a:endParaRPr lang="en-IN" sz="3600" b="1">
              <a:solidFill>
                <a:srgbClr val="231F20"/>
              </a:solidFill>
              <a:latin typeface="Aptos" panose="020B0004020202020204" pitchFamily="34" charset="0"/>
            </a:endParaRPr>
          </a:p>
        </p:txBody>
      </p:sp>
    </p:spTree>
    <p:extLst>
      <p:ext uri="{BB962C8B-B14F-4D97-AF65-F5344CB8AC3E}">
        <p14:creationId xmlns:p14="http://schemas.microsoft.com/office/powerpoint/2010/main" val="970430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5015E-DA58-40D4-DF6B-DDC1DF4D78DD}"/>
            </a:ext>
          </a:extLst>
        </p:cNvPr>
        <p:cNvGrpSpPr/>
        <p:nvPr/>
      </p:nvGrpSpPr>
      <p:grpSpPr>
        <a:xfrm>
          <a:off x="0" y="0"/>
          <a:ext cx="0" cy="0"/>
          <a:chOff x="0" y="0"/>
          <a:chExt cx="0" cy="0"/>
        </a:xfrm>
      </p:grpSpPr>
      <p:sp>
        <p:nvSpPr>
          <p:cNvPr id="17" name="Text 0">
            <a:extLst>
              <a:ext uri="{FF2B5EF4-FFF2-40B4-BE49-F238E27FC236}">
                <a16:creationId xmlns:a16="http://schemas.microsoft.com/office/drawing/2014/main" id="{D280A90D-1231-D2E8-F910-36C6E77C875F}"/>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Pre-read: Brand Reputation Campaign Management</a:t>
            </a:r>
          </a:p>
        </p:txBody>
      </p:sp>
      <p:sp>
        <p:nvSpPr>
          <p:cNvPr id="18" name="Shape 4">
            <a:extLst>
              <a:ext uri="{FF2B5EF4-FFF2-40B4-BE49-F238E27FC236}">
                <a16:creationId xmlns:a16="http://schemas.microsoft.com/office/drawing/2014/main" id="{0A8219A3-5348-3247-67E2-9D40368EE110}"/>
              </a:ext>
            </a:extLst>
          </p:cNvPr>
          <p:cNvSpPr/>
          <p:nvPr/>
        </p:nvSpPr>
        <p:spPr>
          <a:xfrm>
            <a:off x="548640" y="932689"/>
            <a:ext cx="10993119" cy="1629849"/>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150405D0-D1D4-4925-24DC-0F3416A5F9D6}"/>
              </a:ext>
            </a:extLst>
          </p:cNvPr>
          <p:cNvSpPr/>
          <p:nvPr/>
        </p:nvSpPr>
        <p:spPr>
          <a:xfrm>
            <a:off x="566929" y="932688"/>
            <a:ext cx="70258" cy="1623404"/>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C856748A-093D-1CD8-752A-B1929565D8E7}"/>
              </a:ext>
            </a:extLst>
          </p:cNvPr>
          <p:cNvSpPr/>
          <p:nvPr/>
        </p:nvSpPr>
        <p:spPr>
          <a:xfrm>
            <a:off x="786382" y="970436"/>
            <a:ext cx="6570821" cy="548640"/>
          </a:xfrm>
          <a:prstGeom prst="rect">
            <a:avLst/>
          </a:prstGeom>
          <a:noFill/>
          <a:ln/>
        </p:spPr>
        <p:txBody>
          <a:bodyPr wrap="square" lIns="0" tIns="0" rIns="0" bIns="0" rtlCol="0" anchor="ctr"/>
          <a:lstStyle/>
          <a:p>
            <a:pPr marL="0" indent="0">
              <a:buNone/>
            </a:pPr>
            <a:r>
              <a:rPr lang="en-US" sz="1400" b="1">
                <a:solidFill>
                  <a:srgbClr val="003C51"/>
                </a:solidFill>
              </a:rPr>
              <a:t>Read before the workshop</a:t>
            </a:r>
          </a:p>
          <a:p>
            <a:pPr marL="0" indent="0">
              <a:buNone/>
            </a:pPr>
            <a:r>
              <a:rPr lang="en-US" sz="1400" b="1">
                <a:solidFill>
                  <a:srgbClr val="003C51"/>
                </a:solidFill>
              </a:rPr>
              <a:t>  </a:t>
            </a:r>
            <a:endParaRPr lang="en-US" sz="1400"/>
          </a:p>
        </p:txBody>
      </p:sp>
      <p:sp>
        <p:nvSpPr>
          <p:cNvPr id="21" name="Text 8">
            <a:extLst>
              <a:ext uri="{FF2B5EF4-FFF2-40B4-BE49-F238E27FC236}">
                <a16:creationId xmlns:a16="http://schemas.microsoft.com/office/drawing/2014/main" id="{79806F6B-6880-BB0C-A776-79DE1697B6FB}"/>
              </a:ext>
            </a:extLst>
          </p:cNvPr>
          <p:cNvSpPr/>
          <p:nvPr/>
        </p:nvSpPr>
        <p:spPr>
          <a:xfrm>
            <a:off x="768092" y="1175106"/>
            <a:ext cx="10583045" cy="1351584"/>
          </a:xfrm>
          <a:prstGeom prst="rect">
            <a:avLst/>
          </a:prstGeom>
          <a:noFill/>
          <a:ln/>
        </p:spPr>
        <p:txBody>
          <a:bodyPr wrap="square" lIns="0" tIns="0" rIns="0" bIns="0" rtlCol="0" anchor="ctr"/>
          <a:lstStyle/>
          <a:p>
            <a:pPr fontAlgn="t">
              <a:lnSpc>
                <a:spcPts val="1500"/>
              </a:lnSpc>
              <a:buNone/>
            </a:pPr>
            <a:r>
              <a:rPr lang="en-US" sz="1000" b="1">
                <a:solidFill>
                  <a:srgbClr val="5A6A70"/>
                </a:solidFill>
              </a:rPr>
              <a:t>Microsoft Learn – Dynamics 365 Customer Insights Journeys</a:t>
            </a:r>
          </a:p>
          <a:p>
            <a:pPr fontAlgn="t">
              <a:lnSpc>
                <a:spcPts val="1500"/>
              </a:lnSpc>
              <a:buNone/>
            </a:pPr>
            <a:r>
              <a:rPr lang="en-US" sz="1000" b="1">
                <a:solidFill>
                  <a:srgbClr val="5A6A70"/>
                </a:solidFill>
                <a:hlinkClick r:id="rId2"/>
              </a:rPr>
              <a:t>https://learn.microsoft.com/en-us/training/modules/build-journeys-marketing/</a:t>
            </a:r>
            <a:endParaRPr lang="en-US" sz="1000" b="1">
              <a:solidFill>
                <a:srgbClr val="5A6A70"/>
              </a:solidFill>
            </a:endParaRPr>
          </a:p>
          <a:p>
            <a:pPr fontAlgn="t">
              <a:lnSpc>
                <a:spcPts val="1500"/>
              </a:lnSpc>
              <a:buNone/>
            </a:pPr>
            <a:r>
              <a:rPr lang="en-US" sz="1000" b="1">
                <a:solidFill>
                  <a:srgbClr val="5A6A70"/>
                </a:solidFill>
              </a:rPr>
              <a:t>Please review:</a:t>
            </a:r>
          </a:p>
          <a:p>
            <a:pPr marL="171450" indent="-171450" fontAlgn="t">
              <a:lnSpc>
                <a:spcPts val="1500"/>
              </a:lnSpc>
              <a:buFont typeface="Arial" panose="020B0604020202020204" pitchFamily="34" charset="0"/>
              <a:buChar char="•"/>
            </a:pPr>
            <a:r>
              <a:rPr lang="en-US" sz="1000" b="1">
                <a:solidFill>
                  <a:srgbClr val="5A6A70"/>
                </a:solidFill>
              </a:rPr>
              <a:t>Customer journeys and campaign execution</a:t>
            </a:r>
          </a:p>
          <a:p>
            <a:pPr marL="171450" indent="-171450" fontAlgn="t">
              <a:lnSpc>
                <a:spcPts val="1500"/>
              </a:lnSpc>
              <a:buFont typeface="Arial" panose="020B0604020202020204" pitchFamily="34" charset="0"/>
              <a:buChar char="•"/>
            </a:pPr>
            <a:r>
              <a:rPr lang="en-US" sz="1000" b="1">
                <a:solidFill>
                  <a:srgbClr val="5A6A70"/>
                </a:solidFill>
              </a:rPr>
              <a:t>Audience segmentation and targeting</a:t>
            </a:r>
          </a:p>
          <a:p>
            <a:pPr marL="171450" indent="-171450" fontAlgn="t">
              <a:lnSpc>
                <a:spcPts val="1500"/>
              </a:lnSpc>
              <a:buFont typeface="Arial" panose="020B0604020202020204" pitchFamily="34" charset="0"/>
              <a:buChar char="•"/>
            </a:pPr>
            <a:r>
              <a:rPr lang="en-US" sz="1000" b="1">
                <a:solidFill>
                  <a:srgbClr val="5A6A70"/>
                </a:solidFill>
              </a:rPr>
              <a:t>Marketing content management</a:t>
            </a:r>
          </a:p>
          <a:p>
            <a:pPr marL="171450" indent="-171450" fontAlgn="t">
              <a:lnSpc>
                <a:spcPts val="1500"/>
              </a:lnSpc>
              <a:buFont typeface="Arial" panose="020B0604020202020204" pitchFamily="34" charset="0"/>
              <a:buChar char="•"/>
            </a:pPr>
            <a:r>
              <a:rPr lang="en-US" sz="1000" b="1">
                <a:solidFill>
                  <a:srgbClr val="5A6A70"/>
                </a:solidFill>
              </a:rPr>
              <a:t>Campaign performance and engagement analytics</a:t>
            </a:r>
          </a:p>
        </p:txBody>
      </p:sp>
      <p:sp>
        <p:nvSpPr>
          <p:cNvPr id="22" name="Shape 4">
            <a:extLst>
              <a:ext uri="{FF2B5EF4-FFF2-40B4-BE49-F238E27FC236}">
                <a16:creationId xmlns:a16="http://schemas.microsoft.com/office/drawing/2014/main" id="{F084E74C-CFCF-2B4A-DF88-AA2B937A3ADC}"/>
              </a:ext>
            </a:extLst>
          </p:cNvPr>
          <p:cNvSpPr/>
          <p:nvPr/>
        </p:nvSpPr>
        <p:spPr>
          <a:xfrm>
            <a:off x="548640" y="2828750"/>
            <a:ext cx="10993119"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997B6E30-F3C3-55D2-E478-BA10957A1D1F}"/>
              </a:ext>
            </a:extLst>
          </p:cNvPr>
          <p:cNvSpPr/>
          <p:nvPr/>
        </p:nvSpPr>
        <p:spPr>
          <a:xfrm>
            <a:off x="548640" y="2828749"/>
            <a:ext cx="91455"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82D4445A-A000-9C62-B97C-78D3B9A2BB33}"/>
              </a:ext>
            </a:extLst>
          </p:cNvPr>
          <p:cNvSpPr/>
          <p:nvPr/>
        </p:nvSpPr>
        <p:spPr>
          <a:xfrm>
            <a:off x="768094" y="2799758"/>
            <a:ext cx="6570821"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Bring to the workshop</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5" name="Text 8">
            <a:extLst>
              <a:ext uri="{FF2B5EF4-FFF2-40B4-BE49-F238E27FC236}">
                <a16:creationId xmlns:a16="http://schemas.microsoft.com/office/drawing/2014/main" id="{9CE25CC9-4D98-88F7-405B-31C4722C39AA}"/>
              </a:ext>
            </a:extLst>
          </p:cNvPr>
          <p:cNvSpPr/>
          <p:nvPr/>
        </p:nvSpPr>
        <p:spPr>
          <a:xfrm>
            <a:off x="768094" y="3124161"/>
            <a:ext cx="9806972" cy="1036292"/>
          </a:xfrm>
          <a:prstGeom prst="rect">
            <a:avLst/>
          </a:prstGeom>
          <a:noFill/>
          <a:ln/>
        </p:spPr>
        <p:txBody>
          <a:bodyPr wrap="square" lIns="0" tIns="0" rIns="0" bIns="0" rtlCol="0" anchor="ctr"/>
          <a:lstStyle/>
          <a:p>
            <a:pPr fontAlgn="t">
              <a:lnSpc>
                <a:spcPts val="1500"/>
              </a:lnSpc>
              <a:buNone/>
            </a:pPr>
            <a:r>
              <a:rPr lang="en-US" sz="1000" b="1">
                <a:solidFill>
                  <a:srgbClr val="5A6A70"/>
                </a:solidFill>
              </a:rPr>
              <a:t>Please have the following ready:</a:t>
            </a:r>
          </a:p>
          <a:p>
            <a:pPr marL="171450" indent="-171450" fontAlgn="t">
              <a:lnSpc>
                <a:spcPts val="1500"/>
              </a:lnSpc>
              <a:buFont typeface="Arial" panose="020B0604020202020204" pitchFamily="34" charset="0"/>
              <a:buChar char="•"/>
            </a:pPr>
            <a:r>
              <a:rPr lang="en-US" sz="1000" b="1">
                <a:solidFill>
                  <a:srgbClr val="5A6A70"/>
                </a:solidFill>
              </a:rPr>
              <a:t>Current brand campaign plans and examples</a:t>
            </a:r>
          </a:p>
          <a:p>
            <a:pPr marL="171450" indent="-171450" fontAlgn="t">
              <a:lnSpc>
                <a:spcPts val="1500"/>
              </a:lnSpc>
              <a:buFont typeface="Arial" panose="020B0604020202020204" pitchFamily="34" charset="0"/>
              <a:buChar char="•"/>
            </a:pPr>
            <a:r>
              <a:rPr lang="en-US" sz="1000" b="1">
                <a:solidFill>
                  <a:srgbClr val="5A6A70"/>
                </a:solidFill>
              </a:rPr>
              <a:t>Brand content repositories (SharePoint/DAM)</a:t>
            </a:r>
          </a:p>
          <a:p>
            <a:pPr marL="171450" indent="-171450" fontAlgn="t">
              <a:lnSpc>
                <a:spcPts val="1500"/>
              </a:lnSpc>
              <a:buFont typeface="Arial" panose="020B0604020202020204" pitchFamily="34" charset="0"/>
              <a:buChar char="•"/>
            </a:pPr>
            <a:r>
              <a:rPr lang="en-US" sz="1000" b="1">
                <a:solidFill>
                  <a:srgbClr val="5A6A70"/>
                </a:solidFill>
              </a:rPr>
              <a:t>Existing content approval process</a:t>
            </a:r>
          </a:p>
          <a:p>
            <a:pPr marL="171450" indent="-171450" fontAlgn="t">
              <a:lnSpc>
                <a:spcPts val="1500"/>
              </a:lnSpc>
              <a:buFont typeface="Arial" panose="020B0604020202020204" pitchFamily="34" charset="0"/>
              <a:buChar char="•"/>
            </a:pPr>
            <a:r>
              <a:rPr lang="en-US" sz="1000" b="1">
                <a:solidFill>
                  <a:srgbClr val="5A6A70"/>
                </a:solidFill>
              </a:rPr>
              <a:t>Sample campaign performance reports and KPIs</a:t>
            </a:r>
          </a:p>
        </p:txBody>
      </p:sp>
      <p:sp>
        <p:nvSpPr>
          <p:cNvPr id="26" name="Shape 4">
            <a:extLst>
              <a:ext uri="{FF2B5EF4-FFF2-40B4-BE49-F238E27FC236}">
                <a16:creationId xmlns:a16="http://schemas.microsoft.com/office/drawing/2014/main" id="{F51CFAA1-C93B-ABFC-33DA-E844F53C60E3}"/>
              </a:ext>
            </a:extLst>
          </p:cNvPr>
          <p:cNvSpPr/>
          <p:nvPr/>
        </p:nvSpPr>
        <p:spPr>
          <a:xfrm>
            <a:off x="548639" y="4548130"/>
            <a:ext cx="10993119"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E2229B97-A4C1-0733-5007-F6262F72CE68}"/>
              </a:ext>
            </a:extLst>
          </p:cNvPr>
          <p:cNvSpPr/>
          <p:nvPr/>
        </p:nvSpPr>
        <p:spPr>
          <a:xfrm>
            <a:off x="566929" y="4607775"/>
            <a:ext cx="91455"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23059B29-8616-5093-CB2C-1E8858B12C47}"/>
              </a:ext>
            </a:extLst>
          </p:cNvPr>
          <p:cNvSpPr/>
          <p:nvPr/>
        </p:nvSpPr>
        <p:spPr>
          <a:xfrm>
            <a:off x="786383" y="4512280"/>
            <a:ext cx="6570821"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Come ready to decide</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9" name="Text 8">
            <a:extLst>
              <a:ext uri="{FF2B5EF4-FFF2-40B4-BE49-F238E27FC236}">
                <a16:creationId xmlns:a16="http://schemas.microsoft.com/office/drawing/2014/main" id="{ED59BC6B-63E1-F0BA-8BB3-3D37F4237B89}"/>
              </a:ext>
            </a:extLst>
          </p:cNvPr>
          <p:cNvSpPr/>
          <p:nvPr/>
        </p:nvSpPr>
        <p:spPr>
          <a:xfrm>
            <a:off x="786383" y="4761458"/>
            <a:ext cx="9806972" cy="1263637"/>
          </a:xfrm>
          <a:prstGeom prst="rect">
            <a:avLst/>
          </a:prstGeom>
          <a:noFill/>
          <a:ln/>
        </p:spPr>
        <p:txBody>
          <a:bodyPr wrap="square" lIns="0" tIns="0" rIns="0" bIns="0" rtlCol="0" anchor="ctr"/>
          <a:lstStyle/>
          <a:p>
            <a:pPr fontAlgn="t">
              <a:lnSpc>
                <a:spcPts val="1500"/>
              </a:lnSpc>
              <a:buNone/>
            </a:pPr>
            <a:r>
              <a:rPr lang="en-US" sz="1000" b="1">
                <a:solidFill>
                  <a:srgbClr val="5A6A70"/>
                </a:solidFill>
              </a:rPr>
              <a:t>Decisions we intend to close in this session:</a:t>
            </a:r>
          </a:p>
          <a:p>
            <a:pPr marL="171450" indent="-171450" fontAlgn="t">
              <a:lnSpc>
                <a:spcPts val="1500"/>
              </a:lnSpc>
              <a:buFont typeface="Arial" panose="020B0604020202020204" pitchFamily="34" charset="0"/>
              <a:buChar char="•"/>
            </a:pPr>
            <a:r>
              <a:rPr lang="en-US" sz="1000" b="1">
                <a:solidFill>
                  <a:srgbClr val="5A6A70"/>
                </a:solidFill>
              </a:rPr>
              <a:t>Approved content sources for campaign execution</a:t>
            </a:r>
          </a:p>
          <a:p>
            <a:pPr marL="171450" indent="-171450" fontAlgn="t">
              <a:lnSpc>
                <a:spcPts val="1500"/>
              </a:lnSpc>
              <a:buFont typeface="Arial" panose="020B0604020202020204" pitchFamily="34" charset="0"/>
              <a:buChar char="•"/>
            </a:pPr>
            <a:r>
              <a:rPr lang="en-US" sz="1000" b="1">
                <a:solidFill>
                  <a:srgbClr val="5A6A70"/>
                </a:solidFill>
              </a:rPr>
              <a:t>Campaign approval and governance approach</a:t>
            </a:r>
          </a:p>
          <a:p>
            <a:pPr marL="171450" indent="-171450" fontAlgn="t">
              <a:lnSpc>
                <a:spcPts val="1500"/>
              </a:lnSpc>
              <a:buFont typeface="Arial" panose="020B0604020202020204" pitchFamily="34" charset="0"/>
              <a:buChar char="•"/>
            </a:pPr>
            <a:r>
              <a:rPr lang="en-US" sz="1000" b="1">
                <a:solidFill>
                  <a:srgbClr val="5A6A70"/>
                </a:solidFill>
              </a:rPr>
              <a:t>Target audiences and segmentation requirements</a:t>
            </a:r>
          </a:p>
          <a:p>
            <a:pPr marL="171450" indent="-171450" fontAlgn="t">
              <a:lnSpc>
                <a:spcPts val="1500"/>
              </a:lnSpc>
              <a:buFont typeface="Arial" panose="020B0604020202020204" pitchFamily="34" charset="0"/>
              <a:buChar char="•"/>
            </a:pPr>
            <a:r>
              <a:rPr lang="en-US" sz="1000" b="1">
                <a:solidFill>
                  <a:srgbClr val="5A6A70"/>
                </a:solidFill>
              </a:rPr>
              <a:t>Brand campaign success measures and KPIs</a:t>
            </a:r>
          </a:p>
        </p:txBody>
      </p:sp>
    </p:spTree>
    <p:extLst>
      <p:ext uri="{BB962C8B-B14F-4D97-AF65-F5344CB8AC3E}">
        <p14:creationId xmlns:p14="http://schemas.microsoft.com/office/powerpoint/2010/main" val="304375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CEDFA-D5F4-3442-8BB6-BA737A1EC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AD57C-0014-A96E-25B1-59D4340C4531}"/>
              </a:ext>
            </a:extLst>
          </p:cNvPr>
          <p:cNvSpPr>
            <a:spLocks noGrp="1"/>
          </p:cNvSpPr>
          <p:nvPr>
            <p:ph type="title"/>
          </p:nvPr>
        </p:nvSpPr>
        <p:spPr>
          <a:xfrm>
            <a:off x="218793" y="266737"/>
            <a:ext cx="2471855" cy="1824822"/>
          </a:xfrm>
        </p:spPr>
        <p:txBody>
          <a:bodyPr/>
          <a:lstStyle/>
          <a:p>
            <a:r>
              <a:rPr lang="en-GB"/>
              <a:t>Process Flow 4 – </a:t>
            </a:r>
            <a:r>
              <a:rPr lang="en-US"/>
              <a:t>Brand Reputation Campaign Management</a:t>
            </a:r>
            <a:endParaRPr lang="en-GB"/>
          </a:p>
        </p:txBody>
      </p:sp>
      <p:sp>
        <p:nvSpPr>
          <p:cNvPr id="4" name="TextBox 3">
            <a:extLst>
              <a:ext uri="{FF2B5EF4-FFF2-40B4-BE49-F238E27FC236}">
                <a16:creationId xmlns:a16="http://schemas.microsoft.com/office/drawing/2014/main" id="{125AAD90-34F1-35C6-58DE-2C7CD912AABE}"/>
              </a:ext>
            </a:extLst>
          </p:cNvPr>
          <p:cNvSpPr txBox="1"/>
          <p:nvPr/>
        </p:nvSpPr>
        <p:spPr>
          <a:xfrm>
            <a:off x="88209" y="2691715"/>
            <a:ext cx="3186559" cy="2212126"/>
          </a:xfrm>
          <a:prstGeom prst="rect">
            <a:avLst/>
          </a:prstGeom>
          <a:noFill/>
        </p:spPr>
        <p:txBody>
          <a:bodyPr wrap="square" lIns="0" tIns="0" rIns="0" bIns="0" rtlCol="0">
            <a:noAutofit/>
          </a:bodyPr>
          <a:lstStyle/>
          <a:p>
            <a:pPr marL="0" indent="0" algn="l">
              <a:lnSpc>
                <a:spcPct val="100000"/>
              </a:lnSpc>
              <a:spcBef>
                <a:spcPts val="1200"/>
              </a:spcBef>
              <a:buSzPct val="100000"/>
              <a:buFont typeface="Arial" panose="020B0604020202020204" pitchFamily="34" charset="0"/>
              <a:buNone/>
            </a:pPr>
            <a:r>
              <a:rPr lang="en-GB"/>
              <a:t>Standard D365 Customer Insights out-of-the-box, no customisation assumed</a:t>
            </a:r>
            <a:endParaRPr lang="en-GB" sz="1800"/>
          </a:p>
        </p:txBody>
      </p:sp>
      <p:pic>
        <p:nvPicPr>
          <p:cNvPr id="3" name="Picture 2" descr="A screenshot of a computer&#10;&#10;AI-generated content may be incorrect.">
            <a:extLst>
              <a:ext uri="{FF2B5EF4-FFF2-40B4-BE49-F238E27FC236}">
                <a16:creationId xmlns:a16="http://schemas.microsoft.com/office/drawing/2014/main" id="{4CFC051B-94C6-9F90-5297-B3951F1E2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4768" y="0"/>
            <a:ext cx="9068835" cy="6858000"/>
          </a:xfrm>
          <a:prstGeom prst="rect">
            <a:avLst/>
          </a:prstGeom>
        </p:spPr>
      </p:pic>
    </p:spTree>
    <p:extLst>
      <p:ext uri="{BB962C8B-B14F-4D97-AF65-F5344CB8AC3E}">
        <p14:creationId xmlns:p14="http://schemas.microsoft.com/office/powerpoint/2010/main" val="600742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62286-094C-7CD7-AAC0-6AE7117E1F97}"/>
            </a:ext>
          </a:extLst>
        </p:cNvPr>
        <p:cNvGrpSpPr/>
        <p:nvPr/>
      </p:nvGrpSpPr>
      <p:grpSpPr>
        <a:xfrm>
          <a:off x="0" y="0"/>
          <a:ext cx="0" cy="0"/>
          <a:chOff x="0" y="0"/>
          <a:chExt cx="0" cy="0"/>
        </a:xfrm>
      </p:grpSpPr>
      <p:sp>
        <p:nvSpPr>
          <p:cNvPr id="17" name="Text 0">
            <a:extLst>
              <a:ext uri="{FF2B5EF4-FFF2-40B4-BE49-F238E27FC236}">
                <a16:creationId xmlns:a16="http://schemas.microsoft.com/office/drawing/2014/main" id="{595C2057-22F6-15F0-351C-86EC1B69D9B9}"/>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Process details: </a:t>
            </a:r>
            <a:r>
              <a:rPr lang="en-US" sz="2400" b="1">
                <a:latin typeface="Aptos" panose="020B0004020202020204" pitchFamily="34" charset="0"/>
              </a:rPr>
              <a:t>Brand Reputation Campaign Management</a:t>
            </a:r>
            <a:endParaRPr lang="en-US" sz="2400" b="1">
              <a:latin typeface="Aptos" panose="020B0004020202020204" pitchFamily="34" charset="0"/>
              <a:ea typeface="+mj-ea"/>
              <a:cs typeface="+mj-cs"/>
            </a:endParaRPr>
          </a:p>
        </p:txBody>
      </p:sp>
      <p:sp>
        <p:nvSpPr>
          <p:cNvPr id="18" name="Shape 4">
            <a:extLst>
              <a:ext uri="{FF2B5EF4-FFF2-40B4-BE49-F238E27FC236}">
                <a16:creationId xmlns:a16="http://schemas.microsoft.com/office/drawing/2014/main" id="{D7B32A57-B39E-280C-0DF1-6E9002841D9D}"/>
              </a:ext>
            </a:extLst>
          </p:cNvPr>
          <p:cNvSpPr/>
          <p:nvPr/>
        </p:nvSpPr>
        <p:spPr>
          <a:xfrm>
            <a:off x="548640" y="1018304"/>
            <a:ext cx="10962639" cy="1423766"/>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0E2CE17D-189B-5B3B-B2A7-5762EE335F7C}"/>
              </a:ext>
            </a:extLst>
          </p:cNvPr>
          <p:cNvSpPr/>
          <p:nvPr/>
        </p:nvSpPr>
        <p:spPr>
          <a:xfrm>
            <a:off x="548640" y="1018304"/>
            <a:ext cx="91201" cy="1417320"/>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5D85D42D-B888-BDB7-A424-878329BE7ADB}"/>
              </a:ext>
            </a:extLst>
          </p:cNvPr>
          <p:cNvSpPr/>
          <p:nvPr/>
        </p:nvSpPr>
        <p:spPr>
          <a:xfrm>
            <a:off x="768094" y="932688"/>
            <a:ext cx="6552603" cy="548640"/>
          </a:xfrm>
          <a:prstGeom prst="rect">
            <a:avLst/>
          </a:prstGeom>
          <a:noFill/>
          <a:ln/>
        </p:spPr>
        <p:txBody>
          <a:bodyPr wrap="square" lIns="0" tIns="0" rIns="0" bIns="0" rtlCol="0" anchor="ctr"/>
          <a:lstStyle/>
          <a:p>
            <a:r>
              <a:rPr lang="en-US" sz="1400" b="1">
                <a:solidFill>
                  <a:srgbClr val="003C51"/>
                </a:solidFill>
              </a:rPr>
              <a:t>Brand Content Management</a:t>
            </a:r>
            <a:endParaRPr lang="en-US" sz="1400"/>
          </a:p>
        </p:txBody>
      </p:sp>
      <p:sp>
        <p:nvSpPr>
          <p:cNvPr id="21" name="Text 8">
            <a:extLst>
              <a:ext uri="{FF2B5EF4-FFF2-40B4-BE49-F238E27FC236}">
                <a16:creationId xmlns:a16="http://schemas.microsoft.com/office/drawing/2014/main" id="{06A902DE-7450-84A2-E51D-4DA1A3601308}"/>
              </a:ext>
            </a:extLst>
          </p:cNvPr>
          <p:cNvSpPr/>
          <p:nvPr/>
        </p:nvSpPr>
        <p:spPr>
          <a:xfrm>
            <a:off x="768094" y="1313716"/>
            <a:ext cx="9779781" cy="1063513"/>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Brand content is created, maintained, and approved for use in marketing campaigns and communications.</a:t>
            </a:r>
          </a:p>
          <a:p>
            <a:pPr marL="171450" indent="-171450" fontAlgn="t">
              <a:lnSpc>
                <a:spcPts val="1500"/>
              </a:lnSpc>
              <a:buFont typeface="Arial" panose="020B0604020202020204" pitchFamily="34" charset="0"/>
              <a:buChar char="•"/>
            </a:pPr>
            <a:r>
              <a:rPr lang="en-US" sz="1000" b="1">
                <a:solidFill>
                  <a:srgbClr val="5A6A70"/>
                </a:solidFill>
              </a:rPr>
              <a:t>Campaign content may be stored in SharePoint or an external DAM repository.</a:t>
            </a:r>
          </a:p>
          <a:p>
            <a:pPr marL="171450" indent="-171450" fontAlgn="t">
              <a:lnSpc>
                <a:spcPts val="1500"/>
              </a:lnSpc>
              <a:buFont typeface="Arial" panose="020B0604020202020204" pitchFamily="34" charset="0"/>
              <a:buChar char="•"/>
            </a:pPr>
            <a:r>
              <a:rPr lang="en-US" sz="1000" b="1">
                <a:solidFill>
                  <a:srgbClr val="5A6A70"/>
                </a:solidFill>
              </a:rPr>
              <a:t>Marketing teams should use approved brand assets for campaign activities.</a:t>
            </a:r>
          </a:p>
          <a:p>
            <a:pPr marL="171450" indent="-171450" fontAlgn="t">
              <a:lnSpc>
                <a:spcPts val="1500"/>
              </a:lnSpc>
              <a:buFont typeface="Arial" panose="020B0604020202020204" pitchFamily="34" charset="0"/>
              <a:buChar char="•"/>
            </a:pPr>
            <a:r>
              <a:rPr lang="en-US" sz="1000" b="1">
                <a:solidFill>
                  <a:srgbClr val="5A6A70"/>
                </a:solidFill>
              </a:rPr>
              <a:t>Content should be available for journeys, events, and audience communications.</a:t>
            </a:r>
          </a:p>
          <a:p>
            <a:pPr marL="171450" indent="-171450" fontAlgn="t">
              <a:lnSpc>
                <a:spcPts val="1500"/>
              </a:lnSpc>
              <a:buFont typeface="Arial" panose="020B0604020202020204" pitchFamily="34" charset="0"/>
              <a:buChar char="•"/>
            </a:pPr>
            <a:r>
              <a:rPr lang="en-US" sz="1000" b="1">
                <a:solidFill>
                  <a:srgbClr val="5A6A70"/>
                </a:solidFill>
              </a:rPr>
              <a:t>Brand consistency should be maintained across campaigns.</a:t>
            </a:r>
          </a:p>
        </p:txBody>
      </p:sp>
      <p:sp>
        <p:nvSpPr>
          <p:cNvPr id="22" name="Shape 4">
            <a:extLst>
              <a:ext uri="{FF2B5EF4-FFF2-40B4-BE49-F238E27FC236}">
                <a16:creationId xmlns:a16="http://schemas.microsoft.com/office/drawing/2014/main" id="{CAC7A84A-BEB1-D103-6289-70EB7D976585}"/>
              </a:ext>
            </a:extLst>
          </p:cNvPr>
          <p:cNvSpPr/>
          <p:nvPr/>
        </p:nvSpPr>
        <p:spPr>
          <a:xfrm>
            <a:off x="548640" y="2708282"/>
            <a:ext cx="10962639"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F24D20A5-3729-E1A6-A326-926805A4B4B8}"/>
              </a:ext>
            </a:extLst>
          </p:cNvPr>
          <p:cNvSpPr/>
          <p:nvPr/>
        </p:nvSpPr>
        <p:spPr>
          <a:xfrm>
            <a:off x="548640" y="2708281"/>
            <a:ext cx="91201"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502A9BDB-C5FF-29BC-356D-6998FCCF812A}"/>
              </a:ext>
            </a:extLst>
          </p:cNvPr>
          <p:cNvSpPr/>
          <p:nvPr/>
        </p:nvSpPr>
        <p:spPr>
          <a:xfrm>
            <a:off x="768093" y="2584996"/>
            <a:ext cx="6552603" cy="548640"/>
          </a:xfrm>
          <a:prstGeom prst="rect">
            <a:avLst/>
          </a:prstGeom>
          <a:noFill/>
          <a:ln/>
        </p:spPr>
        <p:txBody>
          <a:bodyPr wrap="square" lIns="0" tIns="0" rIns="0" bIns="0" rtlCol="0" anchor="ctr"/>
          <a:lstStyle/>
          <a:p>
            <a:r>
              <a:rPr lang="en-US" sz="1400" b="1">
                <a:solidFill>
                  <a:srgbClr val="003C51"/>
                </a:solidFill>
              </a:rPr>
              <a:t>Campaign Review &amp; Activation  </a:t>
            </a:r>
            <a:endParaRPr lang="en-US" sz="1400"/>
          </a:p>
        </p:txBody>
      </p:sp>
      <p:sp>
        <p:nvSpPr>
          <p:cNvPr id="25" name="Text 8">
            <a:extLst>
              <a:ext uri="{FF2B5EF4-FFF2-40B4-BE49-F238E27FC236}">
                <a16:creationId xmlns:a16="http://schemas.microsoft.com/office/drawing/2014/main" id="{D15DD661-866A-5F2D-7941-D269879136FB}"/>
              </a:ext>
            </a:extLst>
          </p:cNvPr>
          <p:cNvSpPr/>
          <p:nvPr/>
        </p:nvSpPr>
        <p:spPr>
          <a:xfrm>
            <a:off x="768094" y="3003693"/>
            <a:ext cx="9779781" cy="1036292"/>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Brand campaigns are reviewed, approved, and activated before being delivered to target audiences.</a:t>
            </a:r>
          </a:p>
          <a:p>
            <a:pPr marL="171450" indent="-171450" fontAlgn="t">
              <a:lnSpc>
                <a:spcPts val="1500"/>
              </a:lnSpc>
              <a:buFont typeface="Arial" panose="020B0604020202020204" pitchFamily="34" charset="0"/>
              <a:buChar char="•"/>
            </a:pPr>
            <a:r>
              <a:rPr lang="en-US" sz="1000" b="1">
                <a:solidFill>
                  <a:srgbClr val="5A6A70"/>
                </a:solidFill>
              </a:rPr>
              <a:t>Campaign content should follow a defined approval process.</a:t>
            </a:r>
          </a:p>
          <a:p>
            <a:pPr marL="171450" indent="-171450" fontAlgn="t">
              <a:lnSpc>
                <a:spcPts val="1500"/>
              </a:lnSpc>
              <a:buFont typeface="Arial" panose="020B0604020202020204" pitchFamily="34" charset="0"/>
              <a:buChar char="•"/>
            </a:pPr>
            <a:r>
              <a:rPr lang="en-US" sz="1000" b="1">
                <a:solidFill>
                  <a:srgbClr val="5A6A70"/>
                </a:solidFill>
              </a:rPr>
              <a:t>Approved content should be available for campaign execution.</a:t>
            </a:r>
          </a:p>
          <a:p>
            <a:pPr marL="171450" indent="-171450" fontAlgn="t">
              <a:lnSpc>
                <a:spcPts val="1500"/>
              </a:lnSpc>
              <a:buFont typeface="Arial" panose="020B0604020202020204" pitchFamily="34" charset="0"/>
              <a:buChar char="•"/>
            </a:pPr>
            <a:r>
              <a:rPr lang="en-US" sz="1000" b="1">
                <a:solidFill>
                  <a:srgbClr val="5A6A70"/>
                </a:solidFill>
              </a:rPr>
              <a:t>Audience segmentation should support targeted communications.</a:t>
            </a:r>
          </a:p>
          <a:p>
            <a:pPr marL="171450" indent="-171450" fontAlgn="t">
              <a:lnSpc>
                <a:spcPts val="1500"/>
              </a:lnSpc>
              <a:buFont typeface="Arial" panose="020B0604020202020204" pitchFamily="34" charset="0"/>
              <a:buChar char="•"/>
            </a:pPr>
            <a:r>
              <a:rPr lang="en-US" sz="1000" b="1">
                <a:solidFill>
                  <a:srgbClr val="5A6A70"/>
                </a:solidFill>
              </a:rPr>
              <a:t>Campaigns should be activated through Customer Insights Journeys.</a:t>
            </a:r>
          </a:p>
        </p:txBody>
      </p:sp>
      <p:sp>
        <p:nvSpPr>
          <p:cNvPr id="26" name="Shape 4">
            <a:extLst>
              <a:ext uri="{FF2B5EF4-FFF2-40B4-BE49-F238E27FC236}">
                <a16:creationId xmlns:a16="http://schemas.microsoft.com/office/drawing/2014/main" id="{8A92140B-3296-CD07-4EE5-B5DE5C265001}"/>
              </a:ext>
            </a:extLst>
          </p:cNvPr>
          <p:cNvSpPr/>
          <p:nvPr/>
        </p:nvSpPr>
        <p:spPr>
          <a:xfrm>
            <a:off x="548639" y="4427662"/>
            <a:ext cx="10962639"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B80735D8-6F24-945A-910C-910B478B921F}"/>
              </a:ext>
            </a:extLst>
          </p:cNvPr>
          <p:cNvSpPr/>
          <p:nvPr/>
        </p:nvSpPr>
        <p:spPr>
          <a:xfrm>
            <a:off x="566929" y="4487307"/>
            <a:ext cx="91201"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8ADCEEC0-66C8-4A2F-C3B6-A50C37770732}"/>
              </a:ext>
            </a:extLst>
          </p:cNvPr>
          <p:cNvSpPr/>
          <p:nvPr/>
        </p:nvSpPr>
        <p:spPr>
          <a:xfrm>
            <a:off x="786382" y="4343738"/>
            <a:ext cx="6552603" cy="548640"/>
          </a:xfrm>
          <a:prstGeom prst="rect">
            <a:avLst/>
          </a:prstGeom>
          <a:noFill/>
          <a:ln/>
        </p:spPr>
        <p:txBody>
          <a:bodyPr wrap="square" lIns="0" tIns="0" rIns="0" bIns="0" rtlCol="0" anchor="ctr"/>
          <a:lstStyle/>
          <a:p>
            <a:r>
              <a:rPr lang="en-US" sz="1400" b="1">
                <a:solidFill>
                  <a:srgbClr val="003C51"/>
                </a:solidFill>
              </a:rPr>
              <a:t>Campaign Performance Monitoring  </a:t>
            </a:r>
            <a:endParaRPr lang="en-US" sz="1400"/>
          </a:p>
        </p:txBody>
      </p:sp>
      <p:sp>
        <p:nvSpPr>
          <p:cNvPr id="29" name="Text 8">
            <a:extLst>
              <a:ext uri="{FF2B5EF4-FFF2-40B4-BE49-F238E27FC236}">
                <a16:creationId xmlns:a16="http://schemas.microsoft.com/office/drawing/2014/main" id="{71E6F953-61D7-ADBD-C7D1-E5F42242A55D}"/>
              </a:ext>
            </a:extLst>
          </p:cNvPr>
          <p:cNvSpPr/>
          <p:nvPr/>
        </p:nvSpPr>
        <p:spPr>
          <a:xfrm>
            <a:off x="786383" y="4640990"/>
            <a:ext cx="9779781" cy="1263637"/>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Brand campaign performance is measured to evaluate engagement and effectiveness.</a:t>
            </a:r>
          </a:p>
          <a:p>
            <a:pPr marL="171450" indent="-171450" fontAlgn="t">
              <a:lnSpc>
                <a:spcPts val="1500"/>
              </a:lnSpc>
              <a:buFont typeface="Arial" panose="020B0604020202020204" pitchFamily="34" charset="0"/>
              <a:buChar char="•"/>
            </a:pPr>
            <a:r>
              <a:rPr lang="en-US" sz="1000" b="1">
                <a:solidFill>
                  <a:srgbClr val="5A6A70"/>
                </a:solidFill>
              </a:rPr>
              <a:t>Campaign engagement metrics should be tracked and reported.</a:t>
            </a:r>
          </a:p>
          <a:p>
            <a:pPr marL="171450" indent="-171450" fontAlgn="t">
              <a:lnSpc>
                <a:spcPts val="1500"/>
              </a:lnSpc>
              <a:buFont typeface="Arial" panose="020B0604020202020204" pitchFamily="34" charset="0"/>
              <a:buChar char="•"/>
            </a:pPr>
            <a:r>
              <a:rPr lang="en-US" sz="1000" b="1">
                <a:solidFill>
                  <a:srgbClr val="5A6A70"/>
                </a:solidFill>
              </a:rPr>
              <a:t>Performance dashboards should provide visibility into campaign outcomes.</a:t>
            </a:r>
          </a:p>
          <a:p>
            <a:pPr marL="171450" indent="-171450" fontAlgn="t">
              <a:lnSpc>
                <a:spcPts val="1500"/>
              </a:lnSpc>
              <a:buFont typeface="Arial" panose="020B0604020202020204" pitchFamily="34" charset="0"/>
              <a:buChar char="•"/>
            </a:pPr>
            <a:r>
              <a:rPr lang="en-US" sz="1000" b="1">
                <a:solidFill>
                  <a:srgbClr val="5A6A70"/>
                </a:solidFill>
              </a:rPr>
              <a:t>Marketing teams should be able to measure campaign effectiveness.</a:t>
            </a:r>
          </a:p>
          <a:p>
            <a:pPr marL="171450" indent="-171450" fontAlgn="t">
              <a:lnSpc>
                <a:spcPts val="1500"/>
              </a:lnSpc>
              <a:buFont typeface="Arial" panose="020B0604020202020204" pitchFamily="34" charset="0"/>
              <a:buChar char="•"/>
            </a:pPr>
            <a:r>
              <a:rPr lang="en-US" sz="1000" b="1">
                <a:solidFill>
                  <a:srgbClr val="5A6A70"/>
                </a:solidFill>
              </a:rPr>
              <a:t>Insights should support future campaign improvements.</a:t>
            </a:r>
          </a:p>
        </p:txBody>
      </p:sp>
    </p:spTree>
    <p:extLst>
      <p:ext uri="{BB962C8B-B14F-4D97-AF65-F5344CB8AC3E}">
        <p14:creationId xmlns:p14="http://schemas.microsoft.com/office/powerpoint/2010/main" val="2611548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7F2F0-2BCC-37D7-531B-0D0C0829467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87EC394-B6C6-AC1B-EB0D-E777D08E73B4}"/>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24896" r="2560"/>
          <a:stretch>
            <a:fillRect/>
          </a:stretch>
        </p:blipFill>
        <p:spPr>
          <a:xfrm>
            <a:off x="0" y="0"/>
            <a:ext cx="7462683" cy="6858000"/>
          </a:xfrm>
          <a:prstGeom prst="rect">
            <a:avLst/>
          </a:prstGeom>
        </p:spPr>
      </p:pic>
      <p:sp>
        <p:nvSpPr>
          <p:cNvPr id="7" name="Rectangle 6">
            <a:extLst>
              <a:ext uri="{FF2B5EF4-FFF2-40B4-BE49-F238E27FC236}">
                <a16:creationId xmlns:a16="http://schemas.microsoft.com/office/drawing/2014/main" id="{590153E8-3BA8-19F0-8599-1504988652D1}"/>
              </a:ext>
            </a:extLst>
          </p:cNvPr>
          <p:cNvSpPr/>
          <p:nvPr/>
        </p:nvSpPr>
        <p:spPr>
          <a:xfrm>
            <a:off x="5098093" y="1556360"/>
            <a:ext cx="7093907" cy="3620022"/>
          </a:xfrm>
          <a:prstGeom prst="rect">
            <a:avLst/>
          </a:prstGeom>
          <a:solidFill>
            <a:srgbClr val="003C5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9" name="TextBox 8">
            <a:extLst>
              <a:ext uri="{FF2B5EF4-FFF2-40B4-BE49-F238E27FC236}">
                <a16:creationId xmlns:a16="http://schemas.microsoft.com/office/drawing/2014/main" id="{27BF9A52-CD21-FE52-9895-E599EA62B14F}"/>
              </a:ext>
            </a:extLst>
          </p:cNvPr>
          <p:cNvSpPr txBox="1"/>
          <p:nvPr/>
        </p:nvSpPr>
        <p:spPr>
          <a:xfrm>
            <a:off x="6521886" y="2453537"/>
            <a:ext cx="5529906" cy="1625252"/>
          </a:xfrm>
          <a:prstGeom prst="rect">
            <a:avLst/>
          </a:prstGeom>
          <a:noFill/>
        </p:spPr>
        <p:txBody>
          <a:bodyPr wrap="square" lIns="0" tIns="0" rIns="0" bIns="0" rtlCol="0" anchor="ctr">
            <a:noAutofit/>
          </a:bodyPr>
          <a:lstStyle/>
          <a:p>
            <a:pPr>
              <a:spcBef>
                <a:spcPts val="1200"/>
              </a:spcBef>
              <a:buSzPct val="100000"/>
            </a:pPr>
            <a:r>
              <a:rPr lang="en-US" sz="4400" b="1">
                <a:solidFill>
                  <a:schemeClr val="bg1"/>
                </a:solidFill>
                <a:latin typeface="Aptos" panose="020B0004020202020204" pitchFamily="34" charset="0"/>
              </a:rPr>
              <a:t>Marketing Asset Governance &amp; Campaign Readiness</a:t>
            </a:r>
            <a:endParaRPr lang="en-IN" sz="1600" b="1">
              <a:solidFill>
                <a:schemeClr val="bg1"/>
              </a:solidFill>
              <a:latin typeface="Aptos" panose="020B0004020202020204" pitchFamily="34" charset="0"/>
            </a:endParaRPr>
          </a:p>
        </p:txBody>
      </p:sp>
      <p:sp>
        <p:nvSpPr>
          <p:cNvPr id="3" name="Right Triangle 2">
            <a:extLst>
              <a:ext uri="{FF2B5EF4-FFF2-40B4-BE49-F238E27FC236}">
                <a16:creationId xmlns:a16="http://schemas.microsoft.com/office/drawing/2014/main" id="{4933B479-42FB-7DE5-A897-98D8FD822339}"/>
              </a:ext>
            </a:extLst>
          </p:cNvPr>
          <p:cNvSpPr/>
          <p:nvPr/>
        </p:nvSpPr>
        <p:spPr>
          <a:xfrm rot="10800000">
            <a:off x="4743184" y="3823571"/>
            <a:ext cx="354906" cy="369518"/>
          </a:xfrm>
          <a:prstGeom prst="rtTriangle">
            <a:avLst/>
          </a:prstGeom>
          <a:solidFill>
            <a:schemeClr val="accent1">
              <a:alpha val="68000"/>
            </a:scheme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4" name="Rectangle 3">
            <a:extLst>
              <a:ext uri="{FF2B5EF4-FFF2-40B4-BE49-F238E27FC236}">
                <a16:creationId xmlns:a16="http://schemas.microsoft.com/office/drawing/2014/main" id="{32F14DE5-E80E-8D5F-71EF-3FC1EFC7B5E4}"/>
              </a:ext>
            </a:extLst>
          </p:cNvPr>
          <p:cNvSpPr/>
          <p:nvPr/>
        </p:nvSpPr>
        <p:spPr>
          <a:xfrm>
            <a:off x="4743180" y="2708755"/>
            <a:ext cx="1352815" cy="1114816"/>
          </a:xfrm>
          <a:prstGeom prst="rect">
            <a:avLst/>
          </a:prstGeom>
          <a:solidFill>
            <a:srgbClr val="F2F7F8">
              <a:alpha val="85000"/>
            </a:srgb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8" name="TextBox 7">
            <a:extLst>
              <a:ext uri="{FF2B5EF4-FFF2-40B4-BE49-F238E27FC236}">
                <a16:creationId xmlns:a16="http://schemas.microsoft.com/office/drawing/2014/main" id="{64C61BF6-DC67-9A7B-5963-849AFB742FC2}"/>
              </a:ext>
            </a:extLst>
          </p:cNvPr>
          <p:cNvSpPr txBox="1"/>
          <p:nvPr/>
        </p:nvSpPr>
        <p:spPr>
          <a:xfrm>
            <a:off x="5073037" y="2802700"/>
            <a:ext cx="1014608" cy="926926"/>
          </a:xfrm>
          <a:prstGeom prst="rect">
            <a:avLst/>
          </a:prstGeom>
          <a:noFill/>
        </p:spPr>
        <p:txBody>
          <a:bodyPr wrap="square" lIns="0" tIns="0" rIns="0" bIns="0" rtlCol="0" anchor="ctr">
            <a:noAutofit/>
          </a:bodyPr>
          <a:lstStyle/>
          <a:p>
            <a:pPr marL="0" indent="0" algn="l">
              <a:lnSpc>
                <a:spcPct val="100000"/>
              </a:lnSpc>
              <a:spcBef>
                <a:spcPts val="1200"/>
              </a:spcBef>
              <a:buSzPct val="100000"/>
              <a:buFont typeface="Arial" panose="020B0604020202020204" pitchFamily="34" charset="0"/>
              <a:buNone/>
            </a:pPr>
            <a:r>
              <a:rPr lang="en-US" sz="3600" b="1">
                <a:solidFill>
                  <a:srgbClr val="231F20"/>
                </a:solidFill>
                <a:latin typeface="Aptos" panose="020B0004020202020204" pitchFamily="34" charset="0"/>
              </a:rPr>
              <a:t>05</a:t>
            </a:r>
            <a:endParaRPr lang="en-IN" sz="3600" b="1">
              <a:solidFill>
                <a:srgbClr val="231F20"/>
              </a:solidFill>
              <a:latin typeface="Aptos" panose="020B0004020202020204" pitchFamily="34" charset="0"/>
            </a:endParaRPr>
          </a:p>
        </p:txBody>
      </p:sp>
    </p:spTree>
    <p:extLst>
      <p:ext uri="{BB962C8B-B14F-4D97-AF65-F5344CB8AC3E}">
        <p14:creationId xmlns:p14="http://schemas.microsoft.com/office/powerpoint/2010/main" val="899081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5142-2039-44D2-8657-51EDAF8E467D}"/>
            </a:ext>
          </a:extLst>
        </p:cNvPr>
        <p:cNvGrpSpPr/>
        <p:nvPr/>
      </p:nvGrpSpPr>
      <p:grpSpPr>
        <a:xfrm>
          <a:off x="0" y="0"/>
          <a:ext cx="0" cy="0"/>
          <a:chOff x="0" y="0"/>
          <a:chExt cx="0" cy="0"/>
        </a:xfrm>
      </p:grpSpPr>
      <p:sp>
        <p:nvSpPr>
          <p:cNvPr id="17" name="Text 0">
            <a:extLst>
              <a:ext uri="{FF2B5EF4-FFF2-40B4-BE49-F238E27FC236}">
                <a16:creationId xmlns:a16="http://schemas.microsoft.com/office/drawing/2014/main" id="{E69BC9A7-8B35-32AD-8F51-12E0858B4468}"/>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Pre-read: Marketing Asset Governance &amp; Campaign Readiness</a:t>
            </a:r>
          </a:p>
        </p:txBody>
      </p:sp>
      <p:sp>
        <p:nvSpPr>
          <p:cNvPr id="18" name="Shape 4">
            <a:extLst>
              <a:ext uri="{FF2B5EF4-FFF2-40B4-BE49-F238E27FC236}">
                <a16:creationId xmlns:a16="http://schemas.microsoft.com/office/drawing/2014/main" id="{9C1A2FFC-FF92-B144-3A08-1513D62F0A72}"/>
              </a:ext>
            </a:extLst>
          </p:cNvPr>
          <p:cNvSpPr/>
          <p:nvPr/>
        </p:nvSpPr>
        <p:spPr>
          <a:xfrm>
            <a:off x="548640" y="932688"/>
            <a:ext cx="10972799" cy="1629849"/>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C8552FC7-D146-09F8-7A5E-62B908ECE417}"/>
              </a:ext>
            </a:extLst>
          </p:cNvPr>
          <p:cNvSpPr/>
          <p:nvPr/>
        </p:nvSpPr>
        <p:spPr>
          <a:xfrm>
            <a:off x="566929" y="932687"/>
            <a:ext cx="70128" cy="1623404"/>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5E63D446-EF21-17B8-B4FB-23B92A294187}"/>
              </a:ext>
            </a:extLst>
          </p:cNvPr>
          <p:cNvSpPr/>
          <p:nvPr/>
        </p:nvSpPr>
        <p:spPr>
          <a:xfrm>
            <a:off x="786383" y="970435"/>
            <a:ext cx="6558676" cy="548640"/>
          </a:xfrm>
          <a:prstGeom prst="rect">
            <a:avLst/>
          </a:prstGeom>
          <a:noFill/>
          <a:ln/>
        </p:spPr>
        <p:txBody>
          <a:bodyPr wrap="square" lIns="0" tIns="0" rIns="0" bIns="0" rtlCol="0" anchor="ctr"/>
          <a:lstStyle/>
          <a:p>
            <a:pPr marL="0" indent="0">
              <a:buNone/>
            </a:pPr>
            <a:r>
              <a:rPr lang="en-US" sz="1400" b="1">
                <a:solidFill>
                  <a:srgbClr val="003C51"/>
                </a:solidFill>
              </a:rPr>
              <a:t>Read before the workshop</a:t>
            </a:r>
          </a:p>
          <a:p>
            <a:pPr marL="0" indent="0">
              <a:buNone/>
            </a:pPr>
            <a:r>
              <a:rPr lang="en-US" sz="1400" b="1">
                <a:solidFill>
                  <a:srgbClr val="003C51"/>
                </a:solidFill>
              </a:rPr>
              <a:t>  </a:t>
            </a:r>
            <a:endParaRPr lang="en-US" sz="1400"/>
          </a:p>
        </p:txBody>
      </p:sp>
      <p:sp>
        <p:nvSpPr>
          <p:cNvPr id="21" name="Text 8">
            <a:extLst>
              <a:ext uri="{FF2B5EF4-FFF2-40B4-BE49-F238E27FC236}">
                <a16:creationId xmlns:a16="http://schemas.microsoft.com/office/drawing/2014/main" id="{7E032839-085E-E262-6A98-FFDF70CED74E}"/>
              </a:ext>
            </a:extLst>
          </p:cNvPr>
          <p:cNvSpPr/>
          <p:nvPr/>
        </p:nvSpPr>
        <p:spPr>
          <a:xfrm>
            <a:off x="768092" y="1175105"/>
            <a:ext cx="10563483" cy="1351584"/>
          </a:xfrm>
          <a:prstGeom prst="rect">
            <a:avLst/>
          </a:prstGeom>
          <a:noFill/>
          <a:ln/>
        </p:spPr>
        <p:txBody>
          <a:bodyPr wrap="square" lIns="0" tIns="0" rIns="0" bIns="0" rtlCol="0" anchor="ctr"/>
          <a:lstStyle/>
          <a:p>
            <a:pPr fontAlgn="t">
              <a:lnSpc>
                <a:spcPts val="1500"/>
              </a:lnSpc>
              <a:buNone/>
            </a:pPr>
            <a:r>
              <a:rPr lang="en-US" sz="1000" b="1">
                <a:solidFill>
                  <a:srgbClr val="5A6A70"/>
                </a:solidFill>
              </a:rPr>
              <a:t>Microsoft Learn – Dynamics 365 Customer Insights Journeys</a:t>
            </a:r>
          </a:p>
          <a:p>
            <a:pPr fontAlgn="t">
              <a:lnSpc>
                <a:spcPts val="1500"/>
              </a:lnSpc>
              <a:buNone/>
            </a:pPr>
            <a:r>
              <a:rPr lang="en-US" sz="1000" b="1">
                <a:solidFill>
                  <a:srgbClr val="5A6A70"/>
                </a:solidFill>
              </a:rPr>
              <a:t>https://learn.microsoft.com/en-us/training/modules/build-journeys-marketing/</a:t>
            </a:r>
          </a:p>
          <a:p>
            <a:pPr fontAlgn="t">
              <a:lnSpc>
                <a:spcPts val="1500"/>
              </a:lnSpc>
              <a:buNone/>
            </a:pPr>
            <a:r>
              <a:rPr lang="en-US" sz="1000" b="1">
                <a:solidFill>
                  <a:srgbClr val="5A6A70"/>
                </a:solidFill>
              </a:rPr>
              <a:t>Please review:</a:t>
            </a:r>
          </a:p>
          <a:p>
            <a:pPr marL="171450" indent="-171450" fontAlgn="t">
              <a:lnSpc>
                <a:spcPts val="1500"/>
              </a:lnSpc>
              <a:buFont typeface="Arial" panose="020B0604020202020204" pitchFamily="34" charset="0"/>
              <a:buChar char="•"/>
            </a:pPr>
            <a:r>
              <a:rPr lang="en-US" sz="1000" b="1">
                <a:solidFill>
                  <a:srgbClr val="5A6A70"/>
                </a:solidFill>
              </a:rPr>
              <a:t>Marketing asset management and content usage</a:t>
            </a:r>
          </a:p>
          <a:p>
            <a:pPr marL="171450" indent="-171450" fontAlgn="t">
              <a:lnSpc>
                <a:spcPts val="1500"/>
              </a:lnSpc>
              <a:buFont typeface="Arial" panose="020B0604020202020204" pitchFamily="34" charset="0"/>
              <a:buChar char="•"/>
            </a:pPr>
            <a:r>
              <a:rPr lang="en-US" sz="1000" b="1">
                <a:solidFill>
                  <a:srgbClr val="5A6A70"/>
                </a:solidFill>
              </a:rPr>
              <a:t>Customer journey and campaign activation</a:t>
            </a:r>
          </a:p>
          <a:p>
            <a:pPr marL="171450" indent="-171450" fontAlgn="t">
              <a:lnSpc>
                <a:spcPts val="1500"/>
              </a:lnSpc>
              <a:buFont typeface="Arial" panose="020B0604020202020204" pitchFamily="34" charset="0"/>
              <a:buChar char="•"/>
            </a:pPr>
            <a:r>
              <a:rPr lang="en-US" sz="1000" b="1">
                <a:solidFill>
                  <a:srgbClr val="5A6A70"/>
                </a:solidFill>
              </a:rPr>
              <a:t>Approval and publishing processes</a:t>
            </a:r>
          </a:p>
          <a:p>
            <a:pPr marL="171450" indent="-171450" fontAlgn="t">
              <a:lnSpc>
                <a:spcPts val="1500"/>
              </a:lnSpc>
              <a:buFont typeface="Arial" panose="020B0604020202020204" pitchFamily="34" charset="0"/>
              <a:buChar char="•"/>
            </a:pPr>
            <a:r>
              <a:rPr lang="en-US" sz="1000" b="1">
                <a:solidFill>
                  <a:srgbClr val="5A6A70"/>
                </a:solidFill>
              </a:rPr>
              <a:t>Campaign performance and engagement analytics</a:t>
            </a:r>
          </a:p>
        </p:txBody>
      </p:sp>
      <p:sp>
        <p:nvSpPr>
          <p:cNvPr id="22" name="Shape 4">
            <a:extLst>
              <a:ext uri="{FF2B5EF4-FFF2-40B4-BE49-F238E27FC236}">
                <a16:creationId xmlns:a16="http://schemas.microsoft.com/office/drawing/2014/main" id="{FCD6152E-5D02-BCA7-D146-032B82064F9C}"/>
              </a:ext>
            </a:extLst>
          </p:cNvPr>
          <p:cNvSpPr/>
          <p:nvPr/>
        </p:nvSpPr>
        <p:spPr>
          <a:xfrm>
            <a:off x="548640" y="2828749"/>
            <a:ext cx="10972799"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9B3066D6-1080-B3CB-2754-7CAFB0F91D85}"/>
              </a:ext>
            </a:extLst>
          </p:cNvPr>
          <p:cNvSpPr/>
          <p:nvPr/>
        </p:nvSpPr>
        <p:spPr>
          <a:xfrm>
            <a:off x="548640" y="2828748"/>
            <a:ext cx="91286"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0E88D35F-074D-74B2-F007-BAA6356F90A0}"/>
              </a:ext>
            </a:extLst>
          </p:cNvPr>
          <p:cNvSpPr/>
          <p:nvPr/>
        </p:nvSpPr>
        <p:spPr>
          <a:xfrm>
            <a:off x="768095" y="2799757"/>
            <a:ext cx="6558676"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Bring to the workshop</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5" name="Text 8">
            <a:extLst>
              <a:ext uri="{FF2B5EF4-FFF2-40B4-BE49-F238E27FC236}">
                <a16:creationId xmlns:a16="http://schemas.microsoft.com/office/drawing/2014/main" id="{DBBDFE70-0440-ACC2-869D-2ADCFF67127A}"/>
              </a:ext>
            </a:extLst>
          </p:cNvPr>
          <p:cNvSpPr/>
          <p:nvPr/>
        </p:nvSpPr>
        <p:spPr>
          <a:xfrm>
            <a:off x="768094" y="3124160"/>
            <a:ext cx="9788845" cy="1036292"/>
          </a:xfrm>
          <a:prstGeom prst="rect">
            <a:avLst/>
          </a:prstGeom>
          <a:noFill/>
          <a:ln/>
        </p:spPr>
        <p:txBody>
          <a:bodyPr wrap="square" lIns="0" tIns="0" rIns="0" bIns="0" rtlCol="0" anchor="ctr"/>
          <a:lstStyle/>
          <a:p>
            <a:pPr fontAlgn="t">
              <a:lnSpc>
                <a:spcPts val="1500"/>
              </a:lnSpc>
              <a:buNone/>
            </a:pPr>
            <a:r>
              <a:rPr lang="en-US" sz="1000" b="1">
                <a:solidFill>
                  <a:srgbClr val="5A6A70"/>
                </a:solidFill>
              </a:rPr>
              <a:t>Please have the following ready:</a:t>
            </a:r>
          </a:p>
          <a:p>
            <a:pPr marL="171450" indent="-171450" fontAlgn="t">
              <a:lnSpc>
                <a:spcPts val="1500"/>
              </a:lnSpc>
              <a:buFont typeface="Arial" panose="020B0604020202020204" pitchFamily="34" charset="0"/>
              <a:buChar char="•"/>
            </a:pPr>
            <a:r>
              <a:rPr lang="en-US" sz="1000" b="1">
                <a:solidFill>
                  <a:srgbClr val="5A6A70"/>
                </a:solidFill>
              </a:rPr>
              <a:t>Current marketing asset repositories (SharePoint, DAM, etc.)</a:t>
            </a:r>
          </a:p>
          <a:p>
            <a:pPr marL="171450" indent="-171450" fontAlgn="t">
              <a:lnSpc>
                <a:spcPts val="1500"/>
              </a:lnSpc>
              <a:buFont typeface="Arial" panose="020B0604020202020204" pitchFamily="34" charset="0"/>
              <a:buChar char="•"/>
            </a:pPr>
            <a:r>
              <a:rPr lang="en-US" sz="1000" b="1">
                <a:solidFill>
                  <a:srgbClr val="5A6A70"/>
                </a:solidFill>
              </a:rPr>
              <a:t>Campaign readiness checklists and approval documents</a:t>
            </a:r>
          </a:p>
          <a:p>
            <a:pPr marL="171450" indent="-171450" fontAlgn="t">
              <a:lnSpc>
                <a:spcPts val="1500"/>
              </a:lnSpc>
              <a:buFont typeface="Arial" panose="020B0604020202020204" pitchFamily="34" charset="0"/>
              <a:buChar char="•"/>
            </a:pPr>
            <a:r>
              <a:rPr lang="en-US" sz="1000" b="1">
                <a:solidFill>
                  <a:srgbClr val="5A6A70"/>
                </a:solidFill>
              </a:rPr>
              <a:t>Sample marketing assets (emails, banners, templates, content)</a:t>
            </a:r>
          </a:p>
          <a:p>
            <a:pPr marL="171450" indent="-171450" fontAlgn="t">
              <a:lnSpc>
                <a:spcPts val="1500"/>
              </a:lnSpc>
              <a:buFont typeface="Arial" panose="020B0604020202020204" pitchFamily="34" charset="0"/>
              <a:buChar char="•"/>
            </a:pPr>
            <a:r>
              <a:rPr lang="en-US" sz="1000" b="1">
                <a:solidFill>
                  <a:srgbClr val="5A6A70"/>
                </a:solidFill>
              </a:rPr>
              <a:t>Campaign activation and performance reports</a:t>
            </a:r>
          </a:p>
        </p:txBody>
      </p:sp>
      <p:sp>
        <p:nvSpPr>
          <p:cNvPr id="26" name="Shape 4">
            <a:extLst>
              <a:ext uri="{FF2B5EF4-FFF2-40B4-BE49-F238E27FC236}">
                <a16:creationId xmlns:a16="http://schemas.microsoft.com/office/drawing/2014/main" id="{011EEC13-144D-D3EF-AB49-A00754D23F4A}"/>
              </a:ext>
            </a:extLst>
          </p:cNvPr>
          <p:cNvSpPr/>
          <p:nvPr/>
        </p:nvSpPr>
        <p:spPr>
          <a:xfrm>
            <a:off x="548639" y="4548129"/>
            <a:ext cx="10972799"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8D22BD85-C15D-826B-243C-5DBA7A0FA1A3}"/>
              </a:ext>
            </a:extLst>
          </p:cNvPr>
          <p:cNvSpPr/>
          <p:nvPr/>
        </p:nvSpPr>
        <p:spPr>
          <a:xfrm>
            <a:off x="566929" y="4607774"/>
            <a:ext cx="91286"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53F4A555-9E6D-BE5C-1CFB-050039A2D35A}"/>
              </a:ext>
            </a:extLst>
          </p:cNvPr>
          <p:cNvSpPr/>
          <p:nvPr/>
        </p:nvSpPr>
        <p:spPr>
          <a:xfrm>
            <a:off x="786384" y="4512279"/>
            <a:ext cx="6558676"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Come ready to decide</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9" name="Text 8">
            <a:extLst>
              <a:ext uri="{FF2B5EF4-FFF2-40B4-BE49-F238E27FC236}">
                <a16:creationId xmlns:a16="http://schemas.microsoft.com/office/drawing/2014/main" id="{AF3039ED-B258-F6ED-8FA9-E913BB86A41A}"/>
              </a:ext>
            </a:extLst>
          </p:cNvPr>
          <p:cNvSpPr/>
          <p:nvPr/>
        </p:nvSpPr>
        <p:spPr>
          <a:xfrm>
            <a:off x="786383" y="4761457"/>
            <a:ext cx="9788845" cy="1263637"/>
          </a:xfrm>
          <a:prstGeom prst="rect">
            <a:avLst/>
          </a:prstGeom>
          <a:noFill/>
          <a:ln/>
        </p:spPr>
        <p:txBody>
          <a:bodyPr wrap="square" lIns="0" tIns="0" rIns="0" bIns="0" rtlCol="0" anchor="ctr"/>
          <a:lstStyle/>
          <a:p>
            <a:pPr fontAlgn="t">
              <a:lnSpc>
                <a:spcPts val="1500"/>
              </a:lnSpc>
              <a:buNone/>
            </a:pPr>
            <a:r>
              <a:rPr lang="en-US" sz="1000" b="1">
                <a:solidFill>
                  <a:srgbClr val="5A6A70"/>
                </a:solidFill>
              </a:rPr>
              <a:t>Decisions we intend to close in this session:</a:t>
            </a:r>
          </a:p>
          <a:p>
            <a:pPr marL="171450" indent="-171450" fontAlgn="t">
              <a:lnSpc>
                <a:spcPts val="1500"/>
              </a:lnSpc>
              <a:buFont typeface="Arial" panose="020B0604020202020204" pitchFamily="34" charset="0"/>
              <a:buChar char="•"/>
            </a:pPr>
            <a:r>
              <a:rPr lang="en-US" sz="1000" b="1">
                <a:solidFill>
                  <a:srgbClr val="5A6A70"/>
                </a:solidFill>
              </a:rPr>
              <a:t>Approved asset sources for campaign execution</a:t>
            </a:r>
          </a:p>
          <a:p>
            <a:pPr marL="171450" indent="-171450" fontAlgn="t">
              <a:lnSpc>
                <a:spcPts val="1500"/>
              </a:lnSpc>
              <a:buFont typeface="Arial" panose="020B0604020202020204" pitchFamily="34" charset="0"/>
              <a:buChar char="•"/>
            </a:pPr>
            <a:r>
              <a:rPr lang="en-US" sz="1000" b="1">
                <a:solidFill>
                  <a:srgbClr val="5A6A70"/>
                </a:solidFill>
              </a:rPr>
              <a:t>Campaign readiness and approval criteria</a:t>
            </a:r>
          </a:p>
          <a:p>
            <a:pPr marL="171450" indent="-171450" fontAlgn="t">
              <a:lnSpc>
                <a:spcPts val="1500"/>
              </a:lnSpc>
              <a:buFont typeface="Arial" panose="020B0604020202020204" pitchFamily="34" charset="0"/>
              <a:buChar char="•"/>
            </a:pPr>
            <a:r>
              <a:rPr lang="en-US" sz="1000" b="1">
                <a:solidFill>
                  <a:srgbClr val="5A6A70"/>
                </a:solidFill>
              </a:rPr>
              <a:t>Content review and publishing approach</a:t>
            </a:r>
          </a:p>
          <a:p>
            <a:pPr marL="171450" indent="-171450" fontAlgn="t">
              <a:lnSpc>
                <a:spcPts val="1500"/>
              </a:lnSpc>
              <a:buFont typeface="Arial" panose="020B0604020202020204" pitchFamily="34" charset="0"/>
              <a:buChar char="•"/>
            </a:pPr>
            <a:r>
              <a:rPr lang="en-US" sz="1000" b="1">
                <a:solidFill>
                  <a:srgbClr val="5A6A70"/>
                </a:solidFill>
              </a:rPr>
              <a:t>Campaign success measures and reporting needs</a:t>
            </a:r>
          </a:p>
        </p:txBody>
      </p:sp>
    </p:spTree>
    <p:extLst>
      <p:ext uri="{BB962C8B-B14F-4D97-AF65-F5344CB8AC3E}">
        <p14:creationId xmlns:p14="http://schemas.microsoft.com/office/powerpoint/2010/main" val="1895767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8799-B859-13D2-A51F-E1968FEF4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67D82-7E80-A480-A9A6-1ABF7450D5D9}"/>
              </a:ext>
            </a:extLst>
          </p:cNvPr>
          <p:cNvSpPr>
            <a:spLocks noGrp="1"/>
          </p:cNvSpPr>
          <p:nvPr>
            <p:ph type="title"/>
          </p:nvPr>
        </p:nvSpPr>
        <p:spPr>
          <a:xfrm>
            <a:off x="218793" y="266736"/>
            <a:ext cx="2513897" cy="2035029"/>
          </a:xfrm>
        </p:spPr>
        <p:txBody>
          <a:bodyPr/>
          <a:lstStyle/>
          <a:p>
            <a:r>
              <a:rPr lang="en-GB"/>
              <a:t>Process Flow 5 – </a:t>
            </a:r>
            <a:r>
              <a:rPr lang="en-US"/>
              <a:t>Marketing Asset Governance &amp; Campaign Readiness</a:t>
            </a:r>
            <a:endParaRPr lang="en-GB"/>
          </a:p>
        </p:txBody>
      </p:sp>
      <p:sp>
        <p:nvSpPr>
          <p:cNvPr id="4" name="TextBox 3">
            <a:extLst>
              <a:ext uri="{FF2B5EF4-FFF2-40B4-BE49-F238E27FC236}">
                <a16:creationId xmlns:a16="http://schemas.microsoft.com/office/drawing/2014/main" id="{4346C17C-988C-4C8A-41A7-D69360DC4DBE}"/>
              </a:ext>
            </a:extLst>
          </p:cNvPr>
          <p:cNvSpPr txBox="1"/>
          <p:nvPr/>
        </p:nvSpPr>
        <p:spPr>
          <a:xfrm>
            <a:off x="218793" y="2916922"/>
            <a:ext cx="1809704" cy="1528953"/>
          </a:xfrm>
          <a:prstGeom prst="rect">
            <a:avLst/>
          </a:prstGeom>
          <a:noFill/>
        </p:spPr>
        <p:txBody>
          <a:bodyPr wrap="square" lIns="0" tIns="0" rIns="0" bIns="0" rtlCol="0" anchor="t">
            <a:noAutofit/>
          </a:bodyPr>
          <a:lstStyle/>
          <a:p>
            <a:pPr>
              <a:spcBef>
                <a:spcPts val="1200"/>
              </a:spcBef>
              <a:buSzPct val="100000"/>
              <a:buFont typeface="Arial" panose="020B0604020202020204" pitchFamily="34" charset="0"/>
            </a:pPr>
            <a:r>
              <a:rPr lang="en-GB"/>
              <a:t>Standard D365 Customer Insights out-of-the-box, no customisation assumed</a:t>
            </a:r>
            <a:endParaRPr lang="en-US"/>
          </a:p>
        </p:txBody>
      </p:sp>
      <p:pic>
        <p:nvPicPr>
          <p:cNvPr id="3" name="Picture 2" descr="A screenshot of a computer&#10;&#10;AI-generated content may be incorrect.">
            <a:extLst>
              <a:ext uri="{FF2B5EF4-FFF2-40B4-BE49-F238E27FC236}">
                <a16:creationId xmlns:a16="http://schemas.microsoft.com/office/drawing/2014/main" id="{255F7CED-E9DB-22D0-89B3-56013516A8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4768" y="0"/>
            <a:ext cx="9068835" cy="6858000"/>
          </a:xfrm>
          <a:prstGeom prst="rect">
            <a:avLst/>
          </a:prstGeom>
        </p:spPr>
      </p:pic>
    </p:spTree>
    <p:extLst>
      <p:ext uri="{BB962C8B-B14F-4D97-AF65-F5344CB8AC3E}">
        <p14:creationId xmlns:p14="http://schemas.microsoft.com/office/powerpoint/2010/main" val="232474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44CA2-C4FD-52ED-D313-D136D0969653}"/>
            </a:ext>
          </a:extLst>
        </p:cNvPr>
        <p:cNvGrpSpPr/>
        <p:nvPr/>
      </p:nvGrpSpPr>
      <p:grpSpPr>
        <a:xfrm>
          <a:off x="0" y="0"/>
          <a:ext cx="0" cy="0"/>
          <a:chOff x="0" y="0"/>
          <a:chExt cx="0" cy="0"/>
        </a:xfrm>
      </p:grpSpPr>
      <p:sp>
        <p:nvSpPr>
          <p:cNvPr id="17" name="Text 0">
            <a:extLst>
              <a:ext uri="{FF2B5EF4-FFF2-40B4-BE49-F238E27FC236}">
                <a16:creationId xmlns:a16="http://schemas.microsoft.com/office/drawing/2014/main" id="{ED68818A-95B1-47D1-2F90-3A6B8131D6C6}"/>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Process details: </a:t>
            </a:r>
            <a:r>
              <a:rPr lang="en-US" sz="2400" b="1">
                <a:latin typeface="Aptos" panose="020B0004020202020204" pitchFamily="34" charset="0"/>
              </a:rPr>
              <a:t>Marketing Asset Governance &amp; Campaign Readiness</a:t>
            </a:r>
            <a:endParaRPr lang="en-US" sz="2400" b="1">
              <a:latin typeface="Aptos" panose="020B0004020202020204" pitchFamily="34" charset="0"/>
              <a:ea typeface="+mj-ea"/>
              <a:cs typeface="+mj-cs"/>
            </a:endParaRPr>
          </a:p>
        </p:txBody>
      </p:sp>
      <p:sp>
        <p:nvSpPr>
          <p:cNvPr id="18" name="Shape 4">
            <a:extLst>
              <a:ext uri="{FF2B5EF4-FFF2-40B4-BE49-F238E27FC236}">
                <a16:creationId xmlns:a16="http://schemas.microsoft.com/office/drawing/2014/main" id="{4C3E4669-4A89-8824-AD8A-F2AD994FC2F5}"/>
              </a:ext>
            </a:extLst>
          </p:cNvPr>
          <p:cNvSpPr/>
          <p:nvPr/>
        </p:nvSpPr>
        <p:spPr>
          <a:xfrm>
            <a:off x="548640" y="1018304"/>
            <a:ext cx="11033760" cy="1423766"/>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EEE11D9A-A759-8D9C-D727-6F473E2B87D5}"/>
              </a:ext>
            </a:extLst>
          </p:cNvPr>
          <p:cNvSpPr/>
          <p:nvPr/>
        </p:nvSpPr>
        <p:spPr>
          <a:xfrm>
            <a:off x="548639" y="1018304"/>
            <a:ext cx="91793" cy="1417320"/>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2284548B-BA78-4087-0368-0F215F7DD5F1}"/>
              </a:ext>
            </a:extLst>
          </p:cNvPr>
          <p:cNvSpPr/>
          <p:nvPr/>
        </p:nvSpPr>
        <p:spPr>
          <a:xfrm>
            <a:off x="768093" y="932688"/>
            <a:ext cx="6595113" cy="548640"/>
          </a:xfrm>
          <a:prstGeom prst="rect">
            <a:avLst/>
          </a:prstGeom>
          <a:noFill/>
          <a:ln/>
        </p:spPr>
        <p:txBody>
          <a:bodyPr wrap="square" lIns="0" tIns="0" rIns="0" bIns="0" rtlCol="0" anchor="ctr"/>
          <a:lstStyle/>
          <a:p>
            <a:r>
              <a:rPr lang="en-US" sz="1400" b="1">
                <a:solidFill>
                  <a:srgbClr val="003C51"/>
                </a:solidFill>
              </a:rPr>
              <a:t>Marketing Asset Management</a:t>
            </a:r>
            <a:endParaRPr lang="en-US" sz="1400"/>
          </a:p>
        </p:txBody>
      </p:sp>
      <p:sp>
        <p:nvSpPr>
          <p:cNvPr id="21" name="Text 8">
            <a:extLst>
              <a:ext uri="{FF2B5EF4-FFF2-40B4-BE49-F238E27FC236}">
                <a16:creationId xmlns:a16="http://schemas.microsoft.com/office/drawing/2014/main" id="{BEA4BE33-B964-8B3A-570E-61A96737A985}"/>
              </a:ext>
            </a:extLst>
          </p:cNvPr>
          <p:cNvSpPr/>
          <p:nvPr/>
        </p:nvSpPr>
        <p:spPr>
          <a:xfrm>
            <a:off x="768093" y="1313716"/>
            <a:ext cx="9843228" cy="1063513"/>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Marketing assets are created, maintained, and stored in approved repositories for use in campaigns and communications.</a:t>
            </a:r>
          </a:p>
          <a:p>
            <a:pPr marL="171450" indent="-171450" fontAlgn="t">
              <a:lnSpc>
                <a:spcPts val="1500"/>
              </a:lnSpc>
              <a:buFont typeface="Arial" panose="020B0604020202020204" pitchFamily="34" charset="0"/>
              <a:buChar char="•"/>
            </a:pPr>
            <a:r>
              <a:rPr lang="en-US" sz="1000" b="1">
                <a:solidFill>
                  <a:srgbClr val="5A6A70"/>
                </a:solidFill>
              </a:rPr>
              <a:t>Assets may include emails, documents, images, videos, and campaign materials.</a:t>
            </a:r>
          </a:p>
          <a:p>
            <a:pPr marL="171450" indent="-171450" fontAlgn="t">
              <a:lnSpc>
                <a:spcPts val="1500"/>
              </a:lnSpc>
              <a:buFont typeface="Arial" panose="020B0604020202020204" pitchFamily="34" charset="0"/>
              <a:buChar char="•"/>
            </a:pPr>
            <a:r>
              <a:rPr lang="en-US" sz="1000" b="1">
                <a:solidFill>
                  <a:srgbClr val="5A6A70"/>
                </a:solidFill>
              </a:rPr>
              <a:t>Marketing teams should use approved assets from designated repositories.</a:t>
            </a:r>
          </a:p>
          <a:p>
            <a:pPr marL="171450" indent="-171450" fontAlgn="t">
              <a:lnSpc>
                <a:spcPts val="1500"/>
              </a:lnSpc>
              <a:buFont typeface="Arial" panose="020B0604020202020204" pitchFamily="34" charset="0"/>
              <a:buChar char="•"/>
            </a:pPr>
            <a:r>
              <a:rPr lang="en-US" sz="1000" b="1">
                <a:solidFill>
                  <a:srgbClr val="5A6A70"/>
                </a:solidFill>
              </a:rPr>
              <a:t>Assets should be centrally accessible for campaign execution.</a:t>
            </a:r>
          </a:p>
          <a:p>
            <a:pPr marL="171450" indent="-171450" fontAlgn="t">
              <a:lnSpc>
                <a:spcPts val="1500"/>
              </a:lnSpc>
              <a:buFont typeface="Arial" panose="020B0604020202020204" pitchFamily="34" charset="0"/>
              <a:buChar char="•"/>
            </a:pPr>
            <a:r>
              <a:rPr lang="en-US" sz="1000" b="1">
                <a:solidFill>
                  <a:srgbClr val="5A6A70"/>
                </a:solidFill>
              </a:rPr>
              <a:t>Asset consistency should be maintained across campaigns and regions.</a:t>
            </a:r>
          </a:p>
        </p:txBody>
      </p:sp>
      <p:sp>
        <p:nvSpPr>
          <p:cNvPr id="22" name="Shape 4">
            <a:extLst>
              <a:ext uri="{FF2B5EF4-FFF2-40B4-BE49-F238E27FC236}">
                <a16:creationId xmlns:a16="http://schemas.microsoft.com/office/drawing/2014/main" id="{1184CB16-2467-E67E-8921-A2137E762F47}"/>
              </a:ext>
            </a:extLst>
          </p:cNvPr>
          <p:cNvSpPr/>
          <p:nvPr/>
        </p:nvSpPr>
        <p:spPr>
          <a:xfrm>
            <a:off x="548640" y="2708282"/>
            <a:ext cx="11033760"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CF2ED569-040D-7D5B-3FC9-974DF6B55CC8}"/>
              </a:ext>
            </a:extLst>
          </p:cNvPr>
          <p:cNvSpPr/>
          <p:nvPr/>
        </p:nvSpPr>
        <p:spPr>
          <a:xfrm>
            <a:off x="548639" y="2708281"/>
            <a:ext cx="91793"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E971FCE4-86C5-14A2-5632-FD6FE20D1A28}"/>
              </a:ext>
            </a:extLst>
          </p:cNvPr>
          <p:cNvSpPr/>
          <p:nvPr/>
        </p:nvSpPr>
        <p:spPr>
          <a:xfrm>
            <a:off x="768092" y="2584996"/>
            <a:ext cx="6595113" cy="548640"/>
          </a:xfrm>
          <a:prstGeom prst="rect">
            <a:avLst/>
          </a:prstGeom>
          <a:noFill/>
          <a:ln/>
        </p:spPr>
        <p:txBody>
          <a:bodyPr wrap="square" lIns="0" tIns="0" rIns="0" bIns="0" rtlCol="0" anchor="ctr"/>
          <a:lstStyle/>
          <a:p>
            <a:r>
              <a:rPr lang="en-US" sz="1400" b="1">
                <a:solidFill>
                  <a:srgbClr val="003C51"/>
                </a:solidFill>
              </a:rPr>
              <a:t>Asset Review &amp; Readiness</a:t>
            </a:r>
            <a:endParaRPr lang="en-US" sz="1400"/>
          </a:p>
        </p:txBody>
      </p:sp>
      <p:sp>
        <p:nvSpPr>
          <p:cNvPr id="25" name="Text 8">
            <a:extLst>
              <a:ext uri="{FF2B5EF4-FFF2-40B4-BE49-F238E27FC236}">
                <a16:creationId xmlns:a16="http://schemas.microsoft.com/office/drawing/2014/main" id="{E7E1AF4E-308D-98B9-B063-FE6442FF6087}"/>
              </a:ext>
            </a:extLst>
          </p:cNvPr>
          <p:cNvSpPr/>
          <p:nvPr/>
        </p:nvSpPr>
        <p:spPr>
          <a:xfrm>
            <a:off x="768093" y="3003693"/>
            <a:ext cx="9843228" cy="1036292"/>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Marketing assets are reviewed and approved to ensure they are ready for campaign activation.</a:t>
            </a:r>
          </a:p>
          <a:p>
            <a:pPr marL="171450" indent="-171450" fontAlgn="t">
              <a:lnSpc>
                <a:spcPts val="1500"/>
              </a:lnSpc>
              <a:buFont typeface="Arial" panose="020B0604020202020204" pitchFamily="34" charset="0"/>
              <a:buChar char="•"/>
            </a:pPr>
            <a:r>
              <a:rPr lang="en-US" sz="1000" b="1">
                <a:solidFill>
                  <a:srgbClr val="5A6A70"/>
                </a:solidFill>
              </a:rPr>
              <a:t>Assets should follow an established review and approval process.</a:t>
            </a:r>
          </a:p>
          <a:p>
            <a:pPr marL="171450" indent="-171450" fontAlgn="t">
              <a:lnSpc>
                <a:spcPts val="1500"/>
              </a:lnSpc>
              <a:buFont typeface="Arial" panose="020B0604020202020204" pitchFamily="34" charset="0"/>
              <a:buChar char="•"/>
            </a:pPr>
            <a:r>
              <a:rPr lang="en-US" sz="1000" b="1">
                <a:solidFill>
                  <a:srgbClr val="5A6A70"/>
                </a:solidFill>
              </a:rPr>
              <a:t>Readiness criteria should be satisfied before campaign use.</a:t>
            </a:r>
          </a:p>
          <a:p>
            <a:pPr marL="171450" indent="-171450" fontAlgn="t">
              <a:lnSpc>
                <a:spcPts val="1500"/>
              </a:lnSpc>
              <a:buFont typeface="Arial" panose="020B0604020202020204" pitchFamily="34" charset="0"/>
              <a:buChar char="•"/>
            </a:pPr>
            <a:r>
              <a:rPr lang="en-US" sz="1000" b="1">
                <a:solidFill>
                  <a:srgbClr val="5A6A70"/>
                </a:solidFill>
              </a:rPr>
              <a:t>Approved assets should be available for campaign planning and execution.</a:t>
            </a:r>
          </a:p>
          <a:p>
            <a:pPr marL="171450" indent="-171450" fontAlgn="t">
              <a:lnSpc>
                <a:spcPts val="1500"/>
              </a:lnSpc>
              <a:buFont typeface="Arial" panose="020B0604020202020204" pitchFamily="34" charset="0"/>
              <a:buChar char="•"/>
            </a:pPr>
            <a:r>
              <a:rPr lang="en-US" sz="1000" b="1">
                <a:solidFill>
                  <a:srgbClr val="5A6A70"/>
                </a:solidFill>
              </a:rPr>
              <a:t>Outstanding approval or content issues should be identified prior to activation.</a:t>
            </a:r>
          </a:p>
        </p:txBody>
      </p:sp>
      <p:sp>
        <p:nvSpPr>
          <p:cNvPr id="26" name="Shape 4">
            <a:extLst>
              <a:ext uri="{FF2B5EF4-FFF2-40B4-BE49-F238E27FC236}">
                <a16:creationId xmlns:a16="http://schemas.microsoft.com/office/drawing/2014/main" id="{425739A6-4F38-0874-3347-705DB2858D27}"/>
              </a:ext>
            </a:extLst>
          </p:cNvPr>
          <p:cNvSpPr/>
          <p:nvPr/>
        </p:nvSpPr>
        <p:spPr>
          <a:xfrm>
            <a:off x="548639" y="4427662"/>
            <a:ext cx="11033760"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45C10A37-C8AF-B923-BCD8-05E6BCBB28FA}"/>
              </a:ext>
            </a:extLst>
          </p:cNvPr>
          <p:cNvSpPr/>
          <p:nvPr/>
        </p:nvSpPr>
        <p:spPr>
          <a:xfrm>
            <a:off x="566928" y="4487307"/>
            <a:ext cx="91793"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5F4B98F8-1D27-736B-E08B-533F73282A58}"/>
              </a:ext>
            </a:extLst>
          </p:cNvPr>
          <p:cNvSpPr/>
          <p:nvPr/>
        </p:nvSpPr>
        <p:spPr>
          <a:xfrm>
            <a:off x="786381" y="4343738"/>
            <a:ext cx="6595113" cy="548640"/>
          </a:xfrm>
          <a:prstGeom prst="rect">
            <a:avLst/>
          </a:prstGeom>
          <a:noFill/>
          <a:ln/>
        </p:spPr>
        <p:txBody>
          <a:bodyPr wrap="square" lIns="0" tIns="0" rIns="0" bIns="0" rtlCol="0" anchor="ctr"/>
          <a:lstStyle/>
          <a:p>
            <a:r>
              <a:rPr lang="en-US" sz="1400" b="1">
                <a:solidFill>
                  <a:srgbClr val="003C51"/>
                </a:solidFill>
              </a:rPr>
              <a:t>Campaign Activation &amp; Monitoring</a:t>
            </a:r>
            <a:endParaRPr lang="en-US" sz="1400"/>
          </a:p>
        </p:txBody>
      </p:sp>
      <p:sp>
        <p:nvSpPr>
          <p:cNvPr id="29" name="Text 8">
            <a:extLst>
              <a:ext uri="{FF2B5EF4-FFF2-40B4-BE49-F238E27FC236}">
                <a16:creationId xmlns:a16="http://schemas.microsoft.com/office/drawing/2014/main" id="{3A246351-3C5F-ECB8-5189-983BC04B0B8D}"/>
              </a:ext>
            </a:extLst>
          </p:cNvPr>
          <p:cNvSpPr/>
          <p:nvPr/>
        </p:nvSpPr>
        <p:spPr>
          <a:xfrm>
            <a:off x="786382" y="4640990"/>
            <a:ext cx="9843228" cy="1263637"/>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Approved marketing assets are activated within campaigns and monitored for effectiveness.</a:t>
            </a:r>
          </a:p>
          <a:p>
            <a:pPr marL="171450" indent="-171450" fontAlgn="t">
              <a:lnSpc>
                <a:spcPts val="1500"/>
              </a:lnSpc>
              <a:buFont typeface="Arial" panose="020B0604020202020204" pitchFamily="34" charset="0"/>
              <a:buChar char="•"/>
            </a:pPr>
            <a:r>
              <a:rPr lang="en-US" sz="1000" b="1">
                <a:solidFill>
                  <a:srgbClr val="5A6A70"/>
                </a:solidFill>
              </a:rPr>
              <a:t>Campaigns should utilize approved and ready-to-use assets.</a:t>
            </a:r>
          </a:p>
          <a:p>
            <a:pPr marL="171450" indent="-171450" fontAlgn="t">
              <a:lnSpc>
                <a:spcPts val="1500"/>
              </a:lnSpc>
              <a:buFont typeface="Arial" panose="020B0604020202020204" pitchFamily="34" charset="0"/>
              <a:buChar char="•"/>
            </a:pPr>
            <a:r>
              <a:rPr lang="en-US" sz="1000" b="1">
                <a:solidFill>
                  <a:srgbClr val="5A6A70"/>
                </a:solidFill>
              </a:rPr>
              <a:t>Asset usage should support planned marketing activities.</a:t>
            </a:r>
          </a:p>
          <a:p>
            <a:pPr marL="171450" indent="-171450" fontAlgn="t">
              <a:lnSpc>
                <a:spcPts val="1500"/>
              </a:lnSpc>
              <a:buFont typeface="Arial" panose="020B0604020202020204" pitchFamily="34" charset="0"/>
              <a:buChar char="•"/>
            </a:pPr>
            <a:r>
              <a:rPr lang="en-US" sz="1000" b="1">
                <a:solidFill>
                  <a:srgbClr val="5A6A70"/>
                </a:solidFill>
              </a:rPr>
              <a:t>Engagement and campaign performance metrics should be tracked.</a:t>
            </a:r>
          </a:p>
          <a:p>
            <a:pPr marL="171450" indent="-171450" fontAlgn="t">
              <a:lnSpc>
                <a:spcPts val="1500"/>
              </a:lnSpc>
              <a:buFont typeface="Arial" panose="020B0604020202020204" pitchFamily="34" charset="0"/>
              <a:buChar char="•"/>
            </a:pPr>
            <a:r>
              <a:rPr lang="en-US" sz="1000" b="1">
                <a:solidFill>
                  <a:srgbClr val="5A6A70"/>
                </a:solidFill>
              </a:rPr>
              <a:t>Reporting should provide visibility into campaign readiness and outcomes.</a:t>
            </a:r>
          </a:p>
        </p:txBody>
      </p:sp>
    </p:spTree>
    <p:extLst>
      <p:ext uri="{BB962C8B-B14F-4D97-AF65-F5344CB8AC3E}">
        <p14:creationId xmlns:p14="http://schemas.microsoft.com/office/powerpoint/2010/main" val="584866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E232B-BF29-2164-551A-B132B26E5B1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84665C5-8AD1-2193-3BA2-67346B1E6730}"/>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24896" r="2560"/>
          <a:stretch>
            <a:fillRect/>
          </a:stretch>
        </p:blipFill>
        <p:spPr>
          <a:xfrm>
            <a:off x="0" y="0"/>
            <a:ext cx="7462683" cy="6858000"/>
          </a:xfrm>
          <a:prstGeom prst="rect">
            <a:avLst/>
          </a:prstGeom>
        </p:spPr>
      </p:pic>
      <p:sp>
        <p:nvSpPr>
          <p:cNvPr id="7" name="Rectangle 6">
            <a:extLst>
              <a:ext uri="{FF2B5EF4-FFF2-40B4-BE49-F238E27FC236}">
                <a16:creationId xmlns:a16="http://schemas.microsoft.com/office/drawing/2014/main" id="{F3C612AC-AF9A-8A82-88AC-FC0CF8948804}"/>
              </a:ext>
            </a:extLst>
          </p:cNvPr>
          <p:cNvSpPr/>
          <p:nvPr/>
        </p:nvSpPr>
        <p:spPr>
          <a:xfrm>
            <a:off x="5098093" y="1556360"/>
            <a:ext cx="7093907" cy="3620022"/>
          </a:xfrm>
          <a:prstGeom prst="rect">
            <a:avLst/>
          </a:prstGeom>
          <a:solidFill>
            <a:srgbClr val="003C5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9" name="TextBox 8">
            <a:extLst>
              <a:ext uri="{FF2B5EF4-FFF2-40B4-BE49-F238E27FC236}">
                <a16:creationId xmlns:a16="http://schemas.microsoft.com/office/drawing/2014/main" id="{0805FE7D-883F-FE6C-F7CF-C379D7F8EAE3}"/>
              </a:ext>
            </a:extLst>
          </p:cNvPr>
          <p:cNvSpPr txBox="1"/>
          <p:nvPr/>
        </p:nvSpPr>
        <p:spPr>
          <a:xfrm>
            <a:off x="6521886" y="2453537"/>
            <a:ext cx="5529906" cy="1625252"/>
          </a:xfrm>
          <a:prstGeom prst="rect">
            <a:avLst/>
          </a:prstGeom>
          <a:noFill/>
        </p:spPr>
        <p:txBody>
          <a:bodyPr wrap="square" lIns="0" tIns="0" rIns="0" bIns="0" rtlCol="0" anchor="ctr">
            <a:noAutofit/>
          </a:bodyPr>
          <a:lstStyle/>
          <a:p>
            <a:pPr>
              <a:spcBef>
                <a:spcPts val="1200"/>
              </a:spcBef>
              <a:buSzPct val="100000"/>
            </a:pPr>
            <a:r>
              <a:rPr lang="en-US" sz="4400" b="1">
                <a:solidFill>
                  <a:schemeClr val="bg1"/>
                </a:solidFill>
                <a:latin typeface="Aptos" panose="020B0004020202020204" pitchFamily="34" charset="0"/>
              </a:rPr>
              <a:t>Marketing Strategy &amp; Activation Planning</a:t>
            </a:r>
            <a:endParaRPr lang="en-IN" sz="1600" b="1">
              <a:solidFill>
                <a:schemeClr val="bg1"/>
              </a:solidFill>
              <a:latin typeface="Aptos" panose="020B0004020202020204" pitchFamily="34" charset="0"/>
            </a:endParaRPr>
          </a:p>
        </p:txBody>
      </p:sp>
      <p:sp>
        <p:nvSpPr>
          <p:cNvPr id="3" name="Right Triangle 2">
            <a:extLst>
              <a:ext uri="{FF2B5EF4-FFF2-40B4-BE49-F238E27FC236}">
                <a16:creationId xmlns:a16="http://schemas.microsoft.com/office/drawing/2014/main" id="{CAE778BB-EE40-8340-EE51-6B07E08EA1C8}"/>
              </a:ext>
            </a:extLst>
          </p:cNvPr>
          <p:cNvSpPr/>
          <p:nvPr/>
        </p:nvSpPr>
        <p:spPr>
          <a:xfrm rot="10800000">
            <a:off x="4743184" y="3823571"/>
            <a:ext cx="354906" cy="369518"/>
          </a:xfrm>
          <a:prstGeom prst="rtTriangle">
            <a:avLst/>
          </a:prstGeom>
          <a:solidFill>
            <a:schemeClr val="accent1">
              <a:alpha val="68000"/>
            </a:scheme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4" name="Rectangle 3">
            <a:extLst>
              <a:ext uri="{FF2B5EF4-FFF2-40B4-BE49-F238E27FC236}">
                <a16:creationId xmlns:a16="http://schemas.microsoft.com/office/drawing/2014/main" id="{D5020575-1AC6-79C0-8BAD-48A207E951CE}"/>
              </a:ext>
            </a:extLst>
          </p:cNvPr>
          <p:cNvSpPr/>
          <p:nvPr/>
        </p:nvSpPr>
        <p:spPr>
          <a:xfrm>
            <a:off x="4743180" y="2708755"/>
            <a:ext cx="1352815" cy="1114816"/>
          </a:xfrm>
          <a:prstGeom prst="rect">
            <a:avLst/>
          </a:prstGeom>
          <a:solidFill>
            <a:srgbClr val="F2F7F8">
              <a:alpha val="85000"/>
            </a:srgbClr>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8" name="TextBox 7">
            <a:extLst>
              <a:ext uri="{FF2B5EF4-FFF2-40B4-BE49-F238E27FC236}">
                <a16:creationId xmlns:a16="http://schemas.microsoft.com/office/drawing/2014/main" id="{FDC2CFFD-49B1-B143-15A9-371155E5D754}"/>
              </a:ext>
            </a:extLst>
          </p:cNvPr>
          <p:cNvSpPr txBox="1"/>
          <p:nvPr/>
        </p:nvSpPr>
        <p:spPr>
          <a:xfrm>
            <a:off x="5073037" y="2802700"/>
            <a:ext cx="1014608" cy="926926"/>
          </a:xfrm>
          <a:prstGeom prst="rect">
            <a:avLst/>
          </a:prstGeom>
          <a:noFill/>
        </p:spPr>
        <p:txBody>
          <a:bodyPr wrap="square" lIns="0" tIns="0" rIns="0" bIns="0" rtlCol="0" anchor="ctr">
            <a:noAutofit/>
          </a:bodyPr>
          <a:lstStyle/>
          <a:p>
            <a:pPr marL="0" indent="0" algn="l">
              <a:lnSpc>
                <a:spcPct val="100000"/>
              </a:lnSpc>
              <a:spcBef>
                <a:spcPts val="1200"/>
              </a:spcBef>
              <a:buSzPct val="100000"/>
              <a:buFont typeface="Arial" panose="020B0604020202020204" pitchFamily="34" charset="0"/>
              <a:buNone/>
            </a:pPr>
            <a:r>
              <a:rPr lang="en-US" sz="3600" b="1">
                <a:solidFill>
                  <a:srgbClr val="231F20"/>
                </a:solidFill>
                <a:latin typeface="Aptos" panose="020B0004020202020204" pitchFamily="34" charset="0"/>
              </a:rPr>
              <a:t>06</a:t>
            </a:r>
            <a:endParaRPr lang="en-IN" sz="3600" b="1">
              <a:solidFill>
                <a:srgbClr val="231F20"/>
              </a:solidFill>
              <a:latin typeface="Aptos" panose="020B0004020202020204" pitchFamily="34" charset="0"/>
            </a:endParaRPr>
          </a:p>
        </p:txBody>
      </p:sp>
    </p:spTree>
    <p:extLst>
      <p:ext uri="{BB962C8B-B14F-4D97-AF65-F5344CB8AC3E}">
        <p14:creationId xmlns:p14="http://schemas.microsoft.com/office/powerpoint/2010/main" val="3050903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51264-B97B-8D3C-732F-2C5E075EA677}"/>
            </a:ext>
          </a:extLst>
        </p:cNvPr>
        <p:cNvGrpSpPr/>
        <p:nvPr/>
      </p:nvGrpSpPr>
      <p:grpSpPr>
        <a:xfrm>
          <a:off x="0" y="0"/>
          <a:ext cx="0" cy="0"/>
          <a:chOff x="0" y="0"/>
          <a:chExt cx="0" cy="0"/>
        </a:xfrm>
      </p:grpSpPr>
      <p:sp>
        <p:nvSpPr>
          <p:cNvPr id="17" name="Text 0">
            <a:extLst>
              <a:ext uri="{FF2B5EF4-FFF2-40B4-BE49-F238E27FC236}">
                <a16:creationId xmlns:a16="http://schemas.microsoft.com/office/drawing/2014/main" id="{61D92D43-4920-9958-8683-82C8635FFCC6}"/>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Pre-read: Marketing Strategy &amp; Activation Planning</a:t>
            </a:r>
          </a:p>
        </p:txBody>
      </p:sp>
      <p:sp>
        <p:nvSpPr>
          <p:cNvPr id="18" name="Shape 4">
            <a:extLst>
              <a:ext uri="{FF2B5EF4-FFF2-40B4-BE49-F238E27FC236}">
                <a16:creationId xmlns:a16="http://schemas.microsoft.com/office/drawing/2014/main" id="{9200BBF9-82CA-C272-C9BC-E761E141CF8E}"/>
              </a:ext>
            </a:extLst>
          </p:cNvPr>
          <p:cNvSpPr/>
          <p:nvPr/>
        </p:nvSpPr>
        <p:spPr>
          <a:xfrm>
            <a:off x="548640" y="932688"/>
            <a:ext cx="10993120" cy="1629849"/>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0B0F3126-FE5B-B4B4-2FE0-C6AA2AAB2AF4}"/>
              </a:ext>
            </a:extLst>
          </p:cNvPr>
          <p:cNvSpPr/>
          <p:nvPr/>
        </p:nvSpPr>
        <p:spPr>
          <a:xfrm>
            <a:off x="566928" y="932687"/>
            <a:ext cx="70258" cy="1623404"/>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3341D4FE-C36E-60F9-7D10-54EB43ECD134}"/>
              </a:ext>
            </a:extLst>
          </p:cNvPr>
          <p:cNvSpPr/>
          <p:nvPr/>
        </p:nvSpPr>
        <p:spPr>
          <a:xfrm>
            <a:off x="786382" y="970435"/>
            <a:ext cx="6570822" cy="548640"/>
          </a:xfrm>
          <a:prstGeom prst="rect">
            <a:avLst/>
          </a:prstGeom>
          <a:noFill/>
          <a:ln/>
        </p:spPr>
        <p:txBody>
          <a:bodyPr wrap="square" lIns="0" tIns="0" rIns="0" bIns="0" rtlCol="0" anchor="ctr"/>
          <a:lstStyle/>
          <a:p>
            <a:pPr marL="0" indent="0">
              <a:buNone/>
            </a:pPr>
            <a:r>
              <a:rPr lang="en-US" sz="1400" b="1">
                <a:solidFill>
                  <a:srgbClr val="003C51"/>
                </a:solidFill>
              </a:rPr>
              <a:t>Read before the workshop</a:t>
            </a:r>
          </a:p>
          <a:p>
            <a:pPr marL="0" indent="0">
              <a:buNone/>
            </a:pPr>
            <a:r>
              <a:rPr lang="en-US" sz="1400" b="1">
                <a:solidFill>
                  <a:srgbClr val="003C51"/>
                </a:solidFill>
              </a:rPr>
              <a:t>  </a:t>
            </a:r>
            <a:endParaRPr lang="en-US" sz="1400"/>
          </a:p>
        </p:txBody>
      </p:sp>
      <p:sp>
        <p:nvSpPr>
          <p:cNvPr id="21" name="Text 8">
            <a:extLst>
              <a:ext uri="{FF2B5EF4-FFF2-40B4-BE49-F238E27FC236}">
                <a16:creationId xmlns:a16="http://schemas.microsoft.com/office/drawing/2014/main" id="{A6076BEA-354A-F80E-379F-E9BB4AB46313}"/>
              </a:ext>
            </a:extLst>
          </p:cNvPr>
          <p:cNvSpPr/>
          <p:nvPr/>
        </p:nvSpPr>
        <p:spPr>
          <a:xfrm>
            <a:off x="768092" y="1175105"/>
            <a:ext cx="10583046" cy="1351584"/>
          </a:xfrm>
          <a:prstGeom prst="rect">
            <a:avLst/>
          </a:prstGeom>
          <a:noFill/>
          <a:ln/>
        </p:spPr>
        <p:txBody>
          <a:bodyPr wrap="square" lIns="0" tIns="0" rIns="0" bIns="0" rtlCol="0" anchor="ctr"/>
          <a:lstStyle/>
          <a:p>
            <a:pPr fontAlgn="t">
              <a:lnSpc>
                <a:spcPts val="1500"/>
              </a:lnSpc>
              <a:buNone/>
            </a:pPr>
            <a:r>
              <a:rPr lang="en-US" sz="1000" b="1">
                <a:solidFill>
                  <a:srgbClr val="5A6A70"/>
                </a:solidFill>
              </a:rPr>
              <a:t>Microsoft Learn – Dynamics 365 Customer Insights Journeys</a:t>
            </a:r>
          </a:p>
          <a:p>
            <a:pPr fontAlgn="t">
              <a:lnSpc>
                <a:spcPts val="1500"/>
              </a:lnSpc>
              <a:buNone/>
            </a:pPr>
            <a:r>
              <a:rPr lang="en-US" sz="1000" b="1">
                <a:solidFill>
                  <a:srgbClr val="5A6A70"/>
                </a:solidFill>
              </a:rPr>
              <a:t>https://learn.microsoft.com/en-us/training/modules/build-journeys-marketing/</a:t>
            </a:r>
          </a:p>
          <a:p>
            <a:pPr fontAlgn="t">
              <a:lnSpc>
                <a:spcPts val="1500"/>
              </a:lnSpc>
              <a:buNone/>
            </a:pPr>
            <a:r>
              <a:rPr lang="en-US" sz="1000" b="1">
                <a:solidFill>
                  <a:srgbClr val="5A6A70"/>
                </a:solidFill>
              </a:rPr>
              <a:t>Please review:</a:t>
            </a:r>
          </a:p>
          <a:p>
            <a:pPr marL="171450" indent="-171450" fontAlgn="t">
              <a:lnSpc>
                <a:spcPts val="1500"/>
              </a:lnSpc>
              <a:buFont typeface="Arial" panose="020B0604020202020204" pitchFamily="34" charset="0"/>
              <a:buChar char="•"/>
            </a:pPr>
            <a:r>
              <a:rPr lang="en-US" sz="1000" b="1">
                <a:solidFill>
                  <a:srgbClr val="5A6A70"/>
                </a:solidFill>
              </a:rPr>
              <a:t>Marketing planning and campaign orchestration</a:t>
            </a:r>
          </a:p>
          <a:p>
            <a:pPr marL="171450" indent="-171450" fontAlgn="t">
              <a:lnSpc>
                <a:spcPts val="1500"/>
              </a:lnSpc>
              <a:buFont typeface="Arial" panose="020B0604020202020204" pitchFamily="34" charset="0"/>
              <a:buChar char="•"/>
            </a:pPr>
            <a:r>
              <a:rPr lang="en-US" sz="1000" b="1">
                <a:solidFill>
                  <a:srgbClr val="5A6A70"/>
                </a:solidFill>
              </a:rPr>
              <a:t>Audience segmentation and targeting</a:t>
            </a:r>
          </a:p>
          <a:p>
            <a:pPr marL="171450" indent="-171450" fontAlgn="t">
              <a:lnSpc>
                <a:spcPts val="1500"/>
              </a:lnSpc>
              <a:buFont typeface="Arial" panose="020B0604020202020204" pitchFamily="34" charset="0"/>
              <a:buChar char="•"/>
            </a:pPr>
            <a:r>
              <a:rPr lang="en-US" sz="1000" b="1">
                <a:solidFill>
                  <a:srgbClr val="5A6A70"/>
                </a:solidFill>
              </a:rPr>
              <a:t>Customer journeys and campaign activation</a:t>
            </a:r>
          </a:p>
          <a:p>
            <a:pPr marL="171450" indent="-171450" fontAlgn="t">
              <a:lnSpc>
                <a:spcPts val="1500"/>
              </a:lnSpc>
              <a:buFont typeface="Arial" panose="020B0604020202020204" pitchFamily="34" charset="0"/>
              <a:buChar char="•"/>
            </a:pPr>
            <a:r>
              <a:rPr lang="en-US" sz="1000" b="1">
                <a:solidFill>
                  <a:srgbClr val="5A6A70"/>
                </a:solidFill>
              </a:rPr>
              <a:t>Marketing performance measurement</a:t>
            </a:r>
          </a:p>
        </p:txBody>
      </p:sp>
      <p:sp>
        <p:nvSpPr>
          <p:cNvPr id="22" name="Shape 4">
            <a:extLst>
              <a:ext uri="{FF2B5EF4-FFF2-40B4-BE49-F238E27FC236}">
                <a16:creationId xmlns:a16="http://schemas.microsoft.com/office/drawing/2014/main" id="{3DBC6E40-F801-DE81-753A-A0DFB454A78D}"/>
              </a:ext>
            </a:extLst>
          </p:cNvPr>
          <p:cNvSpPr/>
          <p:nvPr/>
        </p:nvSpPr>
        <p:spPr>
          <a:xfrm>
            <a:off x="548640" y="2828749"/>
            <a:ext cx="10993120"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073398A9-D58E-DBE6-BF70-BFC64AF1C8A7}"/>
              </a:ext>
            </a:extLst>
          </p:cNvPr>
          <p:cNvSpPr/>
          <p:nvPr/>
        </p:nvSpPr>
        <p:spPr>
          <a:xfrm>
            <a:off x="548639" y="2828748"/>
            <a:ext cx="91455"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C3CC8825-5824-87E2-4D89-A2BA32BB3CEF}"/>
              </a:ext>
            </a:extLst>
          </p:cNvPr>
          <p:cNvSpPr/>
          <p:nvPr/>
        </p:nvSpPr>
        <p:spPr>
          <a:xfrm>
            <a:off x="768094" y="2799757"/>
            <a:ext cx="6570822"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Bring to the workshop</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5" name="Text 8">
            <a:extLst>
              <a:ext uri="{FF2B5EF4-FFF2-40B4-BE49-F238E27FC236}">
                <a16:creationId xmlns:a16="http://schemas.microsoft.com/office/drawing/2014/main" id="{551841E2-E842-8B57-F8ED-F2AA9F0F340B}"/>
              </a:ext>
            </a:extLst>
          </p:cNvPr>
          <p:cNvSpPr/>
          <p:nvPr/>
        </p:nvSpPr>
        <p:spPr>
          <a:xfrm>
            <a:off x="768093" y="3124160"/>
            <a:ext cx="9806973" cy="1036292"/>
          </a:xfrm>
          <a:prstGeom prst="rect">
            <a:avLst/>
          </a:prstGeom>
          <a:noFill/>
          <a:ln/>
        </p:spPr>
        <p:txBody>
          <a:bodyPr wrap="square" lIns="0" tIns="0" rIns="0" bIns="0" rtlCol="0" anchor="ctr"/>
          <a:lstStyle/>
          <a:p>
            <a:pPr fontAlgn="t">
              <a:lnSpc>
                <a:spcPts val="1500"/>
              </a:lnSpc>
              <a:buNone/>
            </a:pPr>
            <a:r>
              <a:rPr lang="en-US" sz="1000" b="1">
                <a:solidFill>
                  <a:srgbClr val="5A6A70"/>
                </a:solidFill>
              </a:rPr>
              <a:t>Please have the following ready:</a:t>
            </a:r>
          </a:p>
          <a:p>
            <a:pPr marL="171450" indent="-171450" fontAlgn="t">
              <a:lnSpc>
                <a:spcPts val="1500"/>
              </a:lnSpc>
              <a:buFont typeface="Arial" panose="020B0604020202020204" pitchFamily="34" charset="0"/>
              <a:buChar char="•"/>
            </a:pPr>
            <a:r>
              <a:rPr lang="en-US" sz="1000" b="1">
                <a:solidFill>
                  <a:srgbClr val="5A6A70"/>
                </a:solidFill>
              </a:rPr>
              <a:t>Current marketing strategy and annual/quarterly plans</a:t>
            </a:r>
          </a:p>
          <a:p>
            <a:pPr marL="171450" indent="-171450" fontAlgn="t">
              <a:lnSpc>
                <a:spcPts val="1500"/>
              </a:lnSpc>
              <a:buFont typeface="Arial" panose="020B0604020202020204" pitchFamily="34" charset="0"/>
              <a:buChar char="•"/>
            </a:pPr>
            <a:r>
              <a:rPr lang="en-US" sz="1000" b="1">
                <a:solidFill>
                  <a:srgbClr val="5A6A70"/>
                </a:solidFill>
              </a:rPr>
              <a:t>Campaign planning templates and activation processes</a:t>
            </a:r>
          </a:p>
          <a:p>
            <a:pPr marL="171450" indent="-171450" fontAlgn="t">
              <a:lnSpc>
                <a:spcPts val="1500"/>
              </a:lnSpc>
              <a:buFont typeface="Arial" panose="020B0604020202020204" pitchFamily="34" charset="0"/>
              <a:buChar char="•"/>
            </a:pPr>
            <a:r>
              <a:rPr lang="en-US" sz="1000" b="1">
                <a:solidFill>
                  <a:srgbClr val="5A6A70"/>
                </a:solidFill>
              </a:rPr>
              <a:t>Target audience and segmentation definitions</a:t>
            </a:r>
          </a:p>
          <a:p>
            <a:pPr marL="171450" indent="-171450" fontAlgn="t">
              <a:lnSpc>
                <a:spcPts val="1500"/>
              </a:lnSpc>
              <a:buFont typeface="Arial" panose="020B0604020202020204" pitchFamily="34" charset="0"/>
              <a:buChar char="•"/>
            </a:pPr>
            <a:r>
              <a:rPr lang="en-US" sz="1000" b="1">
                <a:solidFill>
                  <a:srgbClr val="5A6A70"/>
                </a:solidFill>
              </a:rPr>
              <a:t>Marketing KPIs and performance reports</a:t>
            </a:r>
          </a:p>
        </p:txBody>
      </p:sp>
      <p:sp>
        <p:nvSpPr>
          <p:cNvPr id="26" name="Shape 4">
            <a:extLst>
              <a:ext uri="{FF2B5EF4-FFF2-40B4-BE49-F238E27FC236}">
                <a16:creationId xmlns:a16="http://schemas.microsoft.com/office/drawing/2014/main" id="{683A1153-3717-2F79-F5CB-1F6AA125D5C4}"/>
              </a:ext>
            </a:extLst>
          </p:cNvPr>
          <p:cNvSpPr/>
          <p:nvPr/>
        </p:nvSpPr>
        <p:spPr>
          <a:xfrm>
            <a:off x="548639" y="4548129"/>
            <a:ext cx="10993120"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4784E5CD-2BAF-6329-AACF-808EBC8E2439}"/>
              </a:ext>
            </a:extLst>
          </p:cNvPr>
          <p:cNvSpPr/>
          <p:nvPr/>
        </p:nvSpPr>
        <p:spPr>
          <a:xfrm>
            <a:off x="566928" y="4607774"/>
            <a:ext cx="91455"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3B8476BF-2C4F-6585-0E4C-ECCAE68998E9}"/>
              </a:ext>
            </a:extLst>
          </p:cNvPr>
          <p:cNvSpPr/>
          <p:nvPr/>
        </p:nvSpPr>
        <p:spPr>
          <a:xfrm>
            <a:off x="786383" y="4512279"/>
            <a:ext cx="6570822" cy="548640"/>
          </a:xfrm>
          <a:prstGeom prst="rect">
            <a:avLst/>
          </a:prstGeom>
          <a:noFill/>
          <a:ln/>
        </p:spPr>
        <p:txBody>
          <a:bodyPr wrap="square" lIns="0" tIns="0" rIns="0" bIns="0" rtlCol="0" anchor="ctr"/>
          <a:lstStyle/>
          <a:p>
            <a:pPr marL="0" indent="0">
              <a:buNone/>
            </a:pPr>
            <a:endParaRPr lang="en-US" sz="1400" b="1">
              <a:solidFill>
                <a:srgbClr val="003C51"/>
              </a:solidFill>
            </a:endParaRPr>
          </a:p>
          <a:p>
            <a:pPr marL="0" indent="0">
              <a:buNone/>
            </a:pPr>
            <a:r>
              <a:rPr lang="en-US" sz="1400" b="1">
                <a:solidFill>
                  <a:srgbClr val="003C51"/>
                </a:solidFill>
              </a:rPr>
              <a:t>Come ready to decide</a:t>
            </a:r>
          </a:p>
          <a:p>
            <a:pPr marL="0" indent="0">
              <a:buNone/>
            </a:pPr>
            <a:r>
              <a:rPr lang="en-US" sz="1400" b="1">
                <a:solidFill>
                  <a:srgbClr val="003C51"/>
                </a:solidFill>
              </a:rPr>
              <a:t>  </a:t>
            </a:r>
          </a:p>
          <a:p>
            <a:pPr marL="0" indent="0">
              <a:buNone/>
            </a:pPr>
            <a:r>
              <a:rPr lang="en-US" sz="1400" b="1">
                <a:solidFill>
                  <a:srgbClr val="003C51"/>
                </a:solidFill>
              </a:rPr>
              <a:t>  </a:t>
            </a:r>
            <a:endParaRPr lang="en-US" sz="1400"/>
          </a:p>
        </p:txBody>
      </p:sp>
      <p:sp>
        <p:nvSpPr>
          <p:cNvPr id="29" name="Text 8">
            <a:extLst>
              <a:ext uri="{FF2B5EF4-FFF2-40B4-BE49-F238E27FC236}">
                <a16:creationId xmlns:a16="http://schemas.microsoft.com/office/drawing/2014/main" id="{CCE827E0-6D7A-6C64-DED6-7D7EB008DA99}"/>
              </a:ext>
            </a:extLst>
          </p:cNvPr>
          <p:cNvSpPr/>
          <p:nvPr/>
        </p:nvSpPr>
        <p:spPr>
          <a:xfrm>
            <a:off x="786382" y="4761457"/>
            <a:ext cx="9806973" cy="1263637"/>
          </a:xfrm>
          <a:prstGeom prst="rect">
            <a:avLst/>
          </a:prstGeom>
          <a:noFill/>
          <a:ln/>
        </p:spPr>
        <p:txBody>
          <a:bodyPr wrap="square" lIns="0" tIns="0" rIns="0" bIns="0" rtlCol="0" anchor="ctr"/>
          <a:lstStyle/>
          <a:p>
            <a:pPr fontAlgn="t">
              <a:lnSpc>
                <a:spcPts val="1500"/>
              </a:lnSpc>
              <a:buNone/>
            </a:pPr>
            <a:r>
              <a:rPr lang="en-US" sz="1000" b="1">
                <a:solidFill>
                  <a:srgbClr val="5A6A70"/>
                </a:solidFill>
              </a:rPr>
              <a:t>Decisions we intend to close in this session:</a:t>
            </a:r>
          </a:p>
          <a:p>
            <a:pPr marL="171450" indent="-171450" fontAlgn="t">
              <a:lnSpc>
                <a:spcPts val="1500"/>
              </a:lnSpc>
              <a:buFont typeface="Arial" panose="020B0604020202020204" pitchFamily="34" charset="0"/>
              <a:buChar char="•"/>
            </a:pPr>
            <a:r>
              <a:rPr lang="en-US" sz="1000" b="1">
                <a:solidFill>
                  <a:srgbClr val="5A6A70"/>
                </a:solidFill>
              </a:rPr>
              <a:t>Marketing planning process in scope</a:t>
            </a:r>
          </a:p>
          <a:p>
            <a:pPr marL="171450" indent="-171450" fontAlgn="t">
              <a:lnSpc>
                <a:spcPts val="1500"/>
              </a:lnSpc>
              <a:buFont typeface="Arial" panose="020B0604020202020204" pitchFamily="34" charset="0"/>
              <a:buChar char="•"/>
            </a:pPr>
            <a:r>
              <a:rPr lang="en-US" sz="1000" b="1">
                <a:solidFill>
                  <a:srgbClr val="5A6A70"/>
                </a:solidFill>
              </a:rPr>
              <a:t>Campaign activation approach and ownership</a:t>
            </a:r>
          </a:p>
          <a:p>
            <a:pPr marL="171450" indent="-171450" fontAlgn="t">
              <a:lnSpc>
                <a:spcPts val="1500"/>
              </a:lnSpc>
              <a:buFont typeface="Arial" panose="020B0604020202020204" pitchFamily="34" charset="0"/>
              <a:buChar char="•"/>
            </a:pPr>
            <a:r>
              <a:rPr lang="en-US" sz="1000" b="1">
                <a:solidFill>
                  <a:srgbClr val="5A6A70"/>
                </a:solidFill>
              </a:rPr>
              <a:t>Audience segmentation requirements</a:t>
            </a:r>
          </a:p>
          <a:p>
            <a:pPr marL="171450" indent="-171450" fontAlgn="t">
              <a:lnSpc>
                <a:spcPts val="1500"/>
              </a:lnSpc>
              <a:buFont typeface="Arial" panose="020B0604020202020204" pitchFamily="34" charset="0"/>
              <a:buChar char="•"/>
            </a:pPr>
            <a:r>
              <a:rPr lang="en-US" sz="1000" b="1">
                <a:solidFill>
                  <a:srgbClr val="5A6A70"/>
                </a:solidFill>
              </a:rPr>
              <a:t>Success metrics and reporting expectations</a:t>
            </a:r>
          </a:p>
        </p:txBody>
      </p:sp>
    </p:spTree>
    <p:extLst>
      <p:ext uri="{BB962C8B-B14F-4D97-AF65-F5344CB8AC3E}">
        <p14:creationId xmlns:p14="http://schemas.microsoft.com/office/powerpoint/2010/main" val="2430169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08CAC-3BB0-DCE9-3C7B-5499B9E2D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CED49-B0AE-99E5-0A19-90E131812285}"/>
              </a:ext>
            </a:extLst>
          </p:cNvPr>
          <p:cNvSpPr>
            <a:spLocks noGrp="1"/>
          </p:cNvSpPr>
          <p:nvPr>
            <p:ph type="title"/>
          </p:nvPr>
        </p:nvSpPr>
        <p:spPr>
          <a:xfrm>
            <a:off x="218793" y="266736"/>
            <a:ext cx="2902779" cy="1435939"/>
          </a:xfrm>
        </p:spPr>
        <p:txBody>
          <a:bodyPr/>
          <a:lstStyle/>
          <a:p>
            <a:r>
              <a:rPr lang="en-GB"/>
              <a:t>Process Flow 6 – </a:t>
            </a:r>
            <a:r>
              <a:rPr lang="en-US"/>
              <a:t>Marketing Strategy &amp; Activation Planning</a:t>
            </a:r>
            <a:endParaRPr lang="en-GB"/>
          </a:p>
        </p:txBody>
      </p:sp>
      <p:sp>
        <p:nvSpPr>
          <p:cNvPr id="4" name="TextBox 3">
            <a:extLst>
              <a:ext uri="{FF2B5EF4-FFF2-40B4-BE49-F238E27FC236}">
                <a16:creationId xmlns:a16="http://schemas.microsoft.com/office/drawing/2014/main" id="{554A2BD5-09F3-ADC0-FC97-ADD66FA8E509}"/>
              </a:ext>
            </a:extLst>
          </p:cNvPr>
          <p:cNvSpPr txBox="1"/>
          <p:nvPr/>
        </p:nvSpPr>
        <p:spPr>
          <a:xfrm>
            <a:off x="218793" y="2601612"/>
            <a:ext cx="1862255" cy="1182112"/>
          </a:xfrm>
          <a:prstGeom prst="rect">
            <a:avLst/>
          </a:prstGeom>
          <a:noFill/>
        </p:spPr>
        <p:txBody>
          <a:bodyPr wrap="square" lIns="0" tIns="0" rIns="0" bIns="0" rtlCol="0">
            <a:noAutofit/>
          </a:bodyPr>
          <a:lstStyle/>
          <a:p>
            <a:pPr marL="0" indent="0" algn="l">
              <a:lnSpc>
                <a:spcPct val="100000"/>
              </a:lnSpc>
              <a:spcBef>
                <a:spcPts val="1200"/>
              </a:spcBef>
              <a:buSzPct val="100000"/>
              <a:buFont typeface="Arial" panose="020B0604020202020204" pitchFamily="34" charset="0"/>
              <a:buNone/>
            </a:pPr>
            <a:r>
              <a:rPr lang="en-GB"/>
              <a:t>Standard D365 Customer Insights out-of-the-box, no customisation assumed</a:t>
            </a:r>
            <a:endParaRPr lang="en-GB" sz="1800"/>
          </a:p>
        </p:txBody>
      </p:sp>
      <p:pic>
        <p:nvPicPr>
          <p:cNvPr id="3" name="Picture 2" descr="A screenshot of a computer&#10;&#10;AI-generated content may be incorrect.">
            <a:extLst>
              <a:ext uri="{FF2B5EF4-FFF2-40B4-BE49-F238E27FC236}">
                <a16:creationId xmlns:a16="http://schemas.microsoft.com/office/drawing/2014/main" id="{11C11E16-C386-9CFE-4786-52FA375567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4768" y="0"/>
            <a:ext cx="9068835" cy="6858000"/>
          </a:xfrm>
          <a:prstGeom prst="rect">
            <a:avLst/>
          </a:prstGeom>
        </p:spPr>
      </p:pic>
    </p:spTree>
    <p:extLst>
      <p:ext uri="{BB962C8B-B14F-4D97-AF65-F5344CB8AC3E}">
        <p14:creationId xmlns:p14="http://schemas.microsoft.com/office/powerpoint/2010/main" val="770351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FE8F1-F601-D55A-8B6F-8E16C31FEF19}"/>
            </a:ext>
          </a:extLst>
        </p:cNvPr>
        <p:cNvGrpSpPr/>
        <p:nvPr/>
      </p:nvGrpSpPr>
      <p:grpSpPr>
        <a:xfrm>
          <a:off x="0" y="0"/>
          <a:ext cx="0" cy="0"/>
          <a:chOff x="0" y="0"/>
          <a:chExt cx="0" cy="0"/>
        </a:xfrm>
      </p:grpSpPr>
      <p:sp>
        <p:nvSpPr>
          <p:cNvPr id="17" name="Text 0">
            <a:extLst>
              <a:ext uri="{FF2B5EF4-FFF2-40B4-BE49-F238E27FC236}">
                <a16:creationId xmlns:a16="http://schemas.microsoft.com/office/drawing/2014/main" id="{9FA622E1-6FED-FC53-AA65-4AE2516515D0}"/>
              </a:ext>
            </a:extLst>
          </p:cNvPr>
          <p:cNvSpPr/>
          <p:nvPr/>
        </p:nvSpPr>
        <p:spPr>
          <a:xfrm>
            <a:off x="548640" y="384048"/>
            <a:ext cx="10058400" cy="548640"/>
          </a:xfrm>
          <a:prstGeom prst="rect">
            <a:avLst/>
          </a:prstGeom>
          <a:noFill/>
          <a:ln/>
        </p:spPr>
        <p:txBody>
          <a:bodyPr wrap="square" lIns="0" tIns="0" rIns="0" bIns="0" rtlCol="0" anchor="ctr"/>
          <a:lstStyle/>
          <a:p>
            <a:r>
              <a:rPr lang="en-US" sz="2400" b="1">
                <a:latin typeface="Aptos" panose="020B0004020202020204" pitchFamily="34" charset="0"/>
                <a:ea typeface="+mj-ea"/>
                <a:cs typeface="+mj-cs"/>
              </a:rPr>
              <a:t>Process details: </a:t>
            </a:r>
            <a:r>
              <a:rPr lang="en-US" sz="2400" b="1">
                <a:latin typeface="Aptos" panose="020B0004020202020204" pitchFamily="34" charset="0"/>
              </a:rPr>
              <a:t>Marketing Strategy &amp; Activation Planning</a:t>
            </a:r>
            <a:endParaRPr lang="en-US" sz="2400" b="1">
              <a:latin typeface="Aptos" panose="020B0004020202020204" pitchFamily="34" charset="0"/>
              <a:ea typeface="+mj-ea"/>
              <a:cs typeface="+mj-cs"/>
            </a:endParaRPr>
          </a:p>
        </p:txBody>
      </p:sp>
      <p:sp>
        <p:nvSpPr>
          <p:cNvPr id="18" name="Shape 4">
            <a:extLst>
              <a:ext uri="{FF2B5EF4-FFF2-40B4-BE49-F238E27FC236}">
                <a16:creationId xmlns:a16="http://schemas.microsoft.com/office/drawing/2014/main" id="{ABF09B57-3240-B019-954C-B476C9228B0F}"/>
              </a:ext>
            </a:extLst>
          </p:cNvPr>
          <p:cNvSpPr/>
          <p:nvPr/>
        </p:nvSpPr>
        <p:spPr>
          <a:xfrm>
            <a:off x="548640" y="1018304"/>
            <a:ext cx="11084559" cy="1423766"/>
          </a:xfrm>
          <a:prstGeom prst="rect">
            <a:avLst/>
          </a:prstGeom>
          <a:solidFill>
            <a:srgbClr val="F4F8F9"/>
          </a:solidFill>
          <a:ln w="12700">
            <a:solidFill>
              <a:srgbClr val="D6E0E3"/>
            </a:solidFill>
            <a:prstDash val="solid"/>
          </a:ln>
        </p:spPr>
        <p:txBody>
          <a:bodyPr/>
          <a:lstStyle/>
          <a:p>
            <a:endParaRPr lang="en-US"/>
          </a:p>
        </p:txBody>
      </p:sp>
      <p:sp>
        <p:nvSpPr>
          <p:cNvPr id="19" name="Shape 5">
            <a:extLst>
              <a:ext uri="{FF2B5EF4-FFF2-40B4-BE49-F238E27FC236}">
                <a16:creationId xmlns:a16="http://schemas.microsoft.com/office/drawing/2014/main" id="{B5A177CA-6ACA-DCDC-D0D4-AB7335F6936F}"/>
              </a:ext>
            </a:extLst>
          </p:cNvPr>
          <p:cNvSpPr/>
          <p:nvPr/>
        </p:nvSpPr>
        <p:spPr>
          <a:xfrm>
            <a:off x="548640" y="1018304"/>
            <a:ext cx="92216" cy="1417320"/>
          </a:xfrm>
          <a:prstGeom prst="rect">
            <a:avLst/>
          </a:prstGeom>
          <a:solidFill>
            <a:srgbClr val="006E74"/>
          </a:solidFill>
          <a:ln/>
        </p:spPr>
        <p:txBody>
          <a:bodyPr/>
          <a:lstStyle/>
          <a:p>
            <a:endParaRPr lang="en-US"/>
          </a:p>
        </p:txBody>
      </p:sp>
      <p:sp>
        <p:nvSpPr>
          <p:cNvPr id="20" name="Text 7">
            <a:extLst>
              <a:ext uri="{FF2B5EF4-FFF2-40B4-BE49-F238E27FC236}">
                <a16:creationId xmlns:a16="http://schemas.microsoft.com/office/drawing/2014/main" id="{3400264C-1339-B64F-F345-001DE13D0BCC}"/>
              </a:ext>
            </a:extLst>
          </p:cNvPr>
          <p:cNvSpPr/>
          <p:nvPr/>
        </p:nvSpPr>
        <p:spPr>
          <a:xfrm>
            <a:off x="768094" y="932688"/>
            <a:ext cx="6625477" cy="548640"/>
          </a:xfrm>
          <a:prstGeom prst="rect">
            <a:avLst/>
          </a:prstGeom>
          <a:noFill/>
          <a:ln/>
        </p:spPr>
        <p:txBody>
          <a:bodyPr wrap="square" lIns="0" tIns="0" rIns="0" bIns="0" rtlCol="0" anchor="ctr"/>
          <a:lstStyle/>
          <a:p>
            <a:r>
              <a:rPr lang="en-US" sz="1400" b="1">
                <a:solidFill>
                  <a:srgbClr val="003C51"/>
                </a:solidFill>
              </a:rPr>
              <a:t>Marketing Strategy Planning</a:t>
            </a:r>
            <a:endParaRPr lang="en-US" sz="1400"/>
          </a:p>
        </p:txBody>
      </p:sp>
      <p:sp>
        <p:nvSpPr>
          <p:cNvPr id="21" name="Text 8">
            <a:extLst>
              <a:ext uri="{FF2B5EF4-FFF2-40B4-BE49-F238E27FC236}">
                <a16:creationId xmlns:a16="http://schemas.microsoft.com/office/drawing/2014/main" id="{0C2DE5E8-DAA2-ACF6-E102-8125365143E5}"/>
              </a:ext>
            </a:extLst>
          </p:cNvPr>
          <p:cNvSpPr/>
          <p:nvPr/>
        </p:nvSpPr>
        <p:spPr>
          <a:xfrm>
            <a:off x="768094" y="1313716"/>
            <a:ext cx="9888546" cy="1063513"/>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Marketing objectives, priorities, and initiatives are defined to support business goals and target audiences.</a:t>
            </a:r>
          </a:p>
          <a:p>
            <a:pPr marL="171450" indent="-171450" fontAlgn="t">
              <a:lnSpc>
                <a:spcPts val="1500"/>
              </a:lnSpc>
              <a:buFont typeface="Arial" panose="020B0604020202020204" pitchFamily="34" charset="0"/>
              <a:buChar char="•"/>
            </a:pPr>
            <a:r>
              <a:rPr lang="en-US" sz="1000" b="1">
                <a:solidFill>
                  <a:srgbClr val="5A6A70"/>
                </a:solidFill>
              </a:rPr>
              <a:t>Marketing goals and campaign priorities should be documented.</a:t>
            </a:r>
          </a:p>
          <a:p>
            <a:pPr marL="171450" indent="-171450" fontAlgn="t">
              <a:lnSpc>
                <a:spcPts val="1500"/>
              </a:lnSpc>
              <a:buFont typeface="Arial" panose="020B0604020202020204" pitchFamily="34" charset="0"/>
              <a:buChar char="•"/>
            </a:pPr>
            <a:r>
              <a:rPr lang="en-US" sz="1000" b="1">
                <a:solidFill>
                  <a:srgbClr val="5A6A70"/>
                </a:solidFill>
              </a:rPr>
              <a:t>Strategic initiatives should align with business objectives.</a:t>
            </a:r>
          </a:p>
          <a:p>
            <a:pPr marL="171450" indent="-171450" fontAlgn="t">
              <a:lnSpc>
                <a:spcPts val="1500"/>
              </a:lnSpc>
              <a:buFont typeface="Arial" panose="020B0604020202020204" pitchFamily="34" charset="0"/>
              <a:buChar char="•"/>
            </a:pPr>
            <a:r>
              <a:rPr lang="en-US" sz="1000" b="1">
                <a:solidFill>
                  <a:srgbClr val="5A6A70"/>
                </a:solidFill>
              </a:rPr>
              <a:t>Target markets and customer segments should be identified.</a:t>
            </a:r>
          </a:p>
          <a:p>
            <a:pPr marL="171450" indent="-171450" fontAlgn="t">
              <a:lnSpc>
                <a:spcPts val="1500"/>
              </a:lnSpc>
              <a:buFont typeface="Arial" panose="020B0604020202020204" pitchFamily="34" charset="0"/>
              <a:buChar char="•"/>
            </a:pPr>
            <a:r>
              <a:rPr lang="en-US" sz="1000" b="1">
                <a:solidFill>
                  <a:srgbClr val="5A6A70"/>
                </a:solidFill>
              </a:rPr>
              <a:t>Planning activities should provide direction for campaign execution.</a:t>
            </a:r>
          </a:p>
        </p:txBody>
      </p:sp>
      <p:sp>
        <p:nvSpPr>
          <p:cNvPr id="22" name="Shape 4">
            <a:extLst>
              <a:ext uri="{FF2B5EF4-FFF2-40B4-BE49-F238E27FC236}">
                <a16:creationId xmlns:a16="http://schemas.microsoft.com/office/drawing/2014/main" id="{A9BBB4E1-B49D-6451-CDD5-4A29EA604E16}"/>
              </a:ext>
            </a:extLst>
          </p:cNvPr>
          <p:cNvSpPr/>
          <p:nvPr/>
        </p:nvSpPr>
        <p:spPr>
          <a:xfrm>
            <a:off x="548640" y="2708282"/>
            <a:ext cx="11084559" cy="1417319"/>
          </a:xfrm>
          <a:prstGeom prst="rect">
            <a:avLst/>
          </a:prstGeom>
          <a:solidFill>
            <a:srgbClr val="F4F8F9"/>
          </a:solidFill>
          <a:ln w="12700">
            <a:solidFill>
              <a:srgbClr val="D6E0E3"/>
            </a:solidFill>
            <a:prstDash val="solid"/>
          </a:ln>
        </p:spPr>
        <p:txBody>
          <a:bodyPr/>
          <a:lstStyle/>
          <a:p>
            <a:endParaRPr lang="en-US"/>
          </a:p>
        </p:txBody>
      </p:sp>
      <p:sp>
        <p:nvSpPr>
          <p:cNvPr id="23" name="Shape 5">
            <a:extLst>
              <a:ext uri="{FF2B5EF4-FFF2-40B4-BE49-F238E27FC236}">
                <a16:creationId xmlns:a16="http://schemas.microsoft.com/office/drawing/2014/main" id="{447481D3-6E04-D8EC-D056-170005872EE0}"/>
              </a:ext>
            </a:extLst>
          </p:cNvPr>
          <p:cNvSpPr/>
          <p:nvPr/>
        </p:nvSpPr>
        <p:spPr>
          <a:xfrm>
            <a:off x="548640" y="2708281"/>
            <a:ext cx="92216" cy="1417320"/>
          </a:xfrm>
          <a:prstGeom prst="rect">
            <a:avLst/>
          </a:prstGeom>
          <a:solidFill>
            <a:srgbClr val="006E74"/>
          </a:solidFill>
          <a:ln/>
        </p:spPr>
        <p:txBody>
          <a:bodyPr/>
          <a:lstStyle/>
          <a:p>
            <a:endParaRPr lang="en-US"/>
          </a:p>
        </p:txBody>
      </p:sp>
      <p:sp>
        <p:nvSpPr>
          <p:cNvPr id="24" name="Text 7">
            <a:extLst>
              <a:ext uri="{FF2B5EF4-FFF2-40B4-BE49-F238E27FC236}">
                <a16:creationId xmlns:a16="http://schemas.microsoft.com/office/drawing/2014/main" id="{73A38487-562E-8CE2-FF6E-D182B7F9809B}"/>
              </a:ext>
            </a:extLst>
          </p:cNvPr>
          <p:cNvSpPr/>
          <p:nvPr/>
        </p:nvSpPr>
        <p:spPr>
          <a:xfrm>
            <a:off x="768093" y="2584996"/>
            <a:ext cx="6625477" cy="548640"/>
          </a:xfrm>
          <a:prstGeom prst="rect">
            <a:avLst/>
          </a:prstGeom>
          <a:noFill/>
          <a:ln/>
        </p:spPr>
        <p:txBody>
          <a:bodyPr wrap="square" lIns="0" tIns="0" rIns="0" bIns="0" rtlCol="0" anchor="ctr"/>
          <a:lstStyle/>
          <a:p>
            <a:r>
              <a:rPr lang="en-US" sz="1400" b="1">
                <a:solidFill>
                  <a:srgbClr val="003C51"/>
                </a:solidFill>
              </a:rPr>
              <a:t>Campaign Planning &amp; Activation</a:t>
            </a:r>
            <a:endParaRPr lang="en-US" sz="1400"/>
          </a:p>
        </p:txBody>
      </p:sp>
      <p:sp>
        <p:nvSpPr>
          <p:cNvPr id="25" name="Text 8">
            <a:extLst>
              <a:ext uri="{FF2B5EF4-FFF2-40B4-BE49-F238E27FC236}">
                <a16:creationId xmlns:a16="http://schemas.microsoft.com/office/drawing/2014/main" id="{A8B609DA-6BB6-59AC-04AE-03ACF690046F}"/>
              </a:ext>
            </a:extLst>
          </p:cNvPr>
          <p:cNvSpPr/>
          <p:nvPr/>
        </p:nvSpPr>
        <p:spPr>
          <a:xfrm>
            <a:off x="768094" y="3003693"/>
            <a:ext cx="9888546" cy="1036292"/>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Marketing strategies are translated into executable campaigns, journeys, and communications.</a:t>
            </a:r>
          </a:p>
          <a:p>
            <a:pPr marL="171450" indent="-171450" fontAlgn="t">
              <a:lnSpc>
                <a:spcPts val="1500"/>
              </a:lnSpc>
              <a:buFont typeface="Arial" panose="020B0604020202020204" pitchFamily="34" charset="0"/>
              <a:buChar char="•"/>
            </a:pPr>
            <a:r>
              <a:rPr lang="en-US" sz="1000" b="1">
                <a:solidFill>
                  <a:srgbClr val="5A6A70"/>
                </a:solidFill>
              </a:rPr>
              <a:t>Campaign plans should support defined marketing objectives.</a:t>
            </a:r>
          </a:p>
          <a:p>
            <a:pPr marL="171450" indent="-171450" fontAlgn="t">
              <a:lnSpc>
                <a:spcPts val="1500"/>
              </a:lnSpc>
              <a:buFont typeface="Arial" panose="020B0604020202020204" pitchFamily="34" charset="0"/>
              <a:buChar char="•"/>
            </a:pPr>
            <a:r>
              <a:rPr lang="en-US" sz="1000" b="1">
                <a:solidFill>
                  <a:srgbClr val="5A6A70"/>
                </a:solidFill>
              </a:rPr>
              <a:t>Target audiences should be identified through segmentation.</a:t>
            </a:r>
          </a:p>
          <a:p>
            <a:pPr marL="171450" indent="-171450" fontAlgn="t">
              <a:lnSpc>
                <a:spcPts val="1500"/>
              </a:lnSpc>
              <a:buFont typeface="Arial" panose="020B0604020202020204" pitchFamily="34" charset="0"/>
              <a:buChar char="•"/>
            </a:pPr>
            <a:r>
              <a:rPr lang="en-US" sz="1000" b="1">
                <a:solidFill>
                  <a:srgbClr val="5A6A70"/>
                </a:solidFill>
              </a:rPr>
              <a:t>Customer journeys should be prepared for campaign execution.</a:t>
            </a:r>
          </a:p>
          <a:p>
            <a:pPr marL="171450" indent="-171450" fontAlgn="t">
              <a:lnSpc>
                <a:spcPts val="1500"/>
              </a:lnSpc>
              <a:buFont typeface="Arial" panose="020B0604020202020204" pitchFamily="34" charset="0"/>
              <a:buChar char="•"/>
            </a:pPr>
            <a:r>
              <a:rPr lang="en-US" sz="1000" b="1">
                <a:solidFill>
                  <a:srgbClr val="5A6A70"/>
                </a:solidFill>
              </a:rPr>
              <a:t>Marketing activities should be activated according to the approved plan.</a:t>
            </a:r>
          </a:p>
        </p:txBody>
      </p:sp>
      <p:sp>
        <p:nvSpPr>
          <p:cNvPr id="26" name="Shape 4">
            <a:extLst>
              <a:ext uri="{FF2B5EF4-FFF2-40B4-BE49-F238E27FC236}">
                <a16:creationId xmlns:a16="http://schemas.microsoft.com/office/drawing/2014/main" id="{32BF7372-555D-1A66-0A52-8A6481923E8F}"/>
              </a:ext>
            </a:extLst>
          </p:cNvPr>
          <p:cNvSpPr/>
          <p:nvPr/>
        </p:nvSpPr>
        <p:spPr>
          <a:xfrm>
            <a:off x="548639" y="4427662"/>
            <a:ext cx="11084559" cy="1476965"/>
          </a:xfrm>
          <a:prstGeom prst="rect">
            <a:avLst/>
          </a:prstGeom>
          <a:solidFill>
            <a:srgbClr val="F4F8F9"/>
          </a:solidFill>
          <a:ln w="12700">
            <a:solidFill>
              <a:srgbClr val="D6E0E3"/>
            </a:solidFill>
            <a:prstDash val="solid"/>
          </a:ln>
        </p:spPr>
        <p:txBody>
          <a:bodyPr/>
          <a:lstStyle/>
          <a:p>
            <a:endParaRPr lang="en-US"/>
          </a:p>
        </p:txBody>
      </p:sp>
      <p:sp>
        <p:nvSpPr>
          <p:cNvPr id="27" name="Shape 5">
            <a:extLst>
              <a:ext uri="{FF2B5EF4-FFF2-40B4-BE49-F238E27FC236}">
                <a16:creationId xmlns:a16="http://schemas.microsoft.com/office/drawing/2014/main" id="{44B0267C-0863-E7DA-7B47-957564D38D77}"/>
              </a:ext>
            </a:extLst>
          </p:cNvPr>
          <p:cNvSpPr/>
          <p:nvPr/>
        </p:nvSpPr>
        <p:spPr>
          <a:xfrm>
            <a:off x="566929" y="4487307"/>
            <a:ext cx="92216" cy="1417320"/>
          </a:xfrm>
          <a:prstGeom prst="rect">
            <a:avLst/>
          </a:prstGeom>
          <a:solidFill>
            <a:srgbClr val="006E74"/>
          </a:solidFill>
          <a:ln/>
        </p:spPr>
        <p:txBody>
          <a:bodyPr/>
          <a:lstStyle/>
          <a:p>
            <a:endParaRPr lang="en-US"/>
          </a:p>
        </p:txBody>
      </p:sp>
      <p:sp>
        <p:nvSpPr>
          <p:cNvPr id="28" name="Text 7">
            <a:extLst>
              <a:ext uri="{FF2B5EF4-FFF2-40B4-BE49-F238E27FC236}">
                <a16:creationId xmlns:a16="http://schemas.microsoft.com/office/drawing/2014/main" id="{8D964BB0-9CF3-35DC-7CE0-D1E504DEBC74}"/>
              </a:ext>
            </a:extLst>
          </p:cNvPr>
          <p:cNvSpPr/>
          <p:nvPr/>
        </p:nvSpPr>
        <p:spPr>
          <a:xfrm>
            <a:off x="786382" y="4343738"/>
            <a:ext cx="6625477" cy="548640"/>
          </a:xfrm>
          <a:prstGeom prst="rect">
            <a:avLst/>
          </a:prstGeom>
          <a:noFill/>
          <a:ln/>
        </p:spPr>
        <p:txBody>
          <a:bodyPr wrap="square" lIns="0" tIns="0" rIns="0" bIns="0" rtlCol="0" anchor="ctr"/>
          <a:lstStyle/>
          <a:p>
            <a:r>
              <a:rPr lang="en-US" sz="1400" b="1">
                <a:solidFill>
                  <a:srgbClr val="003C51"/>
                </a:solidFill>
              </a:rPr>
              <a:t>Performance Monitoring &amp; Optimization</a:t>
            </a:r>
            <a:endParaRPr lang="en-US" sz="1400"/>
          </a:p>
        </p:txBody>
      </p:sp>
      <p:sp>
        <p:nvSpPr>
          <p:cNvPr id="29" name="Text 8">
            <a:extLst>
              <a:ext uri="{FF2B5EF4-FFF2-40B4-BE49-F238E27FC236}">
                <a16:creationId xmlns:a16="http://schemas.microsoft.com/office/drawing/2014/main" id="{76754977-C22A-BC41-343E-0BC74B44440A}"/>
              </a:ext>
            </a:extLst>
          </p:cNvPr>
          <p:cNvSpPr/>
          <p:nvPr/>
        </p:nvSpPr>
        <p:spPr>
          <a:xfrm>
            <a:off x="786383" y="4640990"/>
            <a:ext cx="9888546" cy="1263637"/>
          </a:xfrm>
          <a:prstGeom prst="rect">
            <a:avLst/>
          </a:prstGeom>
          <a:noFill/>
          <a:ln/>
        </p:spPr>
        <p:txBody>
          <a:bodyPr wrap="square" lIns="0" tIns="0" rIns="0" bIns="0" rtlCol="0" anchor="ctr"/>
          <a:lstStyle/>
          <a:p>
            <a:pPr fontAlgn="t">
              <a:lnSpc>
                <a:spcPts val="1500"/>
              </a:lnSpc>
              <a:buNone/>
            </a:pPr>
            <a:r>
              <a:rPr lang="en-US" sz="1000" b="1">
                <a:solidFill>
                  <a:srgbClr val="5A6A70"/>
                </a:solidFill>
              </a:rPr>
              <a:t>Definition: Campaign performance is measured to evaluate outcomes and improve future marketing activities.</a:t>
            </a:r>
          </a:p>
          <a:p>
            <a:pPr marL="171450" indent="-171450" fontAlgn="t">
              <a:lnSpc>
                <a:spcPts val="1500"/>
              </a:lnSpc>
              <a:buFont typeface="Arial" panose="020B0604020202020204" pitchFamily="34" charset="0"/>
              <a:buChar char="•"/>
            </a:pPr>
            <a:r>
              <a:rPr lang="en-US" sz="1000" b="1">
                <a:solidFill>
                  <a:srgbClr val="5A6A70"/>
                </a:solidFill>
              </a:rPr>
              <a:t>Marketing KPIs should be defined and tracked.</a:t>
            </a:r>
          </a:p>
          <a:p>
            <a:pPr marL="171450" indent="-171450" fontAlgn="t">
              <a:lnSpc>
                <a:spcPts val="1500"/>
              </a:lnSpc>
              <a:buFont typeface="Arial" panose="020B0604020202020204" pitchFamily="34" charset="0"/>
              <a:buChar char="•"/>
            </a:pPr>
            <a:r>
              <a:rPr lang="en-US" sz="1000" b="1">
                <a:solidFill>
                  <a:srgbClr val="5A6A70"/>
                </a:solidFill>
              </a:rPr>
              <a:t>Campaign engagement and response metrics should be monitored.</a:t>
            </a:r>
          </a:p>
          <a:p>
            <a:pPr marL="171450" indent="-171450" fontAlgn="t">
              <a:lnSpc>
                <a:spcPts val="1500"/>
              </a:lnSpc>
              <a:buFont typeface="Arial" panose="020B0604020202020204" pitchFamily="34" charset="0"/>
              <a:buChar char="•"/>
            </a:pPr>
            <a:r>
              <a:rPr lang="en-US" sz="1000" b="1">
                <a:solidFill>
                  <a:srgbClr val="5A6A70"/>
                </a:solidFill>
              </a:rPr>
              <a:t>Performance reporting should provide visibility into outcomes.</a:t>
            </a:r>
          </a:p>
          <a:p>
            <a:pPr marL="171450" indent="-171450" fontAlgn="t">
              <a:lnSpc>
                <a:spcPts val="1500"/>
              </a:lnSpc>
              <a:buFont typeface="Arial" panose="020B0604020202020204" pitchFamily="34" charset="0"/>
              <a:buChar char="•"/>
            </a:pPr>
            <a:r>
              <a:rPr lang="en-US" sz="1000" b="1">
                <a:solidFill>
                  <a:srgbClr val="5A6A70"/>
                </a:solidFill>
              </a:rPr>
              <a:t>Insights should support ongoing optimization of marketing activities.</a:t>
            </a:r>
          </a:p>
        </p:txBody>
      </p:sp>
    </p:spTree>
    <p:extLst>
      <p:ext uri="{BB962C8B-B14F-4D97-AF65-F5344CB8AC3E}">
        <p14:creationId xmlns:p14="http://schemas.microsoft.com/office/powerpoint/2010/main" val="5237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6693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545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ST PP Theme 25">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Template Aptos Light">
      <a:majorFont>
        <a:latin typeface="Aptos Light"/>
        <a:ea typeface=""/>
        <a:cs typeface=""/>
      </a:majorFont>
      <a:minorFont>
        <a:latin typeface="Aptos Light"/>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0" indent="0" algn="l">
          <a:lnSpc>
            <a:spcPct val="100000"/>
          </a:lnSpc>
          <a:spcBef>
            <a:spcPts val="1200"/>
          </a:spcBef>
          <a:buSzPct val="100000"/>
          <a:buFont typeface="Arial" panose="020B0604020202020204" pitchFamily="34" charset="0"/>
          <a:buNone/>
          <a:defRPr sz="1800" dirty="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 PP Theme 25" id="{3E14A6F9-ECE9-4E31-8D76-C54D891CACD5}" vid="{D0FD638C-0BCC-4831-96D6-A32FAFC0916E}"/>
    </a:ext>
  </a:extLst>
</a:theme>
</file>

<file path=ppt/theme/theme2.xml><?xml version="1.0" encoding="utf-8"?>
<a:theme xmlns:a="http://schemas.openxmlformats.org/drawingml/2006/main" name="1_UST 2025 Q1 Aptos">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Template Aptos Light">
      <a:majorFont>
        <a:latin typeface="Aptos Light"/>
        <a:ea typeface=""/>
        <a:cs typeface=""/>
      </a:majorFont>
      <a:minorFont>
        <a:latin typeface="Aptos Light"/>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0" indent="0" algn="l">
          <a:lnSpc>
            <a:spcPct val="100000"/>
          </a:lnSpc>
          <a:spcBef>
            <a:spcPts val="1200"/>
          </a:spcBef>
          <a:buSzPct val="100000"/>
          <a:buFont typeface="Arial" panose="020B0604020202020204" pitchFamily="34" charset="0"/>
          <a:buNone/>
          <a:defRPr sz="1800" dirty="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11530BC-3799-4999-A5D5-EB820792AD3D}">
  <we:reference id="wa200010725" version="1.0.0.1" store="en-US" storeType="OMEX"/>
  <we:alternateReferences>
    <we:reference id="wa200010725" version="1.0.0.1" store="wa200010725"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1e26c9d1-e0cc-40af-a8d9-64071219c4d4" xsi:nil="true"/>
    <lcf76f155ced4ddcb4097134ff3c332f xmlns="2e160f3e-e16c-4421-a6ba-0d86e8d3f259">
      <Terms xmlns="http://schemas.microsoft.com/office/infopath/2007/PartnerControls"/>
    </lcf76f155ced4ddcb4097134ff3c332f>
    <_Flow_SignoffStatus xmlns="2e160f3e-e16c-4421-a6ba-0d86e8d3f25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7FDC4004DD86941AEF4B268E59349DE" ma:contentTypeVersion="12" ma:contentTypeDescription="Create a new document." ma:contentTypeScope="" ma:versionID="bcd2864ff03fa7c0f9611ff5d7f3a64f">
  <xsd:schema xmlns:xsd="http://www.w3.org/2001/XMLSchema" xmlns:xs="http://www.w3.org/2001/XMLSchema" xmlns:p="http://schemas.microsoft.com/office/2006/metadata/properties" xmlns:ns2="2e160f3e-e16c-4421-a6ba-0d86e8d3f259" xmlns:ns3="1e26c9d1-e0cc-40af-a8d9-64071219c4d4" targetNamespace="http://schemas.microsoft.com/office/2006/metadata/properties" ma:root="true" ma:fieldsID="f19d94e876a48e79c174947f00f55b1f" ns2:_="" ns3:_="">
    <xsd:import namespace="2e160f3e-e16c-4421-a6ba-0d86e8d3f259"/>
    <xsd:import namespace="1e26c9d1-e0cc-40af-a8d9-64071219c4d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160f3e-e16c-4421-a6ba-0d86e8d3f2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a363587-87ea-41e2-9a9e-8270a2079e6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Flow_SignoffStatus" ma:index="19" nillable="true" ma:displayName="Sign-off status" ma:internalName="_x0024_Resources_x003a_core_x002c_Signoff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e26c9d1-e0cc-40af-a8d9-64071219c4d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cf91ec4-bf54-4fa0-954d-5241e79c9357}" ma:internalName="TaxCatchAll" ma:showField="CatchAllData" ma:web="1e26c9d1-e0cc-40af-a8d9-64071219c4d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744B45-4730-493D-AFC4-FCDB1B659720}">
  <ds:schemaRefs>
    <ds:schemaRef ds:uri="http://schemas.microsoft.com/sharepoint/v3/contenttype/forms"/>
  </ds:schemaRefs>
</ds:datastoreItem>
</file>

<file path=customXml/itemProps2.xml><?xml version="1.0" encoding="utf-8"?>
<ds:datastoreItem xmlns:ds="http://schemas.openxmlformats.org/officeDocument/2006/customXml" ds:itemID="{30571E82-BF2F-46B5-B191-5C7BB672ABE1}">
  <ds:schemaRefs>
    <ds:schemaRef ds:uri="http://purl.org/dc/dcmitype/"/>
    <ds:schemaRef ds:uri="http://schemas.microsoft.com/office/infopath/2007/PartnerControls"/>
    <ds:schemaRef ds:uri="1e26c9d1-e0cc-40af-a8d9-64071219c4d4"/>
    <ds:schemaRef ds:uri="http://purl.org/dc/terms/"/>
    <ds:schemaRef ds:uri="http://purl.org/dc/elements/1.1/"/>
    <ds:schemaRef ds:uri="http://schemas.microsoft.com/office/2006/documentManagement/types"/>
    <ds:schemaRef ds:uri="http://schemas.openxmlformats.org/package/2006/metadata/core-properties"/>
    <ds:schemaRef ds:uri="2e160f3e-e16c-4421-a6ba-0d86e8d3f259"/>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C6DDE131-6DB0-4710-900E-828A33674E29}">
  <ds:schemaRefs>
    <ds:schemaRef ds:uri="1e26c9d1-e0cc-40af-a8d9-64071219c4d4"/>
    <ds:schemaRef ds:uri="2e160f3e-e16c-4421-a6ba-0d86e8d3f2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TotalTime>
  <Words>2148</Words>
  <Application>Microsoft Office PowerPoint</Application>
  <PresentationFormat>Widescreen</PresentationFormat>
  <Paragraphs>344</Paragraphs>
  <Slides>28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Aptos</vt:lpstr>
      <vt:lpstr>Aptos Light</vt:lpstr>
      <vt:lpstr>Arial</vt:lpstr>
      <vt:lpstr>Segoe Sans</vt:lpstr>
      <vt:lpstr>Wingdings</vt:lpstr>
      <vt:lpstr>UST PP Theme 25</vt:lpstr>
      <vt:lpstr>1_UST 2025 Q1 Aptos</vt:lpstr>
      <vt:lpstr>D365 CE Solution Modelling Workshop</vt:lpstr>
      <vt:lpstr>Contents</vt:lpstr>
      <vt:lpstr>PowerPoint Presentation</vt:lpstr>
      <vt:lpstr>PowerPoint Presentation</vt:lpstr>
      <vt:lpstr>Process Flow 1 – External Analytics Data Ingestion &amp; Unification</vt:lpstr>
      <vt:lpstr>PowerPoint Presentation</vt:lpstr>
      <vt:lpstr>PowerPoint Presentation</vt:lpstr>
      <vt:lpstr>PowerPoint Presentation</vt:lpstr>
      <vt:lpstr>Process Flow 2 – Marketing Research Insights Planning </vt:lpstr>
      <vt:lpstr>PowerPoint Presentation</vt:lpstr>
      <vt:lpstr>PowerPoint Presentation</vt:lpstr>
      <vt:lpstr>PowerPoint Presentation</vt:lpstr>
      <vt:lpstr>Process Flow 3 – Global Marketing Content Activation</vt:lpstr>
      <vt:lpstr>PowerPoint Presentation</vt:lpstr>
      <vt:lpstr>PowerPoint Presentation</vt:lpstr>
      <vt:lpstr>PowerPoint Presentation</vt:lpstr>
      <vt:lpstr>Process Flow 4 – Brand Reputation Campaign Management</vt:lpstr>
      <vt:lpstr>PowerPoint Presentation</vt:lpstr>
      <vt:lpstr>PowerPoint Presentation</vt:lpstr>
      <vt:lpstr>PowerPoint Presentation</vt:lpstr>
      <vt:lpstr>Process Flow 5 – Marketing Asset Governance &amp; Campaign Readiness</vt:lpstr>
      <vt:lpstr>PowerPoint Presentation</vt:lpstr>
      <vt:lpstr>PowerPoint Presentation</vt:lpstr>
      <vt:lpstr>PowerPoint Presentation</vt:lpstr>
      <vt:lpstr>Process Flow 6 – Marketing Strategy &amp; Activation Planning</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ERP System Assessment RFP UST Response   May 2025</dc:title>
  <dc:creator>Prem Sarath(UST,IN)</dc:creator>
  <cp:lastModifiedBy>Nitesh Dambale(UST,IN)</cp:lastModifiedBy>
  <cp:revision>3</cp:revision>
  <dcterms:created xsi:type="dcterms:W3CDTF">2025-03-14T06:02:56Z</dcterms:created>
  <dcterms:modified xsi:type="dcterms:W3CDTF">2026-09-29T11:16:14Z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0x010100C7FDC4004DD86941AEF4B268E59349DE</vt:lpwstr>
  </property>
  <property fmtid="{D5CDD505-2E9C-101B-9397-08002B2CF9AE}" pid="3" name="MSIP_Label_15ffddfa-74ad-4c1f-9757-a38a11902f1c_Enabled">
    <vt:lpwstr>true</vt:lpwstr>
  </property>
  <property fmtid="{D5CDD505-2E9C-101B-9397-08002B2CF9AE}" pid="4" name="MSIP_Label_15ffddfa-74ad-4c1f-9757-a38a11902f1c_SetDate">
    <vt:lpwstr>2026-06-08T13:26:16Z</vt:lpwstr>
  </property>
  <property fmtid="{D5CDD505-2E9C-101B-9397-08002B2CF9AE}" pid="5" name="MSIP_Label_15ffddfa-74ad-4c1f-9757-a38a11902f1c_Method">
    <vt:lpwstr>Standard</vt:lpwstr>
  </property>
  <property fmtid="{D5CDD505-2E9C-101B-9397-08002B2CF9AE}" pid="6" name="MSIP_Label_15ffddfa-74ad-4c1f-9757-a38a11902f1c_Name">
    <vt:lpwstr>UST Internal</vt:lpwstr>
  </property>
  <property fmtid="{D5CDD505-2E9C-101B-9397-08002B2CF9AE}" pid="7" name="MSIP_Label_15ffddfa-74ad-4c1f-9757-a38a11902f1c_SiteId">
    <vt:lpwstr>a4431f4b-c207-4733-9530-34c08a9b2b8d</vt:lpwstr>
  </property>
  <property fmtid="{D5CDD505-2E9C-101B-9397-08002B2CF9AE}" pid="8" name="MSIP_Label_15ffddfa-74ad-4c1f-9757-a38a11902f1c_ActionId">
    <vt:lpwstr>f5e34594-4cdb-4db9-a884-071c97576a36</vt:lpwstr>
  </property>
  <property fmtid="{D5CDD505-2E9C-101B-9397-08002B2CF9AE}" pid="9" name="MSIP_Label_15ffddfa-74ad-4c1f-9757-a38a11902f1c_ContentBits">
    <vt:lpwstr>0</vt:lpwstr>
  </property>
  <property fmtid="{D5CDD505-2E9C-101B-9397-08002B2CF9AE}" pid="10" name="MSIP_Label_15ffddfa-74ad-4c1f-9757-a38a11902f1c_Tag">
    <vt:lpwstr>10, 3, 0, 1</vt:lpwstr>
  </property>
  <property fmtid="{D5CDD505-2E9C-101B-9397-08002B2CF9AE}" pid="11" name="xd_ProgID">
    <vt:lpwstr/>
  </property>
  <property fmtid="{D5CDD505-2E9C-101B-9397-08002B2CF9AE}" pid="12" name="MediaServiceImageTags">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xd_Signature">
    <vt:bool>false</vt:bool>
  </property>
</Properties>
</file>